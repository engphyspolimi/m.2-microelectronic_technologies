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9"/>
  </p:notesMasterIdLst>
  <p:handoutMasterIdLst>
    <p:handoutMasterId r:id="rId40"/>
  </p:handoutMasterIdLst>
  <p:sldIdLst>
    <p:sldId id="310" r:id="rId5"/>
    <p:sldId id="311" r:id="rId6"/>
    <p:sldId id="312" r:id="rId7"/>
    <p:sldId id="314" r:id="rId8"/>
    <p:sldId id="313" r:id="rId9"/>
    <p:sldId id="337" r:id="rId10"/>
    <p:sldId id="315" r:id="rId11"/>
    <p:sldId id="352" r:id="rId12"/>
    <p:sldId id="317" r:id="rId13"/>
    <p:sldId id="318" r:id="rId14"/>
    <p:sldId id="319" r:id="rId15"/>
    <p:sldId id="320" r:id="rId16"/>
    <p:sldId id="321" r:id="rId17"/>
    <p:sldId id="316" r:id="rId18"/>
    <p:sldId id="322" r:id="rId19"/>
    <p:sldId id="323" r:id="rId20"/>
    <p:sldId id="324" r:id="rId21"/>
    <p:sldId id="325" r:id="rId22"/>
    <p:sldId id="326" r:id="rId23"/>
    <p:sldId id="327" r:id="rId24"/>
    <p:sldId id="331" r:id="rId25"/>
    <p:sldId id="332" r:id="rId26"/>
    <p:sldId id="333" r:id="rId27"/>
    <p:sldId id="345" r:id="rId28"/>
    <p:sldId id="348" r:id="rId29"/>
    <p:sldId id="349" r:id="rId30"/>
    <p:sldId id="346" r:id="rId31"/>
    <p:sldId id="347" r:id="rId32"/>
    <p:sldId id="329" r:id="rId33"/>
    <p:sldId id="330" r:id="rId34"/>
    <p:sldId id="353" r:id="rId35"/>
    <p:sldId id="354" r:id="rId36"/>
    <p:sldId id="351" r:id="rId37"/>
    <p:sldId id="350"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208F2F-03BC-4013-9097-74E29240D8C3}" v="1" dt="2025-02-14T09:36:33.654"/>
  </p1510:revLst>
</p1510:revInfo>
</file>

<file path=ppt/tableStyles.xml><?xml version="1.0" encoding="utf-8"?>
<a:tblStyleLst xmlns:a="http://schemas.openxmlformats.org/drawingml/2006/main" def="{2D5ABB26-0587-4C30-8999-92F81FD0307C}">
  <a:tblStyle styleId="{4E593CDB-78BB-4C36-AB3B-2C4E9E50D230}" styleName="Micron">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noFill/>
        </a:fill>
      </a:tcStyle>
    </a:band1H>
    <a:band2H>
      <a:tcStyle>
        <a:tcBdr>
          <a:top>
            <a:ln>
              <a:noFill/>
            </a:ln>
          </a:top>
          <a:bottom>
            <a:ln>
              <a:noFill/>
            </a:ln>
          </a:bottom>
        </a:tcBdr>
        <a:fill>
          <a:solidFill>
            <a:schemeClr val="tx1">
              <a:alpha val="5000"/>
            </a:schemeClr>
          </a:solidFill>
        </a:fill>
      </a:tcStyle>
    </a:band2H>
    <a:lastCol>
      <a:tcTxStyle b="on">
        <a:fontRef idx="minor"/>
        <a:schemeClr val="tx1"/>
      </a:tcTxStyle>
      <a:tcStyle>
        <a:tcBdr/>
      </a:tcStyle>
    </a:lastCol>
    <a:firstCol>
      <a:tcTxStyle b="on">
        <a:fontRef idx="minor"/>
        <a:schemeClr val="tx1"/>
      </a:tcTxStyle>
      <a:tcStyle>
        <a:tcBdr/>
      </a:tcStyle>
    </a:firstCol>
    <a:lastRow>
      <a:tcTxStyle b="on">
        <a:fontRef idx="minor"/>
        <a:schemeClr val="tx1"/>
      </a:tcTxStyle>
      <a:tcStyle>
        <a:tcBdr>
          <a:top>
            <a:ln w="19050">
              <a:solidFill>
                <a:schemeClr val="tx1"/>
              </a:solidFill>
            </a:ln>
          </a:top>
          <a:bottom>
            <a:ln>
              <a:noFill/>
            </a:ln>
          </a:bottom>
        </a:tcBdr>
        <a:fill>
          <a:noFill/>
        </a:fill>
      </a:tcStyle>
    </a:lastRow>
    <a:firstRow>
      <a:tcTxStyle b="on">
        <a:fontRef idx="minor"/>
        <a:schemeClr val="bg1"/>
      </a:tcTxStyle>
      <a:tcStyle>
        <a:tcBdr>
          <a:top>
            <a:ln>
              <a:noFill/>
            </a:ln>
          </a:top>
          <a:bottom>
            <a:ln>
              <a:noFill/>
            </a:ln>
          </a:bottom>
        </a:tcBdr>
        <a:fill>
          <a:solidFill>
            <a:schemeClr val="tx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718" autoAdjust="0"/>
  </p:normalViewPr>
  <p:slideViewPr>
    <p:cSldViewPr snapToGrid="0" showGuides="1">
      <p:cViewPr>
        <p:scale>
          <a:sx n="71" d="100"/>
          <a:sy n="71" d="100"/>
        </p:scale>
        <p:origin x="484" y="52"/>
      </p:cViewPr>
      <p:guideLst/>
    </p:cSldViewPr>
  </p:slideViewPr>
  <p:notesTextViewPr>
    <p:cViewPr>
      <p:scale>
        <a:sx n="1" d="1"/>
        <a:sy n="1" d="1"/>
      </p:scale>
      <p:origin x="0" y="0"/>
    </p:cViewPr>
  </p:notesTextViewPr>
  <p:sorterViewPr>
    <p:cViewPr>
      <p:scale>
        <a:sx n="1" d="1"/>
        <a:sy n="1" d="1"/>
      </p:scale>
      <p:origin x="0" y="-15144"/>
    </p:cViewPr>
  </p:sorterViewPr>
  <p:notesViewPr>
    <p:cSldViewPr snapToGrid="0" showGuides="1">
      <p:cViewPr varScale="1">
        <p:scale>
          <a:sx n="166" d="100"/>
          <a:sy n="166" d="100"/>
        </p:scale>
        <p:origin x="6672"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ello Mariani" userId="1e342699-93ad-4e2e-93b0-0f6a2c00c4b8" providerId="ADAL" clId="{EA208F2F-03BC-4013-9097-74E29240D8C3}"/>
    <pc:docChg chg="addSld delSld modSld">
      <pc:chgData name="Marcello Mariani" userId="1e342699-93ad-4e2e-93b0-0f6a2c00c4b8" providerId="ADAL" clId="{EA208F2F-03BC-4013-9097-74E29240D8C3}" dt="2025-02-14T09:36:33.618" v="1"/>
      <pc:docMkLst>
        <pc:docMk/>
      </pc:docMkLst>
      <pc:sldChg chg="add del">
        <pc:chgData name="Marcello Mariani" userId="1e342699-93ad-4e2e-93b0-0f6a2c00c4b8" providerId="ADAL" clId="{EA208F2F-03BC-4013-9097-74E29240D8C3}" dt="2025-02-14T09:36:33.618" v="1"/>
        <pc:sldMkLst>
          <pc:docMk/>
          <pc:sldMk cId="0" sldId="310"/>
        </pc:sldMkLst>
      </pc:sldChg>
      <pc:sldChg chg="add">
        <pc:chgData name="Marcello Mariani" userId="1e342699-93ad-4e2e-93b0-0f6a2c00c4b8" providerId="ADAL" clId="{EA208F2F-03BC-4013-9097-74E29240D8C3}" dt="2025-02-14T09:36:33.618" v="1"/>
        <pc:sldMkLst>
          <pc:docMk/>
          <pc:sldMk cId="0" sldId="311"/>
        </pc:sldMkLst>
      </pc:sldChg>
      <pc:sldChg chg="add del">
        <pc:chgData name="Marcello Mariani" userId="1e342699-93ad-4e2e-93b0-0f6a2c00c4b8" providerId="ADAL" clId="{EA208F2F-03BC-4013-9097-74E29240D8C3}" dt="2025-02-14T09:36:33.618" v="1"/>
        <pc:sldMkLst>
          <pc:docMk/>
          <pc:sldMk cId="0" sldId="312"/>
        </pc:sldMkLst>
      </pc:sldChg>
      <pc:sldChg chg="add del">
        <pc:chgData name="Marcello Mariani" userId="1e342699-93ad-4e2e-93b0-0f6a2c00c4b8" providerId="ADAL" clId="{EA208F2F-03BC-4013-9097-74E29240D8C3}" dt="2025-02-14T09:36:33.618" v="1"/>
        <pc:sldMkLst>
          <pc:docMk/>
          <pc:sldMk cId="0" sldId="313"/>
        </pc:sldMkLst>
      </pc:sldChg>
      <pc:sldChg chg="add del">
        <pc:chgData name="Marcello Mariani" userId="1e342699-93ad-4e2e-93b0-0f6a2c00c4b8" providerId="ADAL" clId="{EA208F2F-03BC-4013-9097-74E29240D8C3}" dt="2025-02-14T09:36:33.618" v="1"/>
        <pc:sldMkLst>
          <pc:docMk/>
          <pc:sldMk cId="0" sldId="314"/>
        </pc:sldMkLst>
      </pc:sldChg>
      <pc:sldChg chg="add del">
        <pc:chgData name="Marcello Mariani" userId="1e342699-93ad-4e2e-93b0-0f6a2c00c4b8" providerId="ADAL" clId="{EA208F2F-03BC-4013-9097-74E29240D8C3}" dt="2025-02-14T09:36:33.618" v="1"/>
        <pc:sldMkLst>
          <pc:docMk/>
          <pc:sldMk cId="0" sldId="315"/>
        </pc:sldMkLst>
      </pc:sldChg>
      <pc:sldChg chg="add del">
        <pc:chgData name="Marcello Mariani" userId="1e342699-93ad-4e2e-93b0-0f6a2c00c4b8" providerId="ADAL" clId="{EA208F2F-03BC-4013-9097-74E29240D8C3}" dt="2025-02-14T09:36:33.618" v="1"/>
        <pc:sldMkLst>
          <pc:docMk/>
          <pc:sldMk cId="0" sldId="316"/>
        </pc:sldMkLst>
      </pc:sldChg>
      <pc:sldChg chg="add del">
        <pc:chgData name="Marcello Mariani" userId="1e342699-93ad-4e2e-93b0-0f6a2c00c4b8" providerId="ADAL" clId="{EA208F2F-03BC-4013-9097-74E29240D8C3}" dt="2025-02-14T09:36:33.618" v="1"/>
        <pc:sldMkLst>
          <pc:docMk/>
          <pc:sldMk cId="0" sldId="317"/>
        </pc:sldMkLst>
      </pc:sldChg>
      <pc:sldChg chg="add del">
        <pc:chgData name="Marcello Mariani" userId="1e342699-93ad-4e2e-93b0-0f6a2c00c4b8" providerId="ADAL" clId="{EA208F2F-03BC-4013-9097-74E29240D8C3}" dt="2025-02-14T09:36:33.618" v="1"/>
        <pc:sldMkLst>
          <pc:docMk/>
          <pc:sldMk cId="0" sldId="318"/>
        </pc:sldMkLst>
      </pc:sldChg>
      <pc:sldChg chg="add del">
        <pc:chgData name="Marcello Mariani" userId="1e342699-93ad-4e2e-93b0-0f6a2c00c4b8" providerId="ADAL" clId="{EA208F2F-03BC-4013-9097-74E29240D8C3}" dt="2025-02-14T09:36:33.618" v="1"/>
        <pc:sldMkLst>
          <pc:docMk/>
          <pc:sldMk cId="0" sldId="319"/>
        </pc:sldMkLst>
      </pc:sldChg>
      <pc:sldChg chg="add del">
        <pc:chgData name="Marcello Mariani" userId="1e342699-93ad-4e2e-93b0-0f6a2c00c4b8" providerId="ADAL" clId="{EA208F2F-03BC-4013-9097-74E29240D8C3}" dt="2025-02-14T09:36:33.618" v="1"/>
        <pc:sldMkLst>
          <pc:docMk/>
          <pc:sldMk cId="0" sldId="320"/>
        </pc:sldMkLst>
      </pc:sldChg>
      <pc:sldChg chg="add del">
        <pc:chgData name="Marcello Mariani" userId="1e342699-93ad-4e2e-93b0-0f6a2c00c4b8" providerId="ADAL" clId="{EA208F2F-03BC-4013-9097-74E29240D8C3}" dt="2025-02-14T09:36:33.618" v="1"/>
        <pc:sldMkLst>
          <pc:docMk/>
          <pc:sldMk cId="0" sldId="321"/>
        </pc:sldMkLst>
      </pc:sldChg>
      <pc:sldChg chg="add del">
        <pc:chgData name="Marcello Mariani" userId="1e342699-93ad-4e2e-93b0-0f6a2c00c4b8" providerId="ADAL" clId="{EA208F2F-03BC-4013-9097-74E29240D8C3}" dt="2025-02-14T09:36:33.618" v="1"/>
        <pc:sldMkLst>
          <pc:docMk/>
          <pc:sldMk cId="0" sldId="322"/>
        </pc:sldMkLst>
      </pc:sldChg>
      <pc:sldChg chg="add del">
        <pc:chgData name="Marcello Mariani" userId="1e342699-93ad-4e2e-93b0-0f6a2c00c4b8" providerId="ADAL" clId="{EA208F2F-03BC-4013-9097-74E29240D8C3}" dt="2025-02-14T09:36:33.618" v="1"/>
        <pc:sldMkLst>
          <pc:docMk/>
          <pc:sldMk cId="0" sldId="323"/>
        </pc:sldMkLst>
      </pc:sldChg>
      <pc:sldChg chg="add del">
        <pc:chgData name="Marcello Mariani" userId="1e342699-93ad-4e2e-93b0-0f6a2c00c4b8" providerId="ADAL" clId="{EA208F2F-03BC-4013-9097-74E29240D8C3}" dt="2025-02-14T09:36:33.618" v="1"/>
        <pc:sldMkLst>
          <pc:docMk/>
          <pc:sldMk cId="0" sldId="324"/>
        </pc:sldMkLst>
      </pc:sldChg>
      <pc:sldChg chg="add del">
        <pc:chgData name="Marcello Mariani" userId="1e342699-93ad-4e2e-93b0-0f6a2c00c4b8" providerId="ADAL" clId="{EA208F2F-03BC-4013-9097-74E29240D8C3}" dt="2025-02-14T09:36:33.618" v="1"/>
        <pc:sldMkLst>
          <pc:docMk/>
          <pc:sldMk cId="0" sldId="325"/>
        </pc:sldMkLst>
      </pc:sldChg>
      <pc:sldChg chg="add del">
        <pc:chgData name="Marcello Mariani" userId="1e342699-93ad-4e2e-93b0-0f6a2c00c4b8" providerId="ADAL" clId="{EA208F2F-03BC-4013-9097-74E29240D8C3}" dt="2025-02-14T09:36:33.618" v="1"/>
        <pc:sldMkLst>
          <pc:docMk/>
          <pc:sldMk cId="0" sldId="326"/>
        </pc:sldMkLst>
      </pc:sldChg>
      <pc:sldChg chg="add del">
        <pc:chgData name="Marcello Mariani" userId="1e342699-93ad-4e2e-93b0-0f6a2c00c4b8" providerId="ADAL" clId="{EA208F2F-03BC-4013-9097-74E29240D8C3}" dt="2025-02-14T09:36:33.618" v="1"/>
        <pc:sldMkLst>
          <pc:docMk/>
          <pc:sldMk cId="0" sldId="327"/>
        </pc:sldMkLst>
      </pc:sldChg>
      <pc:sldChg chg="del">
        <pc:chgData name="Marcello Mariani" userId="1e342699-93ad-4e2e-93b0-0f6a2c00c4b8" providerId="ADAL" clId="{EA208F2F-03BC-4013-9097-74E29240D8C3}" dt="2025-02-14T09:36:32.711" v="0" actId="47"/>
        <pc:sldMkLst>
          <pc:docMk/>
          <pc:sldMk cId="0" sldId="328"/>
        </pc:sldMkLst>
      </pc:sldChg>
      <pc:sldChg chg="add">
        <pc:chgData name="Marcello Mariani" userId="1e342699-93ad-4e2e-93b0-0f6a2c00c4b8" providerId="ADAL" clId="{EA208F2F-03BC-4013-9097-74E29240D8C3}" dt="2025-02-14T09:36:33.618" v="1"/>
        <pc:sldMkLst>
          <pc:docMk/>
          <pc:sldMk cId="0" sldId="329"/>
        </pc:sldMkLst>
      </pc:sldChg>
      <pc:sldChg chg="add del">
        <pc:chgData name="Marcello Mariani" userId="1e342699-93ad-4e2e-93b0-0f6a2c00c4b8" providerId="ADAL" clId="{EA208F2F-03BC-4013-9097-74E29240D8C3}" dt="2025-02-14T09:36:33.618" v="1"/>
        <pc:sldMkLst>
          <pc:docMk/>
          <pc:sldMk cId="0" sldId="330"/>
        </pc:sldMkLst>
      </pc:sldChg>
      <pc:sldChg chg="add del">
        <pc:chgData name="Marcello Mariani" userId="1e342699-93ad-4e2e-93b0-0f6a2c00c4b8" providerId="ADAL" clId="{EA208F2F-03BC-4013-9097-74E29240D8C3}" dt="2025-02-14T09:36:33.618" v="1"/>
        <pc:sldMkLst>
          <pc:docMk/>
          <pc:sldMk cId="0" sldId="331"/>
        </pc:sldMkLst>
      </pc:sldChg>
      <pc:sldChg chg="add del">
        <pc:chgData name="Marcello Mariani" userId="1e342699-93ad-4e2e-93b0-0f6a2c00c4b8" providerId="ADAL" clId="{EA208F2F-03BC-4013-9097-74E29240D8C3}" dt="2025-02-14T09:36:33.618" v="1"/>
        <pc:sldMkLst>
          <pc:docMk/>
          <pc:sldMk cId="0" sldId="332"/>
        </pc:sldMkLst>
      </pc:sldChg>
      <pc:sldChg chg="add del">
        <pc:chgData name="Marcello Mariani" userId="1e342699-93ad-4e2e-93b0-0f6a2c00c4b8" providerId="ADAL" clId="{EA208F2F-03BC-4013-9097-74E29240D8C3}" dt="2025-02-14T09:36:33.618" v="1"/>
        <pc:sldMkLst>
          <pc:docMk/>
          <pc:sldMk cId="0" sldId="333"/>
        </pc:sldMkLst>
      </pc:sldChg>
      <pc:sldChg chg="del">
        <pc:chgData name="Marcello Mariani" userId="1e342699-93ad-4e2e-93b0-0f6a2c00c4b8" providerId="ADAL" clId="{EA208F2F-03BC-4013-9097-74E29240D8C3}" dt="2025-02-14T09:36:32.711" v="0" actId="47"/>
        <pc:sldMkLst>
          <pc:docMk/>
          <pc:sldMk cId="0" sldId="334"/>
        </pc:sldMkLst>
      </pc:sldChg>
      <pc:sldChg chg="del">
        <pc:chgData name="Marcello Mariani" userId="1e342699-93ad-4e2e-93b0-0f6a2c00c4b8" providerId="ADAL" clId="{EA208F2F-03BC-4013-9097-74E29240D8C3}" dt="2025-02-14T09:36:32.711" v="0" actId="47"/>
        <pc:sldMkLst>
          <pc:docMk/>
          <pc:sldMk cId="0" sldId="335"/>
        </pc:sldMkLst>
      </pc:sldChg>
      <pc:sldChg chg="add">
        <pc:chgData name="Marcello Mariani" userId="1e342699-93ad-4e2e-93b0-0f6a2c00c4b8" providerId="ADAL" clId="{EA208F2F-03BC-4013-9097-74E29240D8C3}" dt="2025-02-14T09:36:33.618" v="1"/>
        <pc:sldMkLst>
          <pc:docMk/>
          <pc:sldMk cId="0" sldId="337"/>
        </pc:sldMkLst>
      </pc:sldChg>
      <pc:sldChg chg="del">
        <pc:chgData name="Marcello Mariani" userId="1e342699-93ad-4e2e-93b0-0f6a2c00c4b8" providerId="ADAL" clId="{EA208F2F-03BC-4013-9097-74E29240D8C3}" dt="2025-02-14T09:36:32.711" v="0" actId="47"/>
        <pc:sldMkLst>
          <pc:docMk/>
          <pc:sldMk cId="0" sldId="338"/>
        </pc:sldMkLst>
      </pc:sldChg>
      <pc:sldChg chg="del">
        <pc:chgData name="Marcello Mariani" userId="1e342699-93ad-4e2e-93b0-0f6a2c00c4b8" providerId="ADAL" clId="{EA208F2F-03BC-4013-9097-74E29240D8C3}" dt="2025-02-14T09:36:32.711" v="0" actId="47"/>
        <pc:sldMkLst>
          <pc:docMk/>
          <pc:sldMk cId="0" sldId="339"/>
        </pc:sldMkLst>
      </pc:sldChg>
      <pc:sldChg chg="del">
        <pc:chgData name="Marcello Mariani" userId="1e342699-93ad-4e2e-93b0-0f6a2c00c4b8" providerId="ADAL" clId="{EA208F2F-03BC-4013-9097-74E29240D8C3}" dt="2025-02-14T09:36:32.711" v="0" actId="47"/>
        <pc:sldMkLst>
          <pc:docMk/>
          <pc:sldMk cId="0" sldId="340"/>
        </pc:sldMkLst>
      </pc:sldChg>
      <pc:sldChg chg="del">
        <pc:chgData name="Marcello Mariani" userId="1e342699-93ad-4e2e-93b0-0f6a2c00c4b8" providerId="ADAL" clId="{EA208F2F-03BC-4013-9097-74E29240D8C3}" dt="2025-02-14T09:36:32.711" v="0" actId="47"/>
        <pc:sldMkLst>
          <pc:docMk/>
          <pc:sldMk cId="0" sldId="342"/>
        </pc:sldMkLst>
      </pc:sldChg>
      <pc:sldChg chg="del">
        <pc:chgData name="Marcello Mariani" userId="1e342699-93ad-4e2e-93b0-0f6a2c00c4b8" providerId="ADAL" clId="{EA208F2F-03BC-4013-9097-74E29240D8C3}" dt="2025-02-14T09:36:32.711" v="0" actId="47"/>
        <pc:sldMkLst>
          <pc:docMk/>
          <pc:sldMk cId="0" sldId="343"/>
        </pc:sldMkLst>
      </pc:sldChg>
      <pc:sldChg chg="add del">
        <pc:chgData name="Marcello Mariani" userId="1e342699-93ad-4e2e-93b0-0f6a2c00c4b8" providerId="ADAL" clId="{EA208F2F-03BC-4013-9097-74E29240D8C3}" dt="2025-02-14T09:36:33.618" v="1"/>
        <pc:sldMkLst>
          <pc:docMk/>
          <pc:sldMk cId="0" sldId="345"/>
        </pc:sldMkLst>
      </pc:sldChg>
      <pc:sldChg chg="add">
        <pc:chgData name="Marcello Mariani" userId="1e342699-93ad-4e2e-93b0-0f6a2c00c4b8" providerId="ADAL" clId="{EA208F2F-03BC-4013-9097-74E29240D8C3}" dt="2025-02-14T09:36:33.618" v="1"/>
        <pc:sldMkLst>
          <pc:docMk/>
          <pc:sldMk cId="0" sldId="346"/>
        </pc:sldMkLst>
      </pc:sldChg>
      <pc:sldChg chg="add del">
        <pc:chgData name="Marcello Mariani" userId="1e342699-93ad-4e2e-93b0-0f6a2c00c4b8" providerId="ADAL" clId="{EA208F2F-03BC-4013-9097-74E29240D8C3}" dt="2025-02-14T09:36:33.618" v="1"/>
        <pc:sldMkLst>
          <pc:docMk/>
          <pc:sldMk cId="0" sldId="347"/>
        </pc:sldMkLst>
      </pc:sldChg>
      <pc:sldChg chg="add del">
        <pc:chgData name="Marcello Mariani" userId="1e342699-93ad-4e2e-93b0-0f6a2c00c4b8" providerId="ADAL" clId="{EA208F2F-03BC-4013-9097-74E29240D8C3}" dt="2025-02-14T09:36:33.618" v="1"/>
        <pc:sldMkLst>
          <pc:docMk/>
          <pc:sldMk cId="0" sldId="348"/>
        </pc:sldMkLst>
      </pc:sldChg>
      <pc:sldChg chg="add">
        <pc:chgData name="Marcello Mariani" userId="1e342699-93ad-4e2e-93b0-0f6a2c00c4b8" providerId="ADAL" clId="{EA208F2F-03BC-4013-9097-74E29240D8C3}" dt="2025-02-14T09:36:33.618" v="1"/>
        <pc:sldMkLst>
          <pc:docMk/>
          <pc:sldMk cId="0" sldId="349"/>
        </pc:sldMkLst>
      </pc:sldChg>
      <pc:sldChg chg="add del">
        <pc:chgData name="Marcello Mariani" userId="1e342699-93ad-4e2e-93b0-0f6a2c00c4b8" providerId="ADAL" clId="{EA208F2F-03BC-4013-9097-74E29240D8C3}" dt="2025-02-14T09:36:33.618" v="1"/>
        <pc:sldMkLst>
          <pc:docMk/>
          <pc:sldMk cId="0" sldId="350"/>
        </pc:sldMkLst>
      </pc:sldChg>
      <pc:sldChg chg="add del">
        <pc:chgData name="Marcello Mariani" userId="1e342699-93ad-4e2e-93b0-0f6a2c00c4b8" providerId="ADAL" clId="{EA208F2F-03BC-4013-9097-74E29240D8C3}" dt="2025-02-14T09:36:33.618" v="1"/>
        <pc:sldMkLst>
          <pc:docMk/>
          <pc:sldMk cId="0" sldId="351"/>
        </pc:sldMkLst>
      </pc:sldChg>
      <pc:sldChg chg="add del">
        <pc:chgData name="Marcello Mariani" userId="1e342699-93ad-4e2e-93b0-0f6a2c00c4b8" providerId="ADAL" clId="{EA208F2F-03BC-4013-9097-74E29240D8C3}" dt="2025-02-14T09:36:33.618" v="1"/>
        <pc:sldMkLst>
          <pc:docMk/>
          <pc:sldMk cId="0" sldId="352"/>
        </pc:sldMkLst>
      </pc:sldChg>
      <pc:sldChg chg="add">
        <pc:chgData name="Marcello Mariani" userId="1e342699-93ad-4e2e-93b0-0f6a2c00c4b8" providerId="ADAL" clId="{EA208F2F-03BC-4013-9097-74E29240D8C3}" dt="2025-02-14T09:36:33.618" v="1"/>
        <pc:sldMkLst>
          <pc:docMk/>
          <pc:sldMk cId="0" sldId="353"/>
        </pc:sldMkLst>
      </pc:sldChg>
      <pc:sldChg chg="add del">
        <pc:chgData name="Marcello Mariani" userId="1e342699-93ad-4e2e-93b0-0f6a2c00c4b8" providerId="ADAL" clId="{EA208F2F-03BC-4013-9097-74E29240D8C3}" dt="2025-02-14T09:36:33.618" v="1"/>
        <pc:sldMkLst>
          <pc:docMk/>
          <pc:sldMk cId="0" sldId="354"/>
        </pc:sldMkLst>
      </pc:sldChg>
      <pc:sldChg chg="del">
        <pc:chgData name="Marcello Mariani" userId="1e342699-93ad-4e2e-93b0-0f6a2c00c4b8" providerId="ADAL" clId="{EA208F2F-03BC-4013-9097-74E29240D8C3}" dt="2025-02-14T09:36:32.711" v="0" actId="47"/>
        <pc:sldMkLst>
          <pc:docMk/>
          <pc:sldMk cId="0" sldId="355"/>
        </pc:sldMkLst>
      </pc:sldChg>
      <pc:sldChg chg="del">
        <pc:chgData name="Marcello Mariani" userId="1e342699-93ad-4e2e-93b0-0f6a2c00c4b8" providerId="ADAL" clId="{EA208F2F-03BC-4013-9097-74E29240D8C3}" dt="2025-02-14T09:36:32.711" v="0" actId="47"/>
        <pc:sldMkLst>
          <pc:docMk/>
          <pc:sldMk cId="4046173971" sldId="356"/>
        </pc:sldMkLst>
      </pc:sldChg>
      <pc:sldMasterChg chg="delSldLayout">
        <pc:chgData name="Marcello Mariani" userId="1e342699-93ad-4e2e-93b0-0f6a2c00c4b8" providerId="ADAL" clId="{EA208F2F-03BC-4013-9097-74E29240D8C3}" dt="2025-02-14T09:36:32.711" v="0" actId="47"/>
        <pc:sldMasterMkLst>
          <pc:docMk/>
          <pc:sldMasterMk cId="1404919433" sldId="2147483648"/>
        </pc:sldMasterMkLst>
        <pc:sldLayoutChg chg="del">
          <pc:chgData name="Marcello Mariani" userId="1e342699-93ad-4e2e-93b0-0f6a2c00c4b8" providerId="ADAL" clId="{EA208F2F-03BC-4013-9097-74E29240D8C3}" dt="2025-02-14T09:36:32.711" v="0" actId="47"/>
          <pc:sldLayoutMkLst>
            <pc:docMk/>
            <pc:sldMasterMk cId="1404919433" sldId="2147483648"/>
            <pc:sldLayoutMk cId="1294233496" sldId="21474837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94E89A-86F6-9149-A99F-9B08F5E12F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04012F1-5B0F-2A43-A808-62116CA736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C6AC55-2EDB-BF42-AB26-F4C700CA4CF3}" type="datetimeFigureOut">
              <a:rPr lang="en-US" smtClean="0"/>
              <a:t>2/14/2025</a:t>
            </a:fld>
            <a:endParaRPr lang="en-US"/>
          </a:p>
        </p:txBody>
      </p:sp>
      <p:sp>
        <p:nvSpPr>
          <p:cNvPr id="4" name="Footer Placeholder 3">
            <a:extLst>
              <a:ext uri="{FF2B5EF4-FFF2-40B4-BE49-F238E27FC236}">
                <a16:creationId xmlns:a16="http://schemas.microsoft.com/office/drawing/2014/main" id="{B0371E5A-3F96-F940-9DEF-7C4FC1DC4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84D3A2F-9F71-AA47-A87E-8650225C2AE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CDE10B-5658-2B43-A14A-58734813756A}" type="slidenum">
              <a:rPr lang="en-US" smtClean="0"/>
              <a:t>‹#›</a:t>
            </a:fld>
            <a:endParaRPr lang="en-US"/>
          </a:p>
        </p:txBody>
      </p:sp>
    </p:spTree>
    <p:extLst>
      <p:ext uri="{BB962C8B-B14F-4D97-AF65-F5344CB8AC3E}">
        <p14:creationId xmlns:p14="http://schemas.microsoft.com/office/powerpoint/2010/main" val="1173629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BF0118-6228-3548-A04B-A1F812AE9592}" type="datetimeFigureOut">
              <a:rPr lang="en-US" smtClean="0"/>
              <a:t>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4E414-3FE9-8140-9FC1-27F6721ECE4A}" type="slidenum">
              <a:rPr lang="en-US" smtClean="0"/>
              <a:t>‹#›</a:t>
            </a:fld>
            <a:endParaRPr lang="en-US"/>
          </a:p>
        </p:txBody>
      </p:sp>
    </p:spTree>
    <p:extLst>
      <p:ext uri="{BB962C8B-B14F-4D97-AF65-F5344CB8AC3E}">
        <p14:creationId xmlns:p14="http://schemas.microsoft.com/office/powerpoint/2010/main" val="345057024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2E035085-E556-2BCA-DF22-D37E5AFCCC4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D8EB734-AEB8-4965-917D-46C73C2B7FCD}" type="slidenum">
              <a:rPr lang="en-US" altLang="en-US"/>
              <a:pPr>
                <a:spcBef>
                  <a:spcPct val="0"/>
                </a:spcBef>
              </a:pPr>
              <a:t>1</a:t>
            </a:fld>
            <a:endParaRPr lang="en-US" altLang="en-US"/>
          </a:p>
        </p:txBody>
      </p:sp>
      <p:sp>
        <p:nvSpPr>
          <p:cNvPr id="18435" name="Rectangle 2">
            <a:extLst>
              <a:ext uri="{FF2B5EF4-FFF2-40B4-BE49-F238E27FC236}">
                <a16:creationId xmlns:a16="http://schemas.microsoft.com/office/drawing/2014/main" id="{C59090CD-3662-5A25-CF90-D4BAB1AE0D55}"/>
              </a:ext>
            </a:extLst>
          </p:cNvPr>
          <p:cNvSpPr>
            <a:spLocks noGrp="1" noRot="1" noChangeAspect="1" noChangeArrowheads="1" noTextEdit="1"/>
          </p:cNvSpPr>
          <p:nvPr>
            <p:ph type="sldImg"/>
          </p:nvPr>
        </p:nvSpPr>
        <p:spPr>
          <a:xfrm>
            <a:off x="1182688" y="698500"/>
            <a:ext cx="4645025" cy="3484563"/>
          </a:xfrm>
          <a:ln/>
        </p:spPr>
      </p:sp>
      <p:sp>
        <p:nvSpPr>
          <p:cNvPr id="18436" name="Rectangle 3">
            <a:extLst>
              <a:ext uri="{FF2B5EF4-FFF2-40B4-BE49-F238E27FC236}">
                <a16:creationId xmlns:a16="http://schemas.microsoft.com/office/drawing/2014/main" id="{BF371279-6C97-A433-23D7-03918525DF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A20E2D66-DED0-64DB-0C27-993787A7AD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47BF14-BE34-4B63-8DF5-83EF4C608069}" type="slidenum">
              <a:rPr lang="en-US" altLang="en-US"/>
              <a:pPr>
                <a:spcBef>
                  <a:spcPct val="0"/>
                </a:spcBef>
              </a:pPr>
              <a:t>2</a:t>
            </a:fld>
            <a:endParaRPr lang="en-US" altLang="en-US"/>
          </a:p>
        </p:txBody>
      </p:sp>
      <p:sp>
        <p:nvSpPr>
          <p:cNvPr id="20483" name="Rectangle 2">
            <a:extLst>
              <a:ext uri="{FF2B5EF4-FFF2-40B4-BE49-F238E27FC236}">
                <a16:creationId xmlns:a16="http://schemas.microsoft.com/office/drawing/2014/main" id="{C13BCA00-BC05-78FA-EAA0-A42B936789AF}"/>
              </a:ext>
            </a:extLst>
          </p:cNvPr>
          <p:cNvSpPr>
            <a:spLocks noGrp="1" noRot="1" noChangeAspect="1" noChangeArrowheads="1" noTextEdit="1"/>
          </p:cNvSpPr>
          <p:nvPr>
            <p:ph type="sldImg"/>
          </p:nvPr>
        </p:nvSpPr>
        <p:spPr>
          <a:xfrm>
            <a:off x="1182688" y="698500"/>
            <a:ext cx="4646612" cy="3484563"/>
          </a:xfrm>
          <a:ln/>
        </p:spPr>
      </p:sp>
      <p:sp>
        <p:nvSpPr>
          <p:cNvPr id="20484" name="Rectangle 3">
            <a:extLst>
              <a:ext uri="{FF2B5EF4-FFF2-40B4-BE49-F238E27FC236}">
                <a16:creationId xmlns:a16="http://schemas.microsoft.com/office/drawing/2014/main" id="{A3E4DE9B-599B-1492-0455-6E715744968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A48DBAA1-D4DE-DE25-4504-3649A05F23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7E463B-06FB-48E3-AEA6-9B7CB7218825}" type="slidenum">
              <a:rPr lang="en-US" altLang="en-US"/>
              <a:pPr>
                <a:spcBef>
                  <a:spcPct val="0"/>
                </a:spcBef>
              </a:pPr>
              <a:t>3</a:t>
            </a:fld>
            <a:endParaRPr lang="en-US" altLang="en-US"/>
          </a:p>
        </p:txBody>
      </p:sp>
      <p:sp>
        <p:nvSpPr>
          <p:cNvPr id="22531" name="Rectangle 2">
            <a:extLst>
              <a:ext uri="{FF2B5EF4-FFF2-40B4-BE49-F238E27FC236}">
                <a16:creationId xmlns:a16="http://schemas.microsoft.com/office/drawing/2014/main" id="{05D62F51-7E39-051E-83C3-F2999AEB8B67}"/>
              </a:ext>
            </a:extLst>
          </p:cNvPr>
          <p:cNvSpPr>
            <a:spLocks noGrp="1" noRot="1" noChangeAspect="1" noChangeArrowheads="1" noTextEdit="1"/>
          </p:cNvSpPr>
          <p:nvPr>
            <p:ph type="sldImg"/>
          </p:nvPr>
        </p:nvSpPr>
        <p:spPr>
          <a:xfrm>
            <a:off x="1182688" y="698500"/>
            <a:ext cx="4646612" cy="3484563"/>
          </a:xfrm>
          <a:ln/>
        </p:spPr>
      </p:sp>
      <p:sp>
        <p:nvSpPr>
          <p:cNvPr id="22532" name="Rectangle 3">
            <a:extLst>
              <a:ext uri="{FF2B5EF4-FFF2-40B4-BE49-F238E27FC236}">
                <a16:creationId xmlns:a16="http://schemas.microsoft.com/office/drawing/2014/main" id="{DA808636-8DC0-0879-3C9F-CE79359E06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1189F3CA-2B45-1BE3-D3AE-245764BA297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211DEB7-B85D-4CBB-89E5-80CE081AFC53}" type="slidenum">
              <a:rPr lang="en-US" altLang="en-US"/>
              <a:pPr>
                <a:spcBef>
                  <a:spcPct val="0"/>
                </a:spcBef>
              </a:pPr>
              <a:t>4</a:t>
            </a:fld>
            <a:endParaRPr lang="en-US" altLang="en-US"/>
          </a:p>
        </p:txBody>
      </p:sp>
      <p:sp>
        <p:nvSpPr>
          <p:cNvPr id="24579" name="Rectangle 2">
            <a:extLst>
              <a:ext uri="{FF2B5EF4-FFF2-40B4-BE49-F238E27FC236}">
                <a16:creationId xmlns:a16="http://schemas.microsoft.com/office/drawing/2014/main" id="{8593471D-E218-393C-FE51-F33AEFEFC1EB}"/>
              </a:ext>
            </a:extLst>
          </p:cNvPr>
          <p:cNvSpPr>
            <a:spLocks noGrp="1" noRot="1" noChangeAspect="1" noChangeArrowheads="1" noTextEdit="1"/>
          </p:cNvSpPr>
          <p:nvPr>
            <p:ph type="sldImg"/>
          </p:nvPr>
        </p:nvSpPr>
        <p:spPr>
          <a:xfrm>
            <a:off x="1182688" y="698500"/>
            <a:ext cx="4646612" cy="3484563"/>
          </a:xfrm>
          <a:ln/>
        </p:spPr>
      </p:sp>
      <p:sp>
        <p:nvSpPr>
          <p:cNvPr id="24580" name="Rectangle 3">
            <a:extLst>
              <a:ext uri="{FF2B5EF4-FFF2-40B4-BE49-F238E27FC236}">
                <a16:creationId xmlns:a16="http://schemas.microsoft.com/office/drawing/2014/main" id="{747951BB-B123-1A02-51BF-AB4CFB1275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8247D36C-89B9-E211-2A65-531FE7FC636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C125945-F5FD-4301-A0E9-E927FFFA93A9}" type="slidenum">
              <a:rPr lang="en-US" altLang="en-US"/>
              <a:pPr>
                <a:spcBef>
                  <a:spcPct val="0"/>
                </a:spcBef>
              </a:pPr>
              <a:t>5</a:t>
            </a:fld>
            <a:endParaRPr lang="en-US" altLang="en-US"/>
          </a:p>
        </p:txBody>
      </p:sp>
      <p:sp>
        <p:nvSpPr>
          <p:cNvPr id="26627" name="Rectangle 2">
            <a:extLst>
              <a:ext uri="{FF2B5EF4-FFF2-40B4-BE49-F238E27FC236}">
                <a16:creationId xmlns:a16="http://schemas.microsoft.com/office/drawing/2014/main" id="{8A3D3BAF-08C1-5DB7-8EDE-5011FCA91DC6}"/>
              </a:ext>
            </a:extLst>
          </p:cNvPr>
          <p:cNvSpPr>
            <a:spLocks noGrp="1" noRot="1" noChangeAspect="1" noChangeArrowheads="1" noTextEdit="1"/>
          </p:cNvSpPr>
          <p:nvPr>
            <p:ph type="sldImg"/>
          </p:nvPr>
        </p:nvSpPr>
        <p:spPr>
          <a:xfrm>
            <a:off x="1182688" y="698500"/>
            <a:ext cx="4646612" cy="3484563"/>
          </a:xfrm>
          <a:ln/>
        </p:spPr>
      </p:sp>
      <p:sp>
        <p:nvSpPr>
          <p:cNvPr id="26628" name="Rectangle 3">
            <a:extLst>
              <a:ext uri="{FF2B5EF4-FFF2-40B4-BE49-F238E27FC236}">
                <a16:creationId xmlns:a16="http://schemas.microsoft.com/office/drawing/2014/main" id="{C3A1AB79-8E3C-83C1-FD0A-ECE80CF913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607F3ECF-034B-19BC-6169-B7316391339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B35B4B-6065-4935-9C90-17D91DE814AE}" type="slidenum">
              <a:rPr lang="en-US" altLang="en-US"/>
              <a:pPr>
                <a:spcBef>
                  <a:spcPct val="0"/>
                </a:spcBef>
              </a:pPr>
              <a:t>6</a:t>
            </a:fld>
            <a:endParaRPr lang="en-US" altLang="en-US"/>
          </a:p>
        </p:txBody>
      </p:sp>
      <p:sp>
        <p:nvSpPr>
          <p:cNvPr id="28675" name="Rectangle 2">
            <a:extLst>
              <a:ext uri="{FF2B5EF4-FFF2-40B4-BE49-F238E27FC236}">
                <a16:creationId xmlns:a16="http://schemas.microsoft.com/office/drawing/2014/main" id="{E376A783-80A0-46A2-0BB4-BE2C426DB066}"/>
              </a:ext>
            </a:extLst>
          </p:cNvPr>
          <p:cNvSpPr>
            <a:spLocks noGrp="1" noRot="1" noChangeAspect="1" noChangeArrowheads="1" noTextEdit="1"/>
          </p:cNvSpPr>
          <p:nvPr>
            <p:ph type="sldImg"/>
          </p:nvPr>
        </p:nvSpPr>
        <p:spPr>
          <a:xfrm>
            <a:off x="1182688" y="698500"/>
            <a:ext cx="4646612" cy="3484563"/>
          </a:xfrm>
          <a:ln/>
        </p:spPr>
      </p:sp>
      <p:sp>
        <p:nvSpPr>
          <p:cNvPr id="28676" name="Rectangle 3">
            <a:extLst>
              <a:ext uri="{FF2B5EF4-FFF2-40B4-BE49-F238E27FC236}">
                <a16:creationId xmlns:a16="http://schemas.microsoft.com/office/drawing/2014/main" id="{1B246D84-EC98-DD0B-BA6D-CDD3EBD6B0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F3516BD-9D67-805D-41CE-5D7F471D6C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14C9B88-7CC4-46A9-924E-76E7E046CD01}" type="slidenum">
              <a:rPr lang="en-US" altLang="en-US"/>
              <a:pPr>
                <a:spcBef>
                  <a:spcPct val="0"/>
                </a:spcBef>
              </a:pPr>
              <a:t>7</a:t>
            </a:fld>
            <a:endParaRPr lang="en-US" altLang="en-US"/>
          </a:p>
        </p:txBody>
      </p:sp>
      <p:sp>
        <p:nvSpPr>
          <p:cNvPr id="30723" name="Rectangle 2">
            <a:extLst>
              <a:ext uri="{FF2B5EF4-FFF2-40B4-BE49-F238E27FC236}">
                <a16:creationId xmlns:a16="http://schemas.microsoft.com/office/drawing/2014/main" id="{C7854035-C643-43F7-BA3B-ABB447E7BC6F}"/>
              </a:ext>
            </a:extLst>
          </p:cNvPr>
          <p:cNvSpPr>
            <a:spLocks noGrp="1" noRot="1" noChangeAspect="1" noChangeArrowheads="1" noTextEdit="1"/>
          </p:cNvSpPr>
          <p:nvPr>
            <p:ph type="sldImg"/>
          </p:nvPr>
        </p:nvSpPr>
        <p:spPr>
          <a:xfrm>
            <a:off x="1182688" y="698500"/>
            <a:ext cx="4646612" cy="3484563"/>
          </a:xfrm>
          <a:ln/>
        </p:spPr>
      </p:sp>
      <p:sp>
        <p:nvSpPr>
          <p:cNvPr id="30724" name="Rectangle 3">
            <a:extLst>
              <a:ext uri="{FF2B5EF4-FFF2-40B4-BE49-F238E27FC236}">
                <a16:creationId xmlns:a16="http://schemas.microsoft.com/office/drawing/2014/main" id="{4D005A16-E95C-FBC1-0B8D-5709F0BDCD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65CA69FF-17C5-CD91-50B4-986F1452D5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C13F107-D3F1-4D18-A489-BFEAC21C23A0}" type="slidenum">
              <a:rPr lang="en-US" altLang="en-US"/>
              <a:pPr>
                <a:spcBef>
                  <a:spcPct val="0"/>
                </a:spcBef>
              </a:pPr>
              <a:t>8</a:t>
            </a:fld>
            <a:endParaRPr lang="en-US" altLang="en-US"/>
          </a:p>
        </p:txBody>
      </p:sp>
      <p:sp>
        <p:nvSpPr>
          <p:cNvPr id="32771" name="Rectangle 2">
            <a:extLst>
              <a:ext uri="{FF2B5EF4-FFF2-40B4-BE49-F238E27FC236}">
                <a16:creationId xmlns:a16="http://schemas.microsoft.com/office/drawing/2014/main" id="{1C2B9257-6002-A9EF-59FB-83C36F4CD993}"/>
              </a:ext>
            </a:extLst>
          </p:cNvPr>
          <p:cNvSpPr>
            <a:spLocks noGrp="1" noRot="1" noChangeAspect="1" noChangeArrowheads="1" noTextEdit="1"/>
          </p:cNvSpPr>
          <p:nvPr>
            <p:ph type="sldImg"/>
          </p:nvPr>
        </p:nvSpPr>
        <p:spPr>
          <a:xfrm>
            <a:off x="1182688" y="698500"/>
            <a:ext cx="4646612" cy="3484563"/>
          </a:xfrm>
          <a:ln/>
        </p:spPr>
      </p:sp>
      <p:sp>
        <p:nvSpPr>
          <p:cNvPr id="32772" name="Rectangle 3">
            <a:extLst>
              <a:ext uri="{FF2B5EF4-FFF2-40B4-BE49-F238E27FC236}">
                <a16:creationId xmlns:a16="http://schemas.microsoft.com/office/drawing/2014/main" id="{E02690A9-C91A-2050-EEC1-2A59D9D909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7B87F8E7-69C6-970E-6745-236430EAA96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E53476B-2B83-47E6-84F0-E92B00100060}" type="slidenum">
              <a:rPr lang="en-US" altLang="en-US"/>
              <a:pPr>
                <a:spcBef>
                  <a:spcPct val="0"/>
                </a:spcBef>
              </a:pPr>
              <a:t>9</a:t>
            </a:fld>
            <a:endParaRPr lang="en-US" altLang="en-US"/>
          </a:p>
        </p:txBody>
      </p:sp>
      <p:sp>
        <p:nvSpPr>
          <p:cNvPr id="34819" name="Rectangle 2">
            <a:extLst>
              <a:ext uri="{FF2B5EF4-FFF2-40B4-BE49-F238E27FC236}">
                <a16:creationId xmlns:a16="http://schemas.microsoft.com/office/drawing/2014/main" id="{C2EB7C2F-6FA1-7233-5273-6C56725F9E5F}"/>
              </a:ext>
            </a:extLst>
          </p:cNvPr>
          <p:cNvSpPr>
            <a:spLocks noGrp="1" noRot="1" noChangeAspect="1" noChangeArrowheads="1" noTextEdit="1"/>
          </p:cNvSpPr>
          <p:nvPr>
            <p:ph type="sldImg"/>
          </p:nvPr>
        </p:nvSpPr>
        <p:spPr>
          <a:xfrm>
            <a:off x="1181100" y="787400"/>
            <a:ext cx="4648200" cy="3486150"/>
          </a:xfrm>
          <a:ln/>
        </p:spPr>
      </p:sp>
      <p:sp>
        <p:nvSpPr>
          <p:cNvPr id="34820" name="Rectangle 3">
            <a:extLst>
              <a:ext uri="{FF2B5EF4-FFF2-40B4-BE49-F238E27FC236}">
                <a16:creationId xmlns:a16="http://schemas.microsoft.com/office/drawing/2014/main" id="{9AC2DCEE-0EFA-638C-B1C3-BF5C1000406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Dal momento che il fluido a destra e sinistra del piano P acquistano e perdono rispettivamente quantita’ di moto, si puo’ affermare che il fluido di destra e’ soggetto ad una forza nella direzione del flusso ( e quello di sinsitra ad una forza uguale e contraria). Lo sofrzo ( forza per unita’ di superficie) e’ proprio uguale a Jp.</a:t>
            </a:r>
          </a:p>
          <a:p>
            <a:pPr eaLnBrk="1" hangingPunct="1"/>
            <a:r>
              <a:rPr lang="en-GB" altLang="en-US">
                <a:latin typeface="Arial" panose="020B0604020202020204" pitchFamily="34" charset="0"/>
              </a:rPr>
              <a:t>Conservazione dell’energia nel vlumetto di superficie S e lunghezza dx</a:t>
            </a:r>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9E63A234-CFAC-4AB7-477E-51B9E205BCF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84D105-0132-4F85-942F-BB5BF66282AF}" type="slidenum">
              <a:rPr lang="en-US" altLang="en-US"/>
              <a:pPr>
                <a:spcBef>
                  <a:spcPct val="0"/>
                </a:spcBef>
              </a:pPr>
              <a:t>10</a:t>
            </a:fld>
            <a:endParaRPr lang="en-US" altLang="en-US"/>
          </a:p>
        </p:txBody>
      </p:sp>
      <p:sp>
        <p:nvSpPr>
          <p:cNvPr id="36867" name="Rectangle 2">
            <a:extLst>
              <a:ext uri="{FF2B5EF4-FFF2-40B4-BE49-F238E27FC236}">
                <a16:creationId xmlns:a16="http://schemas.microsoft.com/office/drawing/2014/main" id="{BFB8CC85-CC22-2C51-2E06-7BB3E2F42E62}"/>
              </a:ext>
            </a:extLst>
          </p:cNvPr>
          <p:cNvSpPr>
            <a:spLocks noGrp="1" noRot="1" noChangeAspect="1" noChangeArrowheads="1" noTextEdit="1"/>
          </p:cNvSpPr>
          <p:nvPr>
            <p:ph type="sldImg"/>
          </p:nvPr>
        </p:nvSpPr>
        <p:spPr>
          <a:xfrm>
            <a:off x="1181100" y="787400"/>
            <a:ext cx="4648200" cy="3486150"/>
          </a:xfrm>
          <a:ln/>
        </p:spPr>
      </p:sp>
      <p:sp>
        <p:nvSpPr>
          <p:cNvPr id="36868" name="Rectangle 3">
            <a:extLst>
              <a:ext uri="{FF2B5EF4-FFF2-40B4-BE49-F238E27FC236}">
                <a16:creationId xmlns:a16="http://schemas.microsoft.com/office/drawing/2014/main" id="{3894CDCC-2DEF-D667-ED1F-16BB6B2CA2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La penultima e’ l’equazione del moto viscoso, ed esprime la conservazione della quanjtita’ di moto in un sistema viscoso.</a:t>
            </a:r>
          </a:p>
          <a:p>
            <a:pPr eaLnBrk="1" hangingPunct="1"/>
            <a:endParaRPr lang="en-GB" altLang="en-US">
              <a:latin typeface="Arial" panose="020B0604020202020204" pitchFamily="34" charset="0"/>
            </a:endParaRPr>
          </a:p>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58AEBEE6-65A0-C2B0-526D-3A577D15207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44C294C-7EC2-4AC4-B1F1-6FEC7F49F66F}" type="slidenum">
              <a:rPr lang="en-US" altLang="en-US"/>
              <a:pPr>
                <a:spcBef>
                  <a:spcPct val="0"/>
                </a:spcBef>
              </a:pPr>
              <a:t>11</a:t>
            </a:fld>
            <a:endParaRPr lang="en-US" altLang="en-US"/>
          </a:p>
        </p:txBody>
      </p:sp>
      <p:sp>
        <p:nvSpPr>
          <p:cNvPr id="38915" name="Rectangle 2">
            <a:extLst>
              <a:ext uri="{FF2B5EF4-FFF2-40B4-BE49-F238E27FC236}">
                <a16:creationId xmlns:a16="http://schemas.microsoft.com/office/drawing/2014/main" id="{3EAB0128-0598-6819-0186-6547775DE51B}"/>
              </a:ext>
            </a:extLst>
          </p:cNvPr>
          <p:cNvSpPr>
            <a:spLocks noGrp="1" noRot="1" noChangeAspect="1" noChangeArrowheads="1" noTextEdit="1"/>
          </p:cNvSpPr>
          <p:nvPr>
            <p:ph type="sldImg"/>
          </p:nvPr>
        </p:nvSpPr>
        <p:spPr>
          <a:xfrm>
            <a:off x="1182688" y="698500"/>
            <a:ext cx="4646612" cy="3484563"/>
          </a:xfrm>
          <a:ln/>
        </p:spPr>
      </p:sp>
      <p:sp>
        <p:nvSpPr>
          <p:cNvPr id="38916" name="Rectangle 3">
            <a:extLst>
              <a:ext uri="{FF2B5EF4-FFF2-40B4-BE49-F238E27FC236}">
                <a16:creationId xmlns:a16="http://schemas.microsoft.com/office/drawing/2014/main" id="{97855876-93CD-A826-A9AD-D868B779947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AEF96D-E210-1244-47D6-AE1072CD56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2136CDA-02DA-4005-A3C1-1EB95E97474F}" type="slidenum">
              <a:rPr lang="en-US" altLang="en-US"/>
              <a:pPr>
                <a:spcBef>
                  <a:spcPct val="0"/>
                </a:spcBef>
              </a:pPr>
              <a:t>12</a:t>
            </a:fld>
            <a:endParaRPr lang="en-US" altLang="en-US"/>
          </a:p>
        </p:txBody>
      </p:sp>
      <p:sp>
        <p:nvSpPr>
          <p:cNvPr id="40963" name="Rectangle 2">
            <a:extLst>
              <a:ext uri="{FF2B5EF4-FFF2-40B4-BE49-F238E27FC236}">
                <a16:creationId xmlns:a16="http://schemas.microsoft.com/office/drawing/2014/main" id="{29A700D9-5CF6-072F-09C0-1278DD2F91DC}"/>
              </a:ext>
            </a:extLst>
          </p:cNvPr>
          <p:cNvSpPr>
            <a:spLocks noGrp="1" noRot="1" noChangeAspect="1" noChangeArrowheads="1" noTextEdit="1"/>
          </p:cNvSpPr>
          <p:nvPr>
            <p:ph type="sldImg"/>
          </p:nvPr>
        </p:nvSpPr>
        <p:spPr>
          <a:xfrm>
            <a:off x="1182688" y="698500"/>
            <a:ext cx="4646612" cy="3484563"/>
          </a:xfrm>
          <a:ln/>
        </p:spPr>
      </p:sp>
      <p:sp>
        <p:nvSpPr>
          <p:cNvPr id="40964" name="Rectangle 3">
            <a:extLst>
              <a:ext uri="{FF2B5EF4-FFF2-40B4-BE49-F238E27FC236}">
                <a16:creationId xmlns:a16="http://schemas.microsoft.com/office/drawing/2014/main" id="{D8FFA176-610E-0013-9902-9B50D79B0B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53D21876-F896-E4AD-9C40-BC836A7A91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FF82BB0-4FF1-4F03-9AC3-6F28A7564754}" type="slidenum">
              <a:rPr lang="en-US" altLang="en-US"/>
              <a:pPr>
                <a:spcBef>
                  <a:spcPct val="0"/>
                </a:spcBef>
              </a:pPr>
              <a:t>13</a:t>
            </a:fld>
            <a:endParaRPr lang="en-US" altLang="en-US"/>
          </a:p>
        </p:txBody>
      </p:sp>
      <p:sp>
        <p:nvSpPr>
          <p:cNvPr id="43011" name="Rectangle 2">
            <a:extLst>
              <a:ext uri="{FF2B5EF4-FFF2-40B4-BE49-F238E27FC236}">
                <a16:creationId xmlns:a16="http://schemas.microsoft.com/office/drawing/2014/main" id="{BE2FDAC4-7BD7-C71B-41E7-3D3AFAC636C5}"/>
              </a:ext>
            </a:extLst>
          </p:cNvPr>
          <p:cNvSpPr>
            <a:spLocks noGrp="1" noRot="1" noChangeAspect="1" noChangeArrowheads="1" noTextEdit="1"/>
          </p:cNvSpPr>
          <p:nvPr>
            <p:ph type="sldImg"/>
          </p:nvPr>
        </p:nvSpPr>
        <p:spPr>
          <a:xfrm>
            <a:off x="1182688" y="698500"/>
            <a:ext cx="4646612" cy="3484563"/>
          </a:xfrm>
          <a:ln/>
        </p:spPr>
      </p:sp>
      <p:sp>
        <p:nvSpPr>
          <p:cNvPr id="43012" name="Rectangle 3">
            <a:extLst>
              <a:ext uri="{FF2B5EF4-FFF2-40B4-BE49-F238E27FC236}">
                <a16:creationId xmlns:a16="http://schemas.microsoft.com/office/drawing/2014/main" id="{60BE3B9E-ADFC-784B-EC43-4AF8CF4BDB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2E3A5179-2C74-CA7E-B664-75AA1013B0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367783E-3F1B-488F-B656-4A15D812F41A}" type="slidenum">
              <a:rPr lang="en-US" altLang="en-US"/>
              <a:pPr>
                <a:spcBef>
                  <a:spcPct val="0"/>
                </a:spcBef>
              </a:pPr>
              <a:t>14</a:t>
            </a:fld>
            <a:endParaRPr lang="en-US" altLang="en-US"/>
          </a:p>
        </p:txBody>
      </p:sp>
      <p:sp>
        <p:nvSpPr>
          <p:cNvPr id="45059" name="Rectangle 2">
            <a:extLst>
              <a:ext uri="{FF2B5EF4-FFF2-40B4-BE49-F238E27FC236}">
                <a16:creationId xmlns:a16="http://schemas.microsoft.com/office/drawing/2014/main" id="{96804E68-09C2-3EA2-A5C5-F70EBFD41377}"/>
              </a:ext>
            </a:extLst>
          </p:cNvPr>
          <p:cNvSpPr>
            <a:spLocks noGrp="1" noRot="1" noChangeAspect="1" noChangeArrowheads="1" noTextEdit="1"/>
          </p:cNvSpPr>
          <p:nvPr>
            <p:ph type="sldImg"/>
          </p:nvPr>
        </p:nvSpPr>
        <p:spPr>
          <a:xfrm>
            <a:off x="1182688" y="698500"/>
            <a:ext cx="4646612" cy="3484563"/>
          </a:xfrm>
          <a:ln/>
        </p:spPr>
      </p:sp>
      <p:sp>
        <p:nvSpPr>
          <p:cNvPr id="45060" name="Rectangle 3">
            <a:extLst>
              <a:ext uri="{FF2B5EF4-FFF2-40B4-BE49-F238E27FC236}">
                <a16:creationId xmlns:a16="http://schemas.microsoft.com/office/drawing/2014/main" id="{0032BB4B-A180-8C70-F323-B40381168B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B1D61DB9-14FB-94F0-2870-22C1B4F04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333E9C5-49F0-45A4-9543-948B7AF7798E}" type="slidenum">
              <a:rPr lang="en-US" altLang="en-US"/>
              <a:pPr>
                <a:spcBef>
                  <a:spcPct val="0"/>
                </a:spcBef>
              </a:pPr>
              <a:t>15</a:t>
            </a:fld>
            <a:endParaRPr lang="en-US" altLang="en-US"/>
          </a:p>
        </p:txBody>
      </p:sp>
      <p:sp>
        <p:nvSpPr>
          <p:cNvPr id="47107" name="Rectangle 2">
            <a:extLst>
              <a:ext uri="{FF2B5EF4-FFF2-40B4-BE49-F238E27FC236}">
                <a16:creationId xmlns:a16="http://schemas.microsoft.com/office/drawing/2014/main" id="{489B59A4-469F-13BF-FC25-70BA1F633E76}"/>
              </a:ext>
            </a:extLst>
          </p:cNvPr>
          <p:cNvSpPr>
            <a:spLocks noGrp="1" noRot="1" noChangeAspect="1" noChangeArrowheads="1" noTextEdit="1"/>
          </p:cNvSpPr>
          <p:nvPr>
            <p:ph type="sldImg"/>
          </p:nvPr>
        </p:nvSpPr>
        <p:spPr>
          <a:xfrm>
            <a:off x="1182688" y="698500"/>
            <a:ext cx="4646612" cy="3484563"/>
          </a:xfrm>
          <a:ln/>
        </p:spPr>
      </p:sp>
      <p:sp>
        <p:nvSpPr>
          <p:cNvPr id="47108" name="Rectangle 3">
            <a:extLst>
              <a:ext uri="{FF2B5EF4-FFF2-40B4-BE49-F238E27FC236}">
                <a16:creationId xmlns:a16="http://schemas.microsoft.com/office/drawing/2014/main" id="{C04EBE98-D6AD-5BA7-2C53-A4C726CDE6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BEC7DF7-7391-2957-A47E-756C70544D5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768005-14D4-4292-A0ED-9F5362B2A621}" type="slidenum">
              <a:rPr lang="en-US" altLang="en-US"/>
              <a:pPr>
                <a:spcBef>
                  <a:spcPct val="0"/>
                </a:spcBef>
              </a:pPr>
              <a:t>16</a:t>
            </a:fld>
            <a:endParaRPr lang="en-US" altLang="en-US"/>
          </a:p>
        </p:txBody>
      </p:sp>
      <p:sp>
        <p:nvSpPr>
          <p:cNvPr id="49155" name="Rectangle 2">
            <a:extLst>
              <a:ext uri="{FF2B5EF4-FFF2-40B4-BE49-F238E27FC236}">
                <a16:creationId xmlns:a16="http://schemas.microsoft.com/office/drawing/2014/main" id="{6DE1C11B-7CC2-40D9-D82E-C6FFF7638436}"/>
              </a:ext>
            </a:extLst>
          </p:cNvPr>
          <p:cNvSpPr>
            <a:spLocks noGrp="1" noRot="1" noChangeAspect="1" noChangeArrowheads="1" noTextEdit="1"/>
          </p:cNvSpPr>
          <p:nvPr>
            <p:ph type="sldImg"/>
          </p:nvPr>
        </p:nvSpPr>
        <p:spPr>
          <a:xfrm>
            <a:off x="1182688" y="698500"/>
            <a:ext cx="4646612" cy="3484563"/>
          </a:xfrm>
          <a:ln/>
        </p:spPr>
      </p:sp>
      <p:sp>
        <p:nvSpPr>
          <p:cNvPr id="49156" name="Rectangle 3">
            <a:extLst>
              <a:ext uri="{FF2B5EF4-FFF2-40B4-BE49-F238E27FC236}">
                <a16:creationId xmlns:a16="http://schemas.microsoft.com/office/drawing/2014/main" id="{2CE65872-40CA-EF5A-7E47-F39ECBAA70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233FE687-08CD-C124-B5F8-3CF8AB8D22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D6BDC26-EEDF-49DC-AD76-86FD3B4CACA0}" type="slidenum">
              <a:rPr lang="en-US" altLang="en-US"/>
              <a:pPr>
                <a:spcBef>
                  <a:spcPct val="0"/>
                </a:spcBef>
              </a:pPr>
              <a:t>17</a:t>
            </a:fld>
            <a:endParaRPr lang="en-US" altLang="en-US"/>
          </a:p>
        </p:txBody>
      </p:sp>
      <p:sp>
        <p:nvSpPr>
          <p:cNvPr id="51203" name="Rectangle 2">
            <a:extLst>
              <a:ext uri="{FF2B5EF4-FFF2-40B4-BE49-F238E27FC236}">
                <a16:creationId xmlns:a16="http://schemas.microsoft.com/office/drawing/2014/main" id="{FD4EF555-7FA0-F696-F78C-F5719D37213C}"/>
              </a:ext>
            </a:extLst>
          </p:cNvPr>
          <p:cNvSpPr>
            <a:spLocks noGrp="1" noRot="1" noChangeAspect="1" noChangeArrowheads="1" noTextEdit="1"/>
          </p:cNvSpPr>
          <p:nvPr>
            <p:ph type="sldImg"/>
          </p:nvPr>
        </p:nvSpPr>
        <p:spPr>
          <a:xfrm>
            <a:off x="1182688" y="698500"/>
            <a:ext cx="4646612" cy="3484563"/>
          </a:xfrm>
          <a:ln/>
        </p:spPr>
      </p:sp>
      <p:sp>
        <p:nvSpPr>
          <p:cNvPr id="51204" name="Rectangle 3">
            <a:extLst>
              <a:ext uri="{FF2B5EF4-FFF2-40B4-BE49-F238E27FC236}">
                <a16:creationId xmlns:a16="http://schemas.microsoft.com/office/drawing/2014/main" id="{878649FF-F327-F330-A346-7A8D3C343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3450A32D-2644-DBE8-9631-E46C9BA1B0D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D1C0C27-2512-4A6B-B65D-FE409BF11D79}" type="slidenum">
              <a:rPr lang="en-US" altLang="en-US"/>
              <a:pPr>
                <a:spcBef>
                  <a:spcPct val="0"/>
                </a:spcBef>
              </a:pPr>
              <a:t>18</a:t>
            </a:fld>
            <a:endParaRPr lang="en-US" altLang="en-US"/>
          </a:p>
        </p:txBody>
      </p:sp>
      <p:sp>
        <p:nvSpPr>
          <p:cNvPr id="53251" name="Rectangle 2">
            <a:extLst>
              <a:ext uri="{FF2B5EF4-FFF2-40B4-BE49-F238E27FC236}">
                <a16:creationId xmlns:a16="http://schemas.microsoft.com/office/drawing/2014/main" id="{FF466551-4AE0-D5D8-0859-88021109E0EB}"/>
              </a:ext>
            </a:extLst>
          </p:cNvPr>
          <p:cNvSpPr>
            <a:spLocks noGrp="1" noRot="1" noChangeAspect="1" noChangeArrowheads="1" noTextEdit="1"/>
          </p:cNvSpPr>
          <p:nvPr>
            <p:ph type="sldImg"/>
          </p:nvPr>
        </p:nvSpPr>
        <p:spPr>
          <a:xfrm>
            <a:off x="1182688" y="698500"/>
            <a:ext cx="4646612" cy="3484563"/>
          </a:xfrm>
          <a:ln/>
        </p:spPr>
      </p:sp>
      <p:sp>
        <p:nvSpPr>
          <p:cNvPr id="53252" name="Rectangle 3">
            <a:extLst>
              <a:ext uri="{FF2B5EF4-FFF2-40B4-BE49-F238E27FC236}">
                <a16:creationId xmlns:a16="http://schemas.microsoft.com/office/drawing/2014/main" id="{D2212663-6A7E-F2C8-BCFE-F7654C8F65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E3799281-737D-23EE-FD8E-91B0A500B4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6794C2E-A8FA-4087-B2D3-DF78A1DD0EEF}" type="slidenum">
              <a:rPr lang="en-US" altLang="en-US"/>
              <a:pPr>
                <a:spcBef>
                  <a:spcPct val="0"/>
                </a:spcBef>
              </a:pPr>
              <a:t>19</a:t>
            </a:fld>
            <a:endParaRPr lang="en-US" altLang="en-US"/>
          </a:p>
        </p:txBody>
      </p:sp>
      <p:sp>
        <p:nvSpPr>
          <p:cNvPr id="55299" name="Rectangle 2">
            <a:extLst>
              <a:ext uri="{FF2B5EF4-FFF2-40B4-BE49-F238E27FC236}">
                <a16:creationId xmlns:a16="http://schemas.microsoft.com/office/drawing/2014/main" id="{E91F2A1F-FF1C-1B75-2BD1-4744B945B164}"/>
              </a:ext>
            </a:extLst>
          </p:cNvPr>
          <p:cNvSpPr>
            <a:spLocks noGrp="1" noRot="1" noChangeAspect="1" noChangeArrowheads="1" noTextEdit="1"/>
          </p:cNvSpPr>
          <p:nvPr>
            <p:ph type="sldImg"/>
          </p:nvPr>
        </p:nvSpPr>
        <p:spPr>
          <a:xfrm>
            <a:off x="1182688" y="698500"/>
            <a:ext cx="4646612" cy="3484563"/>
          </a:xfrm>
          <a:ln/>
        </p:spPr>
      </p:sp>
      <p:sp>
        <p:nvSpPr>
          <p:cNvPr id="55300" name="Rectangle 3">
            <a:extLst>
              <a:ext uri="{FF2B5EF4-FFF2-40B4-BE49-F238E27FC236}">
                <a16:creationId xmlns:a16="http://schemas.microsoft.com/office/drawing/2014/main" id="{39B79AD3-34A3-3F26-5C49-3CDCC803B7D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a:latin typeface="Arial" panose="020B0604020202020204" pitchFamily="34" charset="0"/>
              </a:rPr>
              <a:t>Dimostrare l’espressione per hg. Il flusso attraverso il boundary layer puo’ essere espresso come legge di Fick</a:t>
            </a:r>
          </a:p>
          <a:p>
            <a:pPr eaLnBrk="1" hangingPunct="1"/>
            <a:r>
              <a:rPr lang="en-GB" altLang="en-US">
                <a:latin typeface="Arial" panose="020B0604020202020204" pitchFamily="34" charset="0"/>
              </a:rPr>
              <a:t>F=-Dg dC/dx; ma dC/dX= (Cg-Cs)/</a:t>
            </a:r>
            <a:r>
              <a:rPr lang="en-GB" altLang="en-US">
                <a:latin typeface="Arial" panose="020B0604020202020204" pitchFamily="34" charset="0"/>
                <a:sym typeface="Symbol" panose="05050102010706020507" pitchFamily="18" charset="2"/>
              </a:rPr>
              <a:t>s </a:t>
            </a:r>
            <a:r>
              <a:rPr lang="en-GB" altLang="en-US">
                <a:latin typeface="Arial" panose="020B0604020202020204" pitchFamily="34" charset="0"/>
                <a:sym typeface="Wingdings" panose="05000000000000000000" pitchFamily="2" charset="2"/>
              </a:rPr>
              <a:t> espressione per hg.</a:t>
            </a:r>
          </a:p>
          <a:p>
            <a:pPr eaLnBrk="1" hangingPunct="1"/>
            <a:r>
              <a:rPr lang="en-GB" altLang="en-US">
                <a:latin typeface="Arial" panose="020B0604020202020204" pitchFamily="34" charset="0"/>
                <a:sym typeface="Wingdings" panose="05000000000000000000" pitchFamily="2" charset="2"/>
              </a:rPr>
              <a:t>Dg non ha una dipendenza alla Ahrrenius dalla T  come mai ? (boh…sara’ perche siamo in fase gassosa ?)</a:t>
            </a:r>
          </a:p>
          <a:p>
            <a:pPr eaLnBrk="1" hangingPunct="1"/>
            <a:endParaRPr lang="en-GB" altLang="en-US">
              <a:latin typeface="Arial" panose="020B0604020202020204" pitchFamily="34" charset="0"/>
              <a:sym typeface="Symbol" panose="05050102010706020507" pitchFamily="18" charset="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0DF90CC-449F-21A6-B1FA-423B1A2CD2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0D95B2-62F6-4A81-8523-2F37F18004E2}" type="slidenum">
              <a:rPr lang="en-US" altLang="en-US"/>
              <a:pPr>
                <a:spcBef>
                  <a:spcPct val="0"/>
                </a:spcBef>
              </a:pPr>
              <a:t>20</a:t>
            </a:fld>
            <a:endParaRPr lang="en-US" altLang="en-US"/>
          </a:p>
        </p:txBody>
      </p:sp>
      <p:sp>
        <p:nvSpPr>
          <p:cNvPr id="57347" name="Rectangle 2">
            <a:extLst>
              <a:ext uri="{FF2B5EF4-FFF2-40B4-BE49-F238E27FC236}">
                <a16:creationId xmlns:a16="http://schemas.microsoft.com/office/drawing/2014/main" id="{6F43E305-6BBA-06A4-F1AE-43CDEF374766}"/>
              </a:ext>
            </a:extLst>
          </p:cNvPr>
          <p:cNvSpPr>
            <a:spLocks noGrp="1" noRot="1" noChangeAspect="1" noChangeArrowheads="1" noTextEdit="1"/>
          </p:cNvSpPr>
          <p:nvPr>
            <p:ph type="sldImg"/>
          </p:nvPr>
        </p:nvSpPr>
        <p:spPr>
          <a:xfrm>
            <a:off x="1182688" y="698500"/>
            <a:ext cx="4646612" cy="3484563"/>
          </a:xfrm>
          <a:ln/>
        </p:spPr>
      </p:sp>
      <p:sp>
        <p:nvSpPr>
          <p:cNvPr id="57348" name="Rectangle 3">
            <a:extLst>
              <a:ext uri="{FF2B5EF4-FFF2-40B4-BE49-F238E27FC236}">
                <a16:creationId xmlns:a16="http://schemas.microsoft.com/office/drawing/2014/main" id="{4E798941-199A-1A99-034C-B87A6C5AC9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5B0DABA6-AE27-3538-5499-C012D9379A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9855A39-719A-45EC-B161-2848D90B72BF}" type="slidenum">
              <a:rPr lang="en-US" altLang="en-US"/>
              <a:pPr>
                <a:spcBef>
                  <a:spcPct val="0"/>
                </a:spcBef>
              </a:pPr>
              <a:t>21</a:t>
            </a:fld>
            <a:endParaRPr lang="en-US" altLang="en-US"/>
          </a:p>
        </p:txBody>
      </p:sp>
      <p:sp>
        <p:nvSpPr>
          <p:cNvPr id="59395" name="Rectangle 2">
            <a:extLst>
              <a:ext uri="{FF2B5EF4-FFF2-40B4-BE49-F238E27FC236}">
                <a16:creationId xmlns:a16="http://schemas.microsoft.com/office/drawing/2014/main" id="{151E1BC3-0082-C0D1-3D96-D69CEAEDC550}"/>
              </a:ext>
            </a:extLst>
          </p:cNvPr>
          <p:cNvSpPr>
            <a:spLocks noGrp="1" noRot="1" noChangeAspect="1" noChangeArrowheads="1" noTextEdit="1"/>
          </p:cNvSpPr>
          <p:nvPr>
            <p:ph type="sldImg"/>
          </p:nvPr>
        </p:nvSpPr>
        <p:spPr>
          <a:xfrm>
            <a:off x="1182688" y="698500"/>
            <a:ext cx="4646612" cy="3484563"/>
          </a:xfrm>
          <a:ln/>
        </p:spPr>
      </p:sp>
      <p:sp>
        <p:nvSpPr>
          <p:cNvPr id="59396" name="Rectangle 3">
            <a:extLst>
              <a:ext uri="{FF2B5EF4-FFF2-40B4-BE49-F238E27FC236}">
                <a16:creationId xmlns:a16="http://schemas.microsoft.com/office/drawing/2014/main" id="{AE260D33-E393-BC94-5415-800594B581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4E4A2B5F-9CAC-6723-B68C-E50BACCB4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866B74F-9CAD-4CC1-986F-5AF092FF65AD}" type="slidenum">
              <a:rPr lang="en-US" altLang="en-US"/>
              <a:pPr>
                <a:spcBef>
                  <a:spcPct val="0"/>
                </a:spcBef>
              </a:pPr>
              <a:t>22</a:t>
            </a:fld>
            <a:endParaRPr lang="en-US" altLang="en-US"/>
          </a:p>
        </p:txBody>
      </p:sp>
      <p:sp>
        <p:nvSpPr>
          <p:cNvPr id="61443" name="Rectangle 2">
            <a:extLst>
              <a:ext uri="{FF2B5EF4-FFF2-40B4-BE49-F238E27FC236}">
                <a16:creationId xmlns:a16="http://schemas.microsoft.com/office/drawing/2014/main" id="{D598B43C-FD27-217E-4736-63C6BBAEB506}"/>
              </a:ext>
            </a:extLst>
          </p:cNvPr>
          <p:cNvSpPr>
            <a:spLocks noGrp="1" noRot="1" noChangeAspect="1" noChangeArrowheads="1" noTextEdit="1"/>
          </p:cNvSpPr>
          <p:nvPr>
            <p:ph type="sldImg"/>
          </p:nvPr>
        </p:nvSpPr>
        <p:spPr>
          <a:xfrm>
            <a:off x="1182688" y="698500"/>
            <a:ext cx="4646612" cy="3484563"/>
          </a:xfrm>
          <a:ln/>
        </p:spPr>
      </p:sp>
      <p:sp>
        <p:nvSpPr>
          <p:cNvPr id="61444" name="Rectangle 3">
            <a:extLst>
              <a:ext uri="{FF2B5EF4-FFF2-40B4-BE49-F238E27FC236}">
                <a16:creationId xmlns:a16="http://schemas.microsoft.com/office/drawing/2014/main" id="{F146B0C7-CD45-62AE-500C-814ADF134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8B1FA471-74E7-2876-698E-CBAC04E80B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B3C9F1-893A-4BE7-AA6A-AC40D030C12A}" type="slidenum">
              <a:rPr lang="en-US" altLang="en-US"/>
              <a:pPr>
                <a:spcBef>
                  <a:spcPct val="0"/>
                </a:spcBef>
              </a:pPr>
              <a:t>23</a:t>
            </a:fld>
            <a:endParaRPr lang="en-US" altLang="en-US"/>
          </a:p>
        </p:txBody>
      </p:sp>
      <p:sp>
        <p:nvSpPr>
          <p:cNvPr id="63491" name="Rectangle 2">
            <a:extLst>
              <a:ext uri="{FF2B5EF4-FFF2-40B4-BE49-F238E27FC236}">
                <a16:creationId xmlns:a16="http://schemas.microsoft.com/office/drawing/2014/main" id="{7EB6EA69-DAC3-4482-9AFF-B71A596020BB}"/>
              </a:ext>
            </a:extLst>
          </p:cNvPr>
          <p:cNvSpPr>
            <a:spLocks noGrp="1" noRot="1" noChangeAspect="1" noChangeArrowheads="1" noTextEdit="1"/>
          </p:cNvSpPr>
          <p:nvPr>
            <p:ph type="sldImg"/>
          </p:nvPr>
        </p:nvSpPr>
        <p:spPr>
          <a:xfrm>
            <a:off x="1182688" y="698500"/>
            <a:ext cx="4646612" cy="3484563"/>
          </a:xfrm>
          <a:ln/>
        </p:spPr>
      </p:sp>
      <p:sp>
        <p:nvSpPr>
          <p:cNvPr id="63492" name="Rectangle 3">
            <a:extLst>
              <a:ext uri="{FF2B5EF4-FFF2-40B4-BE49-F238E27FC236}">
                <a16:creationId xmlns:a16="http://schemas.microsoft.com/office/drawing/2014/main" id="{63F6819E-1E31-E9BB-1E10-8F2E0C2B1D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A2BE10D9-6EE1-23A6-65EC-C2F44CEECE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729EE9E-83FC-4866-B5D0-205420CBC691}" type="slidenum">
              <a:rPr lang="en-US" altLang="en-US"/>
              <a:pPr>
                <a:spcBef>
                  <a:spcPct val="0"/>
                </a:spcBef>
              </a:pPr>
              <a:t>24</a:t>
            </a:fld>
            <a:endParaRPr lang="en-US" altLang="en-US"/>
          </a:p>
        </p:txBody>
      </p:sp>
      <p:sp>
        <p:nvSpPr>
          <p:cNvPr id="65539" name="Rectangle 2">
            <a:extLst>
              <a:ext uri="{FF2B5EF4-FFF2-40B4-BE49-F238E27FC236}">
                <a16:creationId xmlns:a16="http://schemas.microsoft.com/office/drawing/2014/main" id="{A5762C9F-D7F3-5453-131A-FB67721D4FA0}"/>
              </a:ext>
            </a:extLst>
          </p:cNvPr>
          <p:cNvSpPr>
            <a:spLocks noGrp="1" noRot="1" noChangeAspect="1" noChangeArrowheads="1" noTextEdit="1"/>
          </p:cNvSpPr>
          <p:nvPr>
            <p:ph type="sldImg"/>
          </p:nvPr>
        </p:nvSpPr>
        <p:spPr>
          <a:xfrm>
            <a:off x="1182688" y="698500"/>
            <a:ext cx="4646612" cy="3484563"/>
          </a:xfrm>
          <a:ln/>
        </p:spPr>
      </p:sp>
      <p:sp>
        <p:nvSpPr>
          <p:cNvPr id="65540" name="Rectangle 3">
            <a:extLst>
              <a:ext uri="{FF2B5EF4-FFF2-40B4-BE49-F238E27FC236}">
                <a16:creationId xmlns:a16="http://schemas.microsoft.com/office/drawing/2014/main" id="{4DB06F02-A849-AC94-86A9-C07BDAB14A4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B79F781-8B07-407F-F588-7089AF4165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B509E99-C46F-4647-9860-E0FEA2DE331F}" type="slidenum">
              <a:rPr lang="en-US" altLang="en-US"/>
              <a:pPr>
                <a:spcBef>
                  <a:spcPct val="0"/>
                </a:spcBef>
              </a:pPr>
              <a:t>25</a:t>
            </a:fld>
            <a:endParaRPr lang="en-US" altLang="en-US"/>
          </a:p>
        </p:txBody>
      </p:sp>
      <p:sp>
        <p:nvSpPr>
          <p:cNvPr id="67587" name="Rectangle 2">
            <a:extLst>
              <a:ext uri="{FF2B5EF4-FFF2-40B4-BE49-F238E27FC236}">
                <a16:creationId xmlns:a16="http://schemas.microsoft.com/office/drawing/2014/main" id="{90C6B976-E8A7-F693-ADC6-82EF3C5E4175}"/>
              </a:ext>
            </a:extLst>
          </p:cNvPr>
          <p:cNvSpPr>
            <a:spLocks noGrp="1" noRot="1" noChangeAspect="1" noChangeArrowheads="1" noTextEdit="1"/>
          </p:cNvSpPr>
          <p:nvPr>
            <p:ph type="sldImg"/>
          </p:nvPr>
        </p:nvSpPr>
        <p:spPr>
          <a:xfrm>
            <a:off x="1182688" y="698500"/>
            <a:ext cx="4646612" cy="3484563"/>
          </a:xfrm>
          <a:ln/>
        </p:spPr>
      </p:sp>
      <p:sp>
        <p:nvSpPr>
          <p:cNvPr id="67588" name="Rectangle 3">
            <a:extLst>
              <a:ext uri="{FF2B5EF4-FFF2-40B4-BE49-F238E27FC236}">
                <a16:creationId xmlns:a16="http://schemas.microsoft.com/office/drawing/2014/main" id="{948DA3D0-9811-E6CD-D4E5-77627543D7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95E8C637-A99A-F40C-577C-81B093050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606E1D4-A1E7-4FD3-8426-8B2AB5BBAFB8}" type="slidenum">
              <a:rPr lang="en-US" altLang="en-US"/>
              <a:pPr>
                <a:spcBef>
                  <a:spcPct val="0"/>
                </a:spcBef>
              </a:pPr>
              <a:t>26</a:t>
            </a:fld>
            <a:endParaRPr lang="en-US" altLang="en-US"/>
          </a:p>
        </p:txBody>
      </p:sp>
      <p:sp>
        <p:nvSpPr>
          <p:cNvPr id="69635" name="Rectangle 2">
            <a:extLst>
              <a:ext uri="{FF2B5EF4-FFF2-40B4-BE49-F238E27FC236}">
                <a16:creationId xmlns:a16="http://schemas.microsoft.com/office/drawing/2014/main" id="{26E2041F-16C3-218B-63BD-40AE907F63DC}"/>
              </a:ext>
            </a:extLst>
          </p:cNvPr>
          <p:cNvSpPr>
            <a:spLocks noGrp="1" noRot="1" noChangeAspect="1" noChangeArrowheads="1" noTextEdit="1"/>
          </p:cNvSpPr>
          <p:nvPr>
            <p:ph type="sldImg"/>
          </p:nvPr>
        </p:nvSpPr>
        <p:spPr>
          <a:xfrm>
            <a:off x="1182688" y="698500"/>
            <a:ext cx="4646612" cy="3484563"/>
          </a:xfrm>
          <a:ln/>
        </p:spPr>
      </p:sp>
      <p:sp>
        <p:nvSpPr>
          <p:cNvPr id="69636" name="Rectangle 3">
            <a:extLst>
              <a:ext uri="{FF2B5EF4-FFF2-40B4-BE49-F238E27FC236}">
                <a16:creationId xmlns:a16="http://schemas.microsoft.com/office/drawing/2014/main" id="{CE61C7A7-BF79-8E85-61C9-41C2F238FA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630E0BF3-ED25-5C99-36CB-48F0C304A0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C6A4AD3-380B-43A3-83B4-C400E4E15AEE}" type="slidenum">
              <a:rPr lang="en-US" altLang="en-US"/>
              <a:pPr>
                <a:spcBef>
                  <a:spcPct val="0"/>
                </a:spcBef>
              </a:pPr>
              <a:t>27</a:t>
            </a:fld>
            <a:endParaRPr lang="en-US" altLang="en-US"/>
          </a:p>
        </p:txBody>
      </p:sp>
      <p:sp>
        <p:nvSpPr>
          <p:cNvPr id="71683" name="Rectangle 2">
            <a:extLst>
              <a:ext uri="{FF2B5EF4-FFF2-40B4-BE49-F238E27FC236}">
                <a16:creationId xmlns:a16="http://schemas.microsoft.com/office/drawing/2014/main" id="{4D72394B-4261-AEBB-757B-CD1385C7F5A1}"/>
              </a:ext>
            </a:extLst>
          </p:cNvPr>
          <p:cNvSpPr>
            <a:spLocks noGrp="1" noRot="1" noChangeAspect="1" noChangeArrowheads="1" noTextEdit="1"/>
          </p:cNvSpPr>
          <p:nvPr>
            <p:ph type="sldImg"/>
          </p:nvPr>
        </p:nvSpPr>
        <p:spPr>
          <a:xfrm>
            <a:off x="1182688" y="698500"/>
            <a:ext cx="4646612" cy="3484563"/>
          </a:xfrm>
          <a:ln/>
        </p:spPr>
      </p:sp>
      <p:sp>
        <p:nvSpPr>
          <p:cNvPr id="71684" name="Rectangle 3">
            <a:extLst>
              <a:ext uri="{FF2B5EF4-FFF2-40B4-BE49-F238E27FC236}">
                <a16:creationId xmlns:a16="http://schemas.microsoft.com/office/drawing/2014/main" id="{16BF899F-ED34-D7E8-02E3-E54E6DCE34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34500B70-91C5-F4FE-222E-85E8239938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9704CA7-2062-4996-A313-EC69621459F0}" type="slidenum">
              <a:rPr lang="en-US" altLang="en-US"/>
              <a:pPr>
                <a:spcBef>
                  <a:spcPct val="0"/>
                </a:spcBef>
              </a:pPr>
              <a:t>28</a:t>
            </a:fld>
            <a:endParaRPr lang="en-US" altLang="en-US"/>
          </a:p>
        </p:txBody>
      </p:sp>
      <p:sp>
        <p:nvSpPr>
          <p:cNvPr id="73731" name="Rectangle 2">
            <a:extLst>
              <a:ext uri="{FF2B5EF4-FFF2-40B4-BE49-F238E27FC236}">
                <a16:creationId xmlns:a16="http://schemas.microsoft.com/office/drawing/2014/main" id="{5A518403-8A4E-3956-8655-F2F71850CC47}"/>
              </a:ext>
            </a:extLst>
          </p:cNvPr>
          <p:cNvSpPr>
            <a:spLocks noGrp="1" noRot="1" noChangeAspect="1" noChangeArrowheads="1" noTextEdit="1"/>
          </p:cNvSpPr>
          <p:nvPr>
            <p:ph type="sldImg"/>
          </p:nvPr>
        </p:nvSpPr>
        <p:spPr>
          <a:xfrm>
            <a:off x="1182688" y="698500"/>
            <a:ext cx="4646612" cy="3484563"/>
          </a:xfrm>
          <a:ln/>
        </p:spPr>
      </p:sp>
      <p:sp>
        <p:nvSpPr>
          <p:cNvPr id="73732" name="Rectangle 3">
            <a:extLst>
              <a:ext uri="{FF2B5EF4-FFF2-40B4-BE49-F238E27FC236}">
                <a16:creationId xmlns:a16="http://schemas.microsoft.com/office/drawing/2014/main" id="{56DA8C32-A7C1-B4E5-16D7-B66120831F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24470989-E544-2F42-D34F-DDC174A07F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388710-593E-470C-BF3D-221B1FD289CA}" type="slidenum">
              <a:rPr lang="en-US" altLang="en-US"/>
              <a:pPr>
                <a:spcBef>
                  <a:spcPct val="0"/>
                </a:spcBef>
              </a:pPr>
              <a:t>29</a:t>
            </a:fld>
            <a:endParaRPr lang="en-US" altLang="en-US"/>
          </a:p>
        </p:txBody>
      </p:sp>
      <p:sp>
        <p:nvSpPr>
          <p:cNvPr id="75779" name="Rectangle 2">
            <a:extLst>
              <a:ext uri="{FF2B5EF4-FFF2-40B4-BE49-F238E27FC236}">
                <a16:creationId xmlns:a16="http://schemas.microsoft.com/office/drawing/2014/main" id="{291EA0D1-B989-F0A0-545C-95B1CCE01FF5}"/>
              </a:ext>
            </a:extLst>
          </p:cNvPr>
          <p:cNvSpPr>
            <a:spLocks noGrp="1" noRot="1" noChangeAspect="1" noChangeArrowheads="1" noTextEdit="1"/>
          </p:cNvSpPr>
          <p:nvPr>
            <p:ph type="sldImg"/>
          </p:nvPr>
        </p:nvSpPr>
        <p:spPr>
          <a:xfrm>
            <a:off x="1182688" y="698500"/>
            <a:ext cx="4646612" cy="3484563"/>
          </a:xfrm>
          <a:ln/>
        </p:spPr>
      </p:sp>
      <p:sp>
        <p:nvSpPr>
          <p:cNvPr id="75780" name="Rectangle 3">
            <a:extLst>
              <a:ext uri="{FF2B5EF4-FFF2-40B4-BE49-F238E27FC236}">
                <a16:creationId xmlns:a16="http://schemas.microsoft.com/office/drawing/2014/main" id="{F79B1529-B6E5-F6CC-9BC2-7C96817974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18A177CF-FA0B-5DDA-CF1D-BE4983E319C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8F91C8B-2982-4F50-A8BE-671DD3C1509D}" type="slidenum">
              <a:rPr lang="en-US" altLang="en-US"/>
              <a:pPr>
                <a:spcBef>
                  <a:spcPct val="0"/>
                </a:spcBef>
              </a:pPr>
              <a:t>30</a:t>
            </a:fld>
            <a:endParaRPr lang="en-US" altLang="en-US"/>
          </a:p>
        </p:txBody>
      </p:sp>
      <p:sp>
        <p:nvSpPr>
          <p:cNvPr id="77827" name="Rectangle 2">
            <a:extLst>
              <a:ext uri="{FF2B5EF4-FFF2-40B4-BE49-F238E27FC236}">
                <a16:creationId xmlns:a16="http://schemas.microsoft.com/office/drawing/2014/main" id="{9C71DA2A-FFF9-BB09-4B30-C8E00AD532F0}"/>
              </a:ext>
            </a:extLst>
          </p:cNvPr>
          <p:cNvSpPr>
            <a:spLocks noGrp="1" noRot="1" noChangeAspect="1" noChangeArrowheads="1" noTextEdit="1"/>
          </p:cNvSpPr>
          <p:nvPr>
            <p:ph type="sldImg"/>
          </p:nvPr>
        </p:nvSpPr>
        <p:spPr>
          <a:xfrm>
            <a:off x="1182688" y="698500"/>
            <a:ext cx="4646612" cy="3484563"/>
          </a:xfrm>
          <a:ln/>
        </p:spPr>
      </p:sp>
      <p:sp>
        <p:nvSpPr>
          <p:cNvPr id="77828" name="Rectangle 3">
            <a:extLst>
              <a:ext uri="{FF2B5EF4-FFF2-40B4-BE49-F238E27FC236}">
                <a16:creationId xmlns:a16="http://schemas.microsoft.com/office/drawing/2014/main" id="{96C3A3E1-3E4C-9AB9-9DD9-686EACB834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201C2A3-3780-8999-A3B6-734FC8A528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9BC61D5-9769-4B74-9C40-F018AB5A76B3}" type="slidenum">
              <a:rPr lang="en-US" altLang="en-US"/>
              <a:pPr>
                <a:spcBef>
                  <a:spcPct val="0"/>
                </a:spcBef>
              </a:pPr>
              <a:t>33</a:t>
            </a:fld>
            <a:endParaRPr lang="en-US" altLang="en-US"/>
          </a:p>
        </p:txBody>
      </p:sp>
      <p:sp>
        <p:nvSpPr>
          <p:cNvPr id="81923" name="Rectangle 2">
            <a:extLst>
              <a:ext uri="{FF2B5EF4-FFF2-40B4-BE49-F238E27FC236}">
                <a16:creationId xmlns:a16="http://schemas.microsoft.com/office/drawing/2014/main" id="{46E5170A-EDA8-C03A-D7C2-D7FF3020F2C9}"/>
              </a:ext>
            </a:extLst>
          </p:cNvPr>
          <p:cNvSpPr>
            <a:spLocks noGrp="1" noRot="1" noChangeAspect="1" noChangeArrowheads="1" noTextEdit="1"/>
          </p:cNvSpPr>
          <p:nvPr>
            <p:ph type="sldImg"/>
          </p:nvPr>
        </p:nvSpPr>
        <p:spPr>
          <a:xfrm>
            <a:off x="1182688" y="698500"/>
            <a:ext cx="4646612" cy="3484563"/>
          </a:xfrm>
          <a:ln/>
        </p:spPr>
      </p:sp>
      <p:sp>
        <p:nvSpPr>
          <p:cNvPr id="81924" name="Rectangle 3">
            <a:extLst>
              <a:ext uri="{FF2B5EF4-FFF2-40B4-BE49-F238E27FC236}">
                <a16:creationId xmlns:a16="http://schemas.microsoft.com/office/drawing/2014/main" id="{35A93F34-8CD7-26A7-7A60-8D9C3312FD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2B4C9E78-418F-FCB2-5B49-301ED7D3B77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Arial" panose="020B0604020202020204" pitchFamily="34" charset="0"/>
              </a:defRPr>
            </a:lvl1pPr>
            <a:lvl2pPr marL="742950" indent="-285750" defTabSz="931863">
              <a:spcBef>
                <a:spcPct val="30000"/>
              </a:spcBef>
              <a:defRPr sz="1200">
                <a:solidFill>
                  <a:schemeClr val="tx1"/>
                </a:solidFill>
                <a:latin typeface="Arial" panose="020B0604020202020204" pitchFamily="34" charset="0"/>
              </a:defRPr>
            </a:lvl2pPr>
            <a:lvl3pPr marL="1143000" indent="-228600" defTabSz="931863">
              <a:spcBef>
                <a:spcPct val="30000"/>
              </a:spcBef>
              <a:defRPr sz="1200">
                <a:solidFill>
                  <a:schemeClr val="tx1"/>
                </a:solidFill>
                <a:latin typeface="Arial" panose="020B0604020202020204" pitchFamily="34" charset="0"/>
              </a:defRPr>
            </a:lvl3pPr>
            <a:lvl4pPr marL="1600200" indent="-228600" defTabSz="931863">
              <a:spcBef>
                <a:spcPct val="30000"/>
              </a:spcBef>
              <a:defRPr sz="1200">
                <a:solidFill>
                  <a:schemeClr val="tx1"/>
                </a:solidFill>
                <a:latin typeface="Arial" panose="020B0604020202020204" pitchFamily="34" charset="0"/>
              </a:defRPr>
            </a:lvl4pPr>
            <a:lvl5pPr marL="2057400" indent="-228600" defTabSz="931863">
              <a:spcBef>
                <a:spcPct val="30000"/>
              </a:spcBef>
              <a:defRPr sz="1200">
                <a:solidFill>
                  <a:schemeClr val="tx1"/>
                </a:solidFill>
                <a:latin typeface="Arial" panose="020B0604020202020204" pitchFamily="34" charset="0"/>
              </a:defRPr>
            </a:lvl5pPr>
            <a:lvl6pPr marL="2514600" indent="-228600" defTabSz="931863"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931863"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931863"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931863"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4B466BB-C2BD-48AC-872F-B740EECA1B26}" type="slidenum">
              <a:rPr lang="en-US" altLang="en-US"/>
              <a:pPr>
                <a:spcBef>
                  <a:spcPct val="0"/>
                </a:spcBef>
              </a:pPr>
              <a:t>34</a:t>
            </a:fld>
            <a:endParaRPr lang="en-US" altLang="en-US"/>
          </a:p>
        </p:txBody>
      </p:sp>
      <p:sp>
        <p:nvSpPr>
          <p:cNvPr id="83971" name="Rectangle 2">
            <a:extLst>
              <a:ext uri="{FF2B5EF4-FFF2-40B4-BE49-F238E27FC236}">
                <a16:creationId xmlns:a16="http://schemas.microsoft.com/office/drawing/2014/main" id="{0D6F522E-8BFF-68C0-02DA-FDF0D39D07D1}"/>
              </a:ext>
            </a:extLst>
          </p:cNvPr>
          <p:cNvSpPr>
            <a:spLocks noGrp="1" noRot="1" noChangeAspect="1" noChangeArrowheads="1" noTextEdit="1"/>
          </p:cNvSpPr>
          <p:nvPr>
            <p:ph type="sldImg"/>
          </p:nvPr>
        </p:nvSpPr>
        <p:spPr>
          <a:xfrm>
            <a:off x="1182688" y="698500"/>
            <a:ext cx="4646612" cy="3484563"/>
          </a:xfrm>
          <a:ln/>
        </p:spPr>
      </p:sp>
      <p:sp>
        <p:nvSpPr>
          <p:cNvPr id="83972" name="Rectangle 3">
            <a:extLst>
              <a:ext uri="{FF2B5EF4-FFF2-40B4-BE49-F238E27FC236}">
                <a16:creationId xmlns:a16="http://schemas.microsoft.com/office/drawing/2014/main" id="{1EE45CCF-9E33-C148-0ECA-F40F2216B2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gradFill>
          <a:gsLst>
            <a:gs pos="99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2FCE3E8-BF0D-133B-F370-3BA0557C7033}"/>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3EAB596-2816-934A-F43F-7E02A732003D}"/>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86000">
                <a:srgbClr val="F69525"/>
              </a:gs>
              <a:gs pos="54000">
                <a:srgbClr val="F1673E"/>
              </a:gs>
              <a:gs pos="100000">
                <a:srgbClr val="F8A71B"/>
              </a:gs>
              <a:gs pos="25000">
                <a:srgbClr val="ED3E55"/>
              </a:gs>
              <a:gs pos="0">
                <a:srgbClr val="EA226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29751910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BBF4D2F9-F0B4-525A-8A33-F23EB5E13904}"/>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EE7529FE-8674-66E7-70AC-189F17E5F94C}"/>
              </a:ext>
            </a:extLst>
          </p:cNvPr>
          <p:cNvSpPr>
            <a:spLocks noGrp="1" noRot="1" noMove="1" noResize="1" noEditPoints="1" noAdjustHandles="1" noChangeArrowheads="1" noChangeShapeType="1"/>
          </p:cNvSpPr>
          <p:nvPr userDrawn="1"/>
        </p:nvSpPr>
        <p:spPr>
          <a:xfrm>
            <a:off x="2242457" y="6429829"/>
            <a:ext cx="9949543" cy="428171"/>
          </a:xfrm>
          <a:prstGeom prst="rect">
            <a:avLst/>
          </a:prstGeom>
          <a:gradFill>
            <a:gsLst>
              <a:gs pos="69000">
                <a:srgbClr val="0F5AFC"/>
              </a:gs>
              <a:gs pos="20000">
                <a:srgbClr val="2B42F6">
                  <a:alpha val="70400"/>
                </a:srgbClr>
              </a:gs>
              <a:gs pos="40000">
                <a:srgbClr val="1C4FF9">
                  <a:alpha val="82998"/>
                </a:srgbClr>
              </a:gs>
              <a:gs pos="0">
                <a:srgbClr val="2B42F6"/>
              </a:gs>
              <a:gs pos="100000">
                <a:srgbClr val="0563FE"/>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4044405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755C98A4-5CB0-07F1-AB96-342AE17A3C3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207A1B12-2B36-1F30-8158-AA19470114CD}"/>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12954331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4">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065B3846-9287-A022-CEF6-D0A12D44506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694166E-BE08-AE5C-72B8-0E3A74F7D9F7}"/>
              </a:ext>
            </a:extLst>
          </p:cNvPr>
          <p:cNvSpPr>
            <a:spLocks noGrp="1" noRot="1" noMove="1" noResize="1" noEditPoints="1" noAdjustHandles="1" noChangeArrowheads="1" noChangeShapeType="1"/>
          </p:cNvSpPr>
          <p:nvPr userDrawn="1"/>
        </p:nvSpPr>
        <p:spPr>
          <a:xfrm>
            <a:off x="2756950" y="6429829"/>
            <a:ext cx="9435050" cy="428171"/>
          </a:xfrm>
          <a:prstGeom prst="rect">
            <a:avLst/>
          </a:prstGeom>
          <a:gradFill>
            <a:gsLst>
              <a:gs pos="81500">
                <a:srgbClr val="2843F7"/>
              </a:gs>
              <a:gs pos="62000">
                <a:srgbClr val="1F4DF9">
                  <a:alpha val="82000"/>
                </a:srgbClr>
              </a:gs>
              <a:gs pos="20000">
                <a:srgbClr val="0F5BFC">
                  <a:alpha val="69804"/>
                </a:srgbClr>
              </a:gs>
              <a:gs pos="39000">
                <a:srgbClr val="1654FA">
                  <a:alpha val="77393"/>
                </a:srgbClr>
              </a:gs>
              <a:gs pos="0">
                <a:srgbClr val="0861FD"/>
              </a:gs>
              <a:gs pos="100000">
                <a:srgbClr val="303EF5"/>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2232692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5">
    <p:bg>
      <p:bgPr>
        <a:gradFill>
          <a:gsLst>
            <a:gs pos="0">
              <a:srgbClr val="0068FF"/>
            </a:gs>
            <a:gs pos="5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6828B200-B429-3B72-1A5F-4D98343150B2}"/>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0ADDF1D4-1256-9276-BFC7-692D2AEA53F6}"/>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86000">
                <a:srgbClr val="242931"/>
              </a:gs>
              <a:gs pos="60000">
                <a:srgbClr val="171A1F"/>
              </a:gs>
              <a:gs pos="43000">
                <a:srgbClr val="0B0C0E">
                  <a:alpha val="95000"/>
                </a:srgbClr>
              </a:gs>
              <a:gs pos="24000">
                <a:srgbClr val="040405">
                  <a:alpha val="46000"/>
                </a:srgbClr>
              </a:gs>
              <a:gs pos="0">
                <a:srgbClr val="000F24">
                  <a:alpha val="35000"/>
                </a:srgbClr>
              </a:gs>
              <a:gs pos="100000">
                <a:srgbClr val="2C323C"/>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1810581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6">
    <p:bg>
      <p:bgPr>
        <a:gradFill>
          <a:gsLst>
            <a:gs pos="0">
              <a:srgbClr val="BD03F7"/>
            </a:gs>
            <a:gs pos="50000">
              <a:srgbClr val="000000"/>
            </a:gs>
            <a:gs pos="100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835456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835456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5D78915F-5B99-8821-195F-AFC656456ED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Rectangle 6">
            <a:extLst>
              <a:ext uri="{FF2B5EF4-FFF2-40B4-BE49-F238E27FC236}">
                <a16:creationId xmlns:a16="http://schemas.microsoft.com/office/drawing/2014/main" id="{749FD661-319F-7662-B929-5B84BC187778}"/>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77000">
                <a:srgbClr val="07080A"/>
              </a:gs>
              <a:gs pos="59000">
                <a:srgbClr val="010102">
                  <a:alpha val="98534"/>
                </a:srgbClr>
              </a:gs>
              <a:gs pos="43000">
                <a:srgbClr val="14001B">
                  <a:alpha val="67565"/>
                </a:srgbClr>
              </a:gs>
              <a:gs pos="23000">
                <a:srgbClr val="260132">
                  <a:alpha val="15754"/>
                </a:srgbClr>
              </a:gs>
              <a:gs pos="0">
                <a:srgbClr val="39014B">
                  <a:alpha val="15000"/>
                </a:srgbClr>
              </a:gs>
              <a:gs pos="98000">
                <a:srgbClr val="0F1114"/>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Tree>
    <p:extLst>
      <p:ext uri="{BB962C8B-B14F-4D97-AF65-F5344CB8AC3E}">
        <p14:creationId xmlns:p14="http://schemas.microsoft.com/office/powerpoint/2010/main" val="37000784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68" userDrawn="1">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6B02-6947-5249-AFBD-D9060B065257}"/>
              </a:ext>
            </a:extLst>
          </p:cNvPr>
          <p:cNvSpPr>
            <a:spLocks noGrp="1"/>
          </p:cNvSpPr>
          <p:nvPr>
            <p:ph type="title" hasCustomPrompt="1"/>
          </p:nvPr>
        </p:nvSpPr>
        <p:spPr/>
        <p:txBody>
          <a:bodyPr/>
          <a:lstStyle/>
          <a:p>
            <a:r>
              <a:rPr lang="en-US" dirty="0"/>
              <a:t>[Slide title]</a:t>
            </a:r>
          </a:p>
        </p:txBody>
      </p:sp>
      <p:sp>
        <p:nvSpPr>
          <p:cNvPr id="5" name="Text Placeholder 2">
            <a:extLst>
              <a:ext uri="{FF2B5EF4-FFF2-40B4-BE49-F238E27FC236}">
                <a16:creationId xmlns:a16="http://schemas.microsoft.com/office/drawing/2014/main" id="{32CFE74F-DEB7-DD4E-8A91-816727F725C3}"/>
              </a:ext>
            </a:extLst>
          </p:cNvPr>
          <p:cNvSpPr>
            <a:spLocks noGrp="1"/>
          </p:cNvSpPr>
          <p:nvPr>
            <p:ph type="body" sz="quarter" idx="10" hasCustomPrompt="1"/>
          </p:nvPr>
        </p:nvSpPr>
        <p:spPr>
          <a:xfrm>
            <a:off x="484630" y="1664207"/>
            <a:ext cx="11219688" cy="3531409"/>
          </a:xfrm>
        </p:spPr>
        <p:txBody>
          <a:bodyPr numCol="2"/>
          <a:lstStyle>
            <a:lvl1pPr marL="0" indent="0">
              <a:spcBef>
                <a:spcPts val="1800"/>
              </a:spcBef>
              <a:buFontTx/>
              <a:buNone/>
              <a:tabLst>
                <a:tab pos="5253038" algn="r"/>
              </a:tabLst>
              <a:defRPr b="1"/>
            </a:lvl1pPr>
            <a:lvl2pPr marL="0" indent="0">
              <a:buFontTx/>
              <a:buNone/>
              <a:tabLst>
                <a:tab pos="5253038" algn="r"/>
              </a:tabLst>
              <a:defRPr/>
            </a:lvl2pPr>
            <a:lvl3pPr marL="182880" indent="-182563">
              <a:buFont typeface="Verdana" panose="020B0604030504040204" pitchFamily="34" charset="0"/>
              <a:buChar char="–"/>
              <a:tabLst>
                <a:tab pos="5253038" algn="r"/>
              </a:tabLst>
              <a:defRPr/>
            </a:lvl3pPr>
            <a:lvl4pPr marL="365760" indent="-182563">
              <a:tabLst>
                <a:tab pos="5253038" algn="r"/>
              </a:tabLst>
              <a:defRPr/>
            </a:lvl4pPr>
            <a:lvl5pPr marL="548640" indent="-182563">
              <a:tabLst>
                <a:tab pos="5253038" algn="r"/>
              </a:tabLst>
              <a:defRPr/>
            </a:lvl5pPr>
            <a:lvl6pPr marL="731520" indent="-182563">
              <a:tabLst>
                <a:tab pos="5253038" algn="r"/>
              </a:tabLst>
              <a:defRPr/>
            </a:lvl6pPr>
            <a:lvl7pPr marL="914400" indent="-182563">
              <a:tabLst>
                <a:tab pos="5253038" algn="r"/>
              </a:tabLst>
              <a:defRPr/>
            </a:lvl7pPr>
            <a:lvl8pPr marL="1097280" indent="-182563">
              <a:tabLst>
                <a:tab pos="5253038" algn="r"/>
              </a:tabLst>
              <a:defRPr/>
            </a:lvl8pPr>
            <a:lvl9pPr marL="1280160" indent="-182563">
              <a:tabLst>
                <a:tab pos="5253038" algn="r"/>
              </a:tabLst>
              <a:defRPr/>
            </a:lvl9pPr>
          </a:lstStyle>
          <a:p>
            <a:pPr lvl="0"/>
            <a:r>
              <a:rPr lang="en-US" dirty="0"/>
              <a:t>[Section title]</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Tree>
    <p:extLst>
      <p:ext uri="{BB962C8B-B14F-4D97-AF65-F5344CB8AC3E}">
        <p14:creationId xmlns:p14="http://schemas.microsoft.com/office/powerpoint/2010/main" val="438187272"/>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3688" userDrawn="1">
          <p15:clr>
            <a:srgbClr val="C35EA4"/>
          </p15:clr>
        </p15:guide>
        <p15:guide id="3" pos="3988" userDrawn="1">
          <p15:clr>
            <a:srgbClr val="C35EA4"/>
          </p15:clr>
        </p15:guide>
        <p15:guide id="4" orient="horz" pos="3274" userDrawn="1">
          <p15:clr>
            <a:srgbClr val="5ACBF0"/>
          </p15:clr>
        </p15:guide>
        <p15:guide id="5" orient="horz" pos="2528" userDrawn="1">
          <p15:clr>
            <a:srgbClr val="5ACBF0"/>
          </p15:clr>
        </p15:guide>
        <p15:guide id="6" orient="horz" pos="1790"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7435F-F363-DC4B-A5A7-E1BAD98772D4}"/>
              </a:ext>
            </a:extLst>
          </p:cNvPr>
          <p:cNvSpPr>
            <a:spLocks noGrp="1"/>
          </p:cNvSpPr>
          <p:nvPr>
            <p:ph type="title" hasCustomPrompt="1"/>
          </p:nvPr>
        </p:nvSpPr>
        <p:spPr/>
        <p:txBody>
          <a:bodyPr/>
          <a:lstStyle/>
          <a:p>
            <a:r>
              <a:rPr lang="en-US" dirty="0"/>
              <a:t>[Slide title]</a:t>
            </a:r>
          </a:p>
        </p:txBody>
      </p:sp>
      <p:sp>
        <p:nvSpPr>
          <p:cNvPr id="6" name="Text Placeholder 2">
            <a:extLst>
              <a:ext uri="{FF2B5EF4-FFF2-40B4-BE49-F238E27FC236}">
                <a16:creationId xmlns:a16="http://schemas.microsoft.com/office/drawing/2014/main" id="{3EC527AC-ABA0-E74E-9C6D-C4CD3736E92D}"/>
              </a:ext>
            </a:extLst>
          </p:cNvPr>
          <p:cNvSpPr>
            <a:spLocks noGrp="1"/>
          </p:cNvSpPr>
          <p:nvPr>
            <p:ph type="body" sz="quarter" idx="10" hasCustomPrompt="1"/>
          </p:nvPr>
        </p:nvSpPr>
        <p:spPr>
          <a:xfrm>
            <a:off x="48463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8" name="Text Placeholder 3">
            <a:extLst>
              <a:ext uri="{FF2B5EF4-FFF2-40B4-BE49-F238E27FC236}">
                <a16:creationId xmlns:a16="http://schemas.microsoft.com/office/drawing/2014/main" id="{A7EC4445-3CBA-A747-8031-53AA705FBA99}"/>
              </a:ext>
            </a:extLst>
          </p:cNvPr>
          <p:cNvSpPr>
            <a:spLocks noGrp="1"/>
          </p:cNvSpPr>
          <p:nvPr>
            <p:ph type="body" sz="quarter" idx="11" hasCustomPrompt="1"/>
          </p:nvPr>
        </p:nvSpPr>
        <p:spPr>
          <a:xfrm>
            <a:off x="48462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0" indent="0">
              <a:buNone/>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1]</a:t>
            </a:r>
          </a:p>
          <a:p>
            <a:pPr lvl="1"/>
            <a:r>
              <a:rPr lang="en-US" dirty="0"/>
              <a:t>Second level</a:t>
            </a:r>
          </a:p>
        </p:txBody>
      </p:sp>
      <p:sp>
        <p:nvSpPr>
          <p:cNvPr id="15" name="Text Placeholder 4">
            <a:extLst>
              <a:ext uri="{FF2B5EF4-FFF2-40B4-BE49-F238E27FC236}">
                <a16:creationId xmlns:a16="http://schemas.microsoft.com/office/drawing/2014/main" id="{8946F610-76A7-5446-96AC-602E3CAAE785}"/>
              </a:ext>
            </a:extLst>
          </p:cNvPr>
          <p:cNvSpPr>
            <a:spLocks noGrp="1"/>
          </p:cNvSpPr>
          <p:nvPr>
            <p:ph type="body" sz="quarter" idx="12" hasCustomPrompt="1"/>
          </p:nvPr>
        </p:nvSpPr>
        <p:spPr>
          <a:xfrm>
            <a:off x="341070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6" name="Text Placeholder 5">
            <a:extLst>
              <a:ext uri="{FF2B5EF4-FFF2-40B4-BE49-F238E27FC236}">
                <a16:creationId xmlns:a16="http://schemas.microsoft.com/office/drawing/2014/main" id="{FEFC5EA2-00E0-A245-A63B-5B59E722AFB4}"/>
              </a:ext>
            </a:extLst>
          </p:cNvPr>
          <p:cNvSpPr>
            <a:spLocks noGrp="1"/>
          </p:cNvSpPr>
          <p:nvPr>
            <p:ph type="body" sz="quarter" idx="13" hasCustomPrompt="1"/>
          </p:nvPr>
        </p:nvSpPr>
        <p:spPr>
          <a:xfrm>
            <a:off x="341070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2]</a:t>
            </a:r>
          </a:p>
          <a:p>
            <a:pPr lvl="1"/>
            <a:r>
              <a:rPr lang="en-US" dirty="0"/>
              <a:t>Second level</a:t>
            </a:r>
          </a:p>
        </p:txBody>
      </p:sp>
      <p:sp>
        <p:nvSpPr>
          <p:cNvPr id="17" name="Text Placeholder 6">
            <a:extLst>
              <a:ext uri="{FF2B5EF4-FFF2-40B4-BE49-F238E27FC236}">
                <a16:creationId xmlns:a16="http://schemas.microsoft.com/office/drawing/2014/main" id="{1894F4AA-2573-D44D-B083-CAB1BF8EC82E}"/>
              </a:ext>
            </a:extLst>
          </p:cNvPr>
          <p:cNvSpPr>
            <a:spLocks noGrp="1"/>
          </p:cNvSpPr>
          <p:nvPr>
            <p:ph type="body" sz="quarter" idx="14" hasCustomPrompt="1"/>
          </p:nvPr>
        </p:nvSpPr>
        <p:spPr>
          <a:xfrm>
            <a:off x="6336789"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8" name="Text Placeholder 7">
            <a:extLst>
              <a:ext uri="{FF2B5EF4-FFF2-40B4-BE49-F238E27FC236}">
                <a16:creationId xmlns:a16="http://schemas.microsoft.com/office/drawing/2014/main" id="{11CBF3DB-0F1A-B54C-AA3D-C37A3A8A5ACB}"/>
              </a:ext>
            </a:extLst>
          </p:cNvPr>
          <p:cNvSpPr>
            <a:spLocks noGrp="1"/>
          </p:cNvSpPr>
          <p:nvPr>
            <p:ph type="body" sz="quarter" idx="15" hasCustomPrompt="1"/>
          </p:nvPr>
        </p:nvSpPr>
        <p:spPr>
          <a:xfrm>
            <a:off x="6336789"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3]</a:t>
            </a:r>
          </a:p>
          <a:p>
            <a:pPr lvl="1"/>
            <a:r>
              <a:rPr lang="en-US" dirty="0"/>
              <a:t>Second level</a:t>
            </a:r>
          </a:p>
        </p:txBody>
      </p:sp>
      <p:sp>
        <p:nvSpPr>
          <p:cNvPr id="19" name="Text Placeholder 8">
            <a:extLst>
              <a:ext uri="{FF2B5EF4-FFF2-40B4-BE49-F238E27FC236}">
                <a16:creationId xmlns:a16="http://schemas.microsoft.com/office/drawing/2014/main" id="{3605597B-BBE1-A544-B4ED-CF6751DD4D67}"/>
              </a:ext>
            </a:extLst>
          </p:cNvPr>
          <p:cNvSpPr>
            <a:spLocks noGrp="1"/>
          </p:cNvSpPr>
          <p:nvPr>
            <p:ph type="body" sz="quarter" idx="16" hasCustomPrompt="1"/>
          </p:nvPr>
        </p:nvSpPr>
        <p:spPr>
          <a:xfrm>
            <a:off x="9262870" y="1664208"/>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0" name="Text Placeholder 9">
            <a:extLst>
              <a:ext uri="{FF2B5EF4-FFF2-40B4-BE49-F238E27FC236}">
                <a16:creationId xmlns:a16="http://schemas.microsoft.com/office/drawing/2014/main" id="{578E9298-440F-7047-8B92-E5AB87F27169}"/>
              </a:ext>
            </a:extLst>
          </p:cNvPr>
          <p:cNvSpPr>
            <a:spLocks noGrp="1"/>
          </p:cNvSpPr>
          <p:nvPr>
            <p:ph type="body" sz="quarter" idx="17" hasCustomPrompt="1"/>
          </p:nvPr>
        </p:nvSpPr>
        <p:spPr>
          <a:xfrm>
            <a:off x="9262870" y="177228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4]</a:t>
            </a:r>
          </a:p>
          <a:p>
            <a:pPr lvl="1"/>
            <a:r>
              <a:rPr lang="en-US" dirty="0"/>
              <a:t>Second level</a:t>
            </a:r>
          </a:p>
        </p:txBody>
      </p:sp>
      <p:sp>
        <p:nvSpPr>
          <p:cNvPr id="11" name="Text Placeholder 10">
            <a:extLst>
              <a:ext uri="{FF2B5EF4-FFF2-40B4-BE49-F238E27FC236}">
                <a16:creationId xmlns:a16="http://schemas.microsoft.com/office/drawing/2014/main" id="{1E7C40ED-C9AB-2C43-A669-99E57C177821}"/>
              </a:ext>
            </a:extLst>
          </p:cNvPr>
          <p:cNvSpPr>
            <a:spLocks noGrp="1"/>
          </p:cNvSpPr>
          <p:nvPr>
            <p:ph type="body" sz="quarter" idx="18" hasCustomPrompt="1"/>
          </p:nvPr>
        </p:nvSpPr>
        <p:spPr>
          <a:xfrm>
            <a:off x="48463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2" name="Text Placeholder 11">
            <a:extLst>
              <a:ext uri="{FF2B5EF4-FFF2-40B4-BE49-F238E27FC236}">
                <a16:creationId xmlns:a16="http://schemas.microsoft.com/office/drawing/2014/main" id="{D36828FA-3F81-CB44-91AD-DA092ADDB8A8}"/>
              </a:ext>
            </a:extLst>
          </p:cNvPr>
          <p:cNvSpPr>
            <a:spLocks noGrp="1"/>
          </p:cNvSpPr>
          <p:nvPr>
            <p:ph type="body" sz="quarter" idx="19" hasCustomPrompt="1"/>
          </p:nvPr>
        </p:nvSpPr>
        <p:spPr>
          <a:xfrm>
            <a:off x="48462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5]</a:t>
            </a:r>
          </a:p>
          <a:p>
            <a:pPr lvl="1"/>
            <a:r>
              <a:rPr lang="en-US" dirty="0"/>
              <a:t>Second level</a:t>
            </a:r>
          </a:p>
        </p:txBody>
      </p:sp>
      <p:sp>
        <p:nvSpPr>
          <p:cNvPr id="13" name="Text Placeholder 12">
            <a:extLst>
              <a:ext uri="{FF2B5EF4-FFF2-40B4-BE49-F238E27FC236}">
                <a16:creationId xmlns:a16="http://schemas.microsoft.com/office/drawing/2014/main" id="{CDBC1D25-1CFB-A244-A4C9-2F1DF22CD242}"/>
              </a:ext>
            </a:extLst>
          </p:cNvPr>
          <p:cNvSpPr>
            <a:spLocks noGrp="1"/>
          </p:cNvSpPr>
          <p:nvPr>
            <p:ph type="body" sz="quarter" idx="20" hasCustomPrompt="1"/>
          </p:nvPr>
        </p:nvSpPr>
        <p:spPr>
          <a:xfrm>
            <a:off x="341070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14" name="Text Placeholder 13">
            <a:extLst>
              <a:ext uri="{FF2B5EF4-FFF2-40B4-BE49-F238E27FC236}">
                <a16:creationId xmlns:a16="http://schemas.microsoft.com/office/drawing/2014/main" id="{7C92D7E9-91DB-B649-8B09-85B2662F9CA8}"/>
              </a:ext>
            </a:extLst>
          </p:cNvPr>
          <p:cNvSpPr>
            <a:spLocks noGrp="1"/>
          </p:cNvSpPr>
          <p:nvPr>
            <p:ph type="body" sz="quarter" idx="21" hasCustomPrompt="1"/>
          </p:nvPr>
        </p:nvSpPr>
        <p:spPr>
          <a:xfrm>
            <a:off x="341070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6]</a:t>
            </a:r>
          </a:p>
          <a:p>
            <a:pPr lvl="1"/>
            <a:r>
              <a:rPr lang="en-US" dirty="0"/>
              <a:t>Second level</a:t>
            </a:r>
          </a:p>
        </p:txBody>
      </p:sp>
      <p:sp>
        <p:nvSpPr>
          <p:cNvPr id="21" name="Text Placeholder 14">
            <a:extLst>
              <a:ext uri="{FF2B5EF4-FFF2-40B4-BE49-F238E27FC236}">
                <a16:creationId xmlns:a16="http://schemas.microsoft.com/office/drawing/2014/main" id="{D286FE2B-C182-024F-AA7B-9F04CDCB4F6C}"/>
              </a:ext>
            </a:extLst>
          </p:cNvPr>
          <p:cNvSpPr>
            <a:spLocks noGrp="1"/>
          </p:cNvSpPr>
          <p:nvPr>
            <p:ph type="body" sz="quarter" idx="22" hasCustomPrompt="1"/>
          </p:nvPr>
        </p:nvSpPr>
        <p:spPr>
          <a:xfrm>
            <a:off x="6336789"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2" name="Text Placeholder 15">
            <a:extLst>
              <a:ext uri="{FF2B5EF4-FFF2-40B4-BE49-F238E27FC236}">
                <a16:creationId xmlns:a16="http://schemas.microsoft.com/office/drawing/2014/main" id="{015032BD-5EF0-8446-B31A-2D78987795DE}"/>
              </a:ext>
            </a:extLst>
          </p:cNvPr>
          <p:cNvSpPr>
            <a:spLocks noGrp="1"/>
          </p:cNvSpPr>
          <p:nvPr>
            <p:ph type="body" sz="quarter" idx="23" hasCustomPrompt="1"/>
          </p:nvPr>
        </p:nvSpPr>
        <p:spPr>
          <a:xfrm>
            <a:off x="6336789"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7]</a:t>
            </a:r>
          </a:p>
          <a:p>
            <a:pPr lvl="1"/>
            <a:r>
              <a:rPr lang="en-US" dirty="0"/>
              <a:t>Second level</a:t>
            </a:r>
          </a:p>
        </p:txBody>
      </p:sp>
      <p:sp>
        <p:nvSpPr>
          <p:cNvPr id="23" name="Text Placeholder 16">
            <a:extLst>
              <a:ext uri="{FF2B5EF4-FFF2-40B4-BE49-F238E27FC236}">
                <a16:creationId xmlns:a16="http://schemas.microsoft.com/office/drawing/2014/main" id="{8922695D-E594-B546-99BF-694BA1406423}"/>
              </a:ext>
            </a:extLst>
          </p:cNvPr>
          <p:cNvSpPr>
            <a:spLocks noGrp="1"/>
          </p:cNvSpPr>
          <p:nvPr>
            <p:ph type="body" sz="quarter" idx="24" hasCustomPrompt="1"/>
          </p:nvPr>
        </p:nvSpPr>
        <p:spPr>
          <a:xfrm>
            <a:off x="9262870" y="4018104"/>
            <a:ext cx="228600" cy="45720"/>
          </a:xfrm>
          <a:solidFill>
            <a:schemeClr val="tx1"/>
          </a:solidFill>
        </p:spPr>
        <p:txBody>
          <a:bodyPr>
            <a:noAutofit/>
          </a:bodyPr>
          <a:lstStyle>
            <a:lvl1pPr marL="0" indent="0">
              <a:spcBef>
                <a:spcPts val="0"/>
              </a:spcBef>
              <a:buFontTx/>
              <a:buNone/>
              <a:defRPr sz="500">
                <a:solidFill>
                  <a:schemeClr val="tx1"/>
                </a:solidFill>
              </a:defRPr>
            </a:lvl1pPr>
            <a:lvl2pPr marL="0" indent="0">
              <a:spcBef>
                <a:spcPts val="0"/>
              </a:spcBef>
              <a:buFontTx/>
              <a:buNone/>
              <a:defRPr sz="500">
                <a:solidFill>
                  <a:srgbClr val="BD03F7"/>
                </a:solidFill>
              </a:defRPr>
            </a:lvl2pPr>
            <a:lvl3pPr marL="0" indent="0">
              <a:spcBef>
                <a:spcPts val="0"/>
              </a:spcBef>
              <a:buFontTx/>
              <a:buNone/>
              <a:defRPr sz="500">
                <a:solidFill>
                  <a:srgbClr val="BD03F7"/>
                </a:solidFill>
              </a:defRPr>
            </a:lvl3pPr>
            <a:lvl4pPr marL="0" indent="0">
              <a:spcBef>
                <a:spcPts val="0"/>
              </a:spcBef>
              <a:buFontTx/>
              <a:buNone/>
              <a:defRPr sz="500">
                <a:solidFill>
                  <a:srgbClr val="BD03F7"/>
                </a:solidFill>
              </a:defRPr>
            </a:lvl4pPr>
            <a:lvl5pPr marL="0" indent="0">
              <a:spcBef>
                <a:spcPts val="0"/>
              </a:spcBef>
              <a:buFontTx/>
              <a:buNone/>
              <a:defRPr sz="500">
                <a:solidFill>
                  <a:srgbClr val="BD03F7"/>
                </a:solidFill>
              </a:defRPr>
            </a:lvl5pPr>
            <a:lvl6pPr marL="0" indent="0">
              <a:spcBef>
                <a:spcPts val="0"/>
              </a:spcBef>
              <a:buFontTx/>
              <a:buNone/>
              <a:defRPr sz="500">
                <a:solidFill>
                  <a:srgbClr val="BD03F7"/>
                </a:solidFill>
              </a:defRPr>
            </a:lvl6pPr>
            <a:lvl7pPr marL="0" indent="0">
              <a:spcBef>
                <a:spcPts val="0"/>
              </a:spcBef>
              <a:buFontTx/>
              <a:buNone/>
              <a:defRPr sz="500">
                <a:solidFill>
                  <a:srgbClr val="BD03F7"/>
                </a:solidFill>
              </a:defRPr>
            </a:lvl7pPr>
            <a:lvl8pPr marL="0" indent="0">
              <a:spcBef>
                <a:spcPts val="0"/>
              </a:spcBef>
              <a:buFontTx/>
              <a:buNone/>
              <a:defRPr sz="500">
                <a:solidFill>
                  <a:srgbClr val="BD03F7"/>
                </a:solidFill>
              </a:defRPr>
            </a:lvl8pPr>
            <a:lvl9pPr marL="0" indent="0">
              <a:spcBef>
                <a:spcPts val="0"/>
              </a:spcBef>
              <a:buFontTx/>
              <a:buNone/>
              <a:defRPr sz="500">
                <a:solidFill>
                  <a:srgbClr val="BD03F7"/>
                </a:solidFill>
              </a:defRPr>
            </a:lvl9pPr>
          </a:lstStyle>
          <a:p>
            <a:pPr lvl="0"/>
            <a:r>
              <a:rPr lang="en-US" dirty="0"/>
              <a:t> </a:t>
            </a:r>
          </a:p>
        </p:txBody>
      </p:sp>
      <p:sp>
        <p:nvSpPr>
          <p:cNvPr id="24" name="Text Placeholder 17">
            <a:extLst>
              <a:ext uri="{FF2B5EF4-FFF2-40B4-BE49-F238E27FC236}">
                <a16:creationId xmlns:a16="http://schemas.microsoft.com/office/drawing/2014/main" id="{9F19735E-9211-6147-B1AD-455673F9026B}"/>
              </a:ext>
            </a:extLst>
          </p:cNvPr>
          <p:cNvSpPr>
            <a:spLocks noGrp="1"/>
          </p:cNvSpPr>
          <p:nvPr>
            <p:ph type="body" sz="quarter" idx="25" hasCustomPrompt="1"/>
          </p:nvPr>
        </p:nvSpPr>
        <p:spPr>
          <a:xfrm>
            <a:off x="9262870" y="4123944"/>
            <a:ext cx="2441448" cy="1627632"/>
          </a:xfrm>
        </p:spPr>
        <p:txBody>
          <a:bodyPr>
            <a:noAutofit/>
          </a:bodyPr>
          <a:lstStyle>
            <a:lvl1pPr marL="0" indent="0">
              <a:spcBef>
                <a:spcPts val="0"/>
              </a:spcBef>
              <a:buFontTx/>
              <a:buNone/>
              <a:defRPr sz="2400" b="1"/>
            </a:lvl1pPr>
            <a:lvl2pPr marL="0" indent="0">
              <a:spcBef>
                <a:spcPts val="1200"/>
              </a:spcBef>
              <a:buFontTx/>
              <a:buNone/>
              <a:defRPr/>
            </a:lvl2pPr>
            <a:lvl3pPr marL="182880">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[Agenda item 8]</a:t>
            </a:r>
          </a:p>
          <a:p>
            <a:pPr lvl="1"/>
            <a:r>
              <a:rPr lang="en-US" dirty="0"/>
              <a:t>Second level</a:t>
            </a:r>
          </a:p>
        </p:txBody>
      </p:sp>
    </p:spTree>
    <p:extLst>
      <p:ext uri="{BB962C8B-B14F-4D97-AF65-F5344CB8AC3E}">
        <p14:creationId xmlns:p14="http://schemas.microsoft.com/office/powerpoint/2010/main" val="2548277075"/>
      </p:ext>
    </p:extLst>
  </p:cSld>
  <p:clrMapOvr>
    <a:masterClrMapping/>
  </p:clrMapOvr>
  <p:extLst>
    <p:ext uri="{DCECCB84-F9BA-43D5-87BE-67443E8EF086}">
      <p15:sldGuideLst xmlns:p15="http://schemas.microsoft.com/office/powerpoint/2012/main">
        <p15:guide id="2" pos="1844" userDrawn="1">
          <p15:clr>
            <a:srgbClr val="C35EA4"/>
          </p15:clr>
        </p15:guide>
        <p15:guide id="3" pos="2144" userDrawn="1">
          <p15:clr>
            <a:srgbClr val="C35EA4"/>
          </p15:clr>
        </p15:guide>
        <p15:guide id="4" pos="3688" userDrawn="1">
          <p15:clr>
            <a:srgbClr val="C35EA4"/>
          </p15:clr>
        </p15:guide>
        <p15:guide id="5" pos="3988" userDrawn="1">
          <p15:clr>
            <a:srgbClr val="C35EA4"/>
          </p15:clr>
        </p15:guide>
        <p15:guide id="6" pos="5530" userDrawn="1">
          <p15:clr>
            <a:srgbClr val="C35EA4"/>
          </p15:clr>
        </p15:guide>
        <p15:guide id="7" pos="5832" userDrawn="1">
          <p15:clr>
            <a:srgbClr val="C35EA4"/>
          </p15:clr>
        </p15:guide>
        <p15:guide id="8" orient="horz" pos="2528" userDrawn="1">
          <p15:clr>
            <a:srgbClr val="5ACBF0"/>
          </p15:clr>
        </p15:guide>
        <p15:guide id="9" orient="horz" pos="1046"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Gradient 1">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13281843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Gradient 2">
    <p:bg>
      <p:bgPr>
        <a:gradFill>
          <a:gsLst>
            <a:gs pos="100000">
              <a:srgbClr val="BD03F7"/>
            </a:gs>
            <a:gs pos="50000">
              <a:srgbClr val="3539F4"/>
            </a:gs>
            <a:gs pos="0">
              <a:srgbClr val="0068FF"/>
            </a:gs>
          </a:gsLst>
          <a:lin ang="1254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0830712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Header Gradient 3">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22929129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Gradient 4">
    <p:bg>
      <p:bgPr>
        <a:gradFill>
          <a:gsLst>
            <a:gs pos="100000">
              <a:srgbClr val="01AB01"/>
            </a:gs>
            <a:gs pos="50000">
              <a:srgbClr val="0068FF"/>
            </a:gs>
            <a:gs pos="0">
              <a:srgbClr val="3539F4"/>
            </a:gs>
          </a:gsLst>
          <a:lin ang="1986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1"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1"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468062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5ACBF0"/>
          </p15:clr>
        </p15:guide>
        <p15:guide id="2" orient="horz" pos="2342"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D334-3DBF-4D13-804B-67B29A3D48B5}"/>
              </a:ext>
            </a:extLst>
          </p:cNvPr>
          <p:cNvSpPr>
            <a:spLocks noGrp="1"/>
          </p:cNvSpPr>
          <p:nvPr>
            <p:ph type="title" hasCustomPrompt="1"/>
          </p:nvPr>
        </p:nvSpPr>
        <p:spPr>
          <a:xfrm>
            <a:off x="484632" y="484632"/>
            <a:ext cx="8293608" cy="2944368"/>
          </a:xfrm>
        </p:spPr>
        <p:txBody>
          <a:bodyPr anchor="b" anchorCtr="0"/>
          <a:lstStyle>
            <a:lvl1pPr>
              <a:lnSpc>
                <a:spcPct val="90000"/>
              </a:lnSpc>
              <a:defRPr sz="6000" spc="-100" baseline="0"/>
            </a:lvl1pPr>
          </a:lstStyle>
          <a:p>
            <a:r>
              <a:rPr lang="en-US" dirty="0"/>
              <a:t>[Section header title]</a:t>
            </a:r>
          </a:p>
        </p:txBody>
      </p:sp>
      <p:sp>
        <p:nvSpPr>
          <p:cNvPr id="3" name="Text Placeholder 2">
            <a:extLst>
              <a:ext uri="{FF2B5EF4-FFF2-40B4-BE49-F238E27FC236}">
                <a16:creationId xmlns:a16="http://schemas.microsoft.com/office/drawing/2014/main" id="{8112AE54-FEAE-4ACB-873D-AFF95DD8AD39}"/>
              </a:ext>
            </a:extLst>
          </p:cNvPr>
          <p:cNvSpPr>
            <a:spLocks noGrp="1"/>
          </p:cNvSpPr>
          <p:nvPr>
            <p:ph type="body" idx="1" hasCustomPrompt="1"/>
          </p:nvPr>
        </p:nvSpPr>
        <p:spPr>
          <a:xfrm>
            <a:off x="484632" y="3723437"/>
            <a:ext cx="8293608" cy="886968"/>
          </a:xfrm>
        </p:spPr>
        <p:txBody>
          <a:bodyPr>
            <a:noAutofit/>
          </a:bodyPr>
          <a:lstStyle>
            <a:lvl1pPr marL="0" indent="0">
              <a:spcBef>
                <a:spcPts val="0"/>
              </a:spcBef>
              <a:buNone/>
              <a:defRPr sz="1800">
                <a:solidFill>
                  <a:schemeClr val="tx1"/>
                </a:solidFill>
              </a:defRPr>
            </a:lvl1pPr>
            <a:lvl2pPr marL="0" indent="0">
              <a:spcBef>
                <a:spcPts val="0"/>
              </a:spcBef>
              <a:buNone/>
              <a:defRPr sz="1800">
                <a:solidFill>
                  <a:schemeClr val="tx1"/>
                </a:solidFill>
              </a:defRPr>
            </a:lvl2pPr>
            <a:lvl3pPr marL="0" indent="0">
              <a:spcBef>
                <a:spcPts val="0"/>
              </a:spcBef>
              <a:buNone/>
              <a:defRPr sz="1800">
                <a:solidFill>
                  <a:schemeClr val="tx1"/>
                </a:solidFill>
              </a:defRPr>
            </a:lvl3pPr>
            <a:lvl4pPr marL="0" indent="0">
              <a:spcBef>
                <a:spcPts val="0"/>
              </a:spcBef>
              <a:buNone/>
              <a:defRPr sz="1800">
                <a:solidFill>
                  <a:schemeClr val="tx1"/>
                </a:solidFill>
              </a:defRPr>
            </a:lvl4pPr>
            <a:lvl5pPr marL="0" indent="0">
              <a:spcBef>
                <a:spcPts val="0"/>
              </a:spcBef>
              <a:buNone/>
              <a:defRPr sz="1800">
                <a:solidFill>
                  <a:schemeClr val="tx1"/>
                </a:solidFill>
              </a:defRPr>
            </a:lvl5pPr>
            <a:lvl6pPr marL="0" indent="0">
              <a:spcBef>
                <a:spcPts val="0"/>
              </a:spcBef>
              <a:buNone/>
              <a:defRPr sz="1800">
                <a:solidFill>
                  <a:schemeClr val="tx1"/>
                </a:solidFill>
              </a:defRPr>
            </a:lvl6pPr>
            <a:lvl7pPr marL="0" indent="0">
              <a:spcBef>
                <a:spcPts val="0"/>
              </a:spcBef>
              <a:buNone/>
              <a:defRPr sz="1800">
                <a:solidFill>
                  <a:schemeClr val="tx1"/>
                </a:solidFill>
              </a:defRPr>
            </a:lvl7pPr>
            <a:lvl8pPr marL="0" indent="0">
              <a:spcBef>
                <a:spcPts val="0"/>
              </a:spcBef>
              <a:buNone/>
              <a:defRPr sz="1800">
                <a:solidFill>
                  <a:schemeClr val="tx1"/>
                </a:solidFill>
              </a:defRPr>
            </a:lvl8pPr>
            <a:lvl9pPr marL="0" indent="0">
              <a:spcBef>
                <a:spcPts val="0"/>
              </a:spcBef>
              <a:buNone/>
              <a:defRPr sz="1800">
                <a:solidFill>
                  <a:schemeClr val="tx1"/>
                </a:solidFill>
              </a:defRPr>
            </a:lvl9pPr>
          </a:lstStyle>
          <a:p>
            <a:pPr lvl="0"/>
            <a:r>
              <a:rPr lang="en-US" dirty="0"/>
              <a:t>[Optional section header subtitle]</a:t>
            </a:r>
          </a:p>
        </p:txBody>
      </p:sp>
    </p:spTree>
    <p:extLst>
      <p:ext uri="{BB962C8B-B14F-4D97-AF65-F5344CB8AC3E}">
        <p14:creationId xmlns:p14="http://schemas.microsoft.com/office/powerpoint/2010/main" val="38377214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5530" userDrawn="1">
          <p15:clr>
            <a:srgbClr val="C35EA4"/>
          </p15:clr>
        </p15:guide>
        <p15:guide id="2" orient="horz" pos="2160" userDrawn="1">
          <p15:clr>
            <a:srgbClr val="5ACBF0"/>
          </p15:clr>
        </p15:guide>
        <p15:guide id="3" orient="horz" pos="2342"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p:nvPr>
        </p:nvSpPr>
        <p:spPr>
          <a:xfrm>
            <a:off x="484629" y="1664208"/>
            <a:ext cx="11221595" cy="43428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5" name="Text Placeholder 6">
            <a:extLst>
              <a:ext uri="{FF2B5EF4-FFF2-40B4-BE49-F238E27FC236}">
                <a16:creationId xmlns:a16="http://schemas.microsoft.com/office/drawing/2014/main" id="{324DBC0A-09C6-8D5B-7217-D71586B96521}"/>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923336257"/>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8EE12-25FA-4170-8328-55278109322A}"/>
              </a:ext>
            </a:extLst>
          </p:cNvPr>
          <p:cNvSpPr>
            <a:spLocks noGrp="1"/>
          </p:cNvSpPr>
          <p:nvPr>
            <p:ph type="title" hasCustomPrompt="1"/>
          </p:nvPr>
        </p:nvSpPr>
        <p:spPr>
          <a:xfrm>
            <a:off x="484630" y="484632"/>
            <a:ext cx="11219688" cy="534871"/>
          </a:xfrm>
        </p:spPr>
        <p:txBody>
          <a:bodyPr/>
          <a:lstStyle/>
          <a:p>
            <a:r>
              <a:rPr lang="en-US" dirty="0"/>
              <a:t>[Slide title]</a:t>
            </a:r>
          </a:p>
        </p:txBody>
      </p:sp>
      <p:sp>
        <p:nvSpPr>
          <p:cNvPr id="7" name="Text Placeholder 6">
            <a:extLst>
              <a:ext uri="{FF2B5EF4-FFF2-40B4-BE49-F238E27FC236}">
                <a16:creationId xmlns:a16="http://schemas.microsoft.com/office/drawing/2014/main" id="{E6404438-9845-C655-4975-02BDF3CE9651}"/>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3" name="Text Placeholder 6">
            <a:extLst>
              <a:ext uri="{FF2B5EF4-FFF2-40B4-BE49-F238E27FC236}">
                <a16:creationId xmlns:a16="http://schemas.microsoft.com/office/drawing/2014/main" id="{223BF356-CF1D-4355-C776-ED3A225B591C}"/>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57535452"/>
      </p:ext>
    </p:extLst>
  </p:cSld>
  <p:clrMapOvr>
    <a:masterClrMapping/>
  </p:clrMapOvr>
  <p:extLst>
    <p:ext uri="{DCECCB84-F9BA-43D5-87BE-67443E8EF086}">
      <p15:sldGuideLst xmlns:p15="http://schemas.microsoft.com/office/powerpoint/2012/main">
        <p15:guide id="1" orient="horz" pos="1046">
          <p15:clr>
            <a:srgbClr val="5ACBF0"/>
          </p15:clr>
        </p15:guide>
        <p15:guide id="4" orient="horz" pos="1790">
          <p15:clr>
            <a:srgbClr val="5ACBF0"/>
          </p15:clr>
        </p15:guide>
        <p15:guide id="5" orient="horz" pos="2528">
          <p15:clr>
            <a:srgbClr val="5ACBF0"/>
          </p15:clr>
        </p15:guide>
        <p15:guide id="6" orient="horz" pos="32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D1EE69-3DA9-384B-BE69-3C35C5627FA1}"/>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6336790" y="1664208"/>
            <a:ext cx="536752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57A58F2F-CEF9-C6DC-893F-9FC18D2F3F7A}"/>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E8FF44B-DA0D-BCCF-6D23-F5FF84CDB7E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12164743"/>
      </p:ext>
    </p:extLst>
  </p:cSld>
  <p:clrMapOvr>
    <a:masterClrMapping/>
  </p:clrMapOvr>
  <p:extLst>
    <p:ext uri="{DCECCB84-F9BA-43D5-87BE-67443E8EF086}">
      <p15:sldGuideLst xmlns:p15="http://schemas.microsoft.com/office/powerpoint/2012/main">
        <p15:guide id="4" pos="3688" userDrawn="1">
          <p15:clr>
            <a:srgbClr val="C35EA4"/>
          </p15:clr>
        </p15:guide>
        <p15:guide id="5" pos="3988"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24E9832-BC9B-2645-B809-4008C9354C49}"/>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389118"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B9352E71-0FBC-B57C-BA1C-F3123777E3E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087B9522-8FAC-44DF-B41B-8A11FB1BD484}"/>
              </a:ext>
            </a:extLst>
          </p:cNvPr>
          <p:cNvSpPr>
            <a:spLocks noGrp="1"/>
          </p:cNvSpPr>
          <p:nvPr>
            <p:ph type="body" sz="quarter" idx="12"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469634042"/>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E7E91BE-77A9-C842-93FA-10844AAA64EA}"/>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341071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a:extLst>
              <a:ext uri="{FF2B5EF4-FFF2-40B4-BE49-F238E27FC236}">
                <a16:creationId xmlns:a16="http://schemas.microsoft.com/office/drawing/2014/main" id="{3E7CE142-0CA8-FE44-AEBE-6EA0C0C59560}"/>
              </a:ext>
            </a:extLst>
          </p:cNvPr>
          <p:cNvSpPr>
            <a:spLocks noGrp="1"/>
          </p:cNvSpPr>
          <p:nvPr>
            <p:ph sz="quarter" idx="11"/>
          </p:nvPr>
        </p:nvSpPr>
        <p:spPr>
          <a:xfrm>
            <a:off x="633679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5">
            <a:extLst>
              <a:ext uri="{FF2B5EF4-FFF2-40B4-BE49-F238E27FC236}">
                <a16:creationId xmlns:a16="http://schemas.microsoft.com/office/drawing/2014/main" id="{5BC9E542-5C7A-5F45-986F-1849A865FCEA}"/>
              </a:ext>
            </a:extLst>
          </p:cNvPr>
          <p:cNvSpPr>
            <a:spLocks noGrp="1"/>
          </p:cNvSpPr>
          <p:nvPr>
            <p:ph sz="quarter" idx="12"/>
          </p:nvPr>
        </p:nvSpPr>
        <p:spPr>
          <a:xfrm>
            <a:off x="9262870" y="1664208"/>
            <a:ext cx="2441448" cy="4343485"/>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A6DBE3F-E9DB-07F7-7400-D6B010DF7E49}"/>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D16EA0E-7621-054B-BF38-8AB8F8EA5409}"/>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51973460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790" userDrawn="1">
          <p15:clr>
            <a:srgbClr val="5ACBF0"/>
          </p15:clr>
        </p15:guide>
        <p15:guide id="12" orient="horz" pos="2528" userDrawn="1">
          <p15:clr>
            <a:srgbClr val="5ACBF0"/>
          </p15:clr>
        </p15:guide>
        <p15:guide id="13" orient="horz" pos="3274"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389117" y="1664208"/>
            <a:ext cx="7317107"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C3081E74-ED83-D851-4859-957E17BECE4B}"/>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A6E3B703-8571-63E4-0440-637BDB438B4B}"/>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631711836"/>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orient="horz" pos="1046" userDrawn="1">
          <p15:clr>
            <a:srgbClr val="5ACBF0"/>
          </p15:clr>
        </p15:guide>
        <p15:guide id="7" orient="horz" pos="1790" userDrawn="1">
          <p15:clr>
            <a:srgbClr val="5ACBF0"/>
          </p15:clr>
        </p15:guide>
        <p15:guide id="8" orient="horz" pos="2528" userDrawn="1">
          <p15:clr>
            <a:srgbClr val="5ACBF0"/>
          </p15:clr>
        </p15:guide>
        <p15:guide id="9" orient="horz" pos="3274"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35F428F-22C9-3744-B14E-A4E54764A19D}"/>
              </a:ext>
            </a:extLst>
          </p:cNvPr>
          <p:cNvSpPr>
            <a:spLocks noGrp="1"/>
          </p:cNvSpPr>
          <p:nvPr>
            <p:ph type="title" hasCustomPrompt="1"/>
          </p:nvPr>
        </p:nvSpPr>
        <p:spPr/>
        <p:txBody>
          <a:bodyPr/>
          <a:lstStyle/>
          <a:p>
            <a:r>
              <a:rPr lang="en-US" dirty="0"/>
              <a:t>[Slide title]</a:t>
            </a:r>
          </a:p>
        </p:txBody>
      </p:sp>
      <p:sp>
        <p:nvSpPr>
          <p:cNvPr id="12" name="Content Placeholder 2">
            <a:extLst>
              <a:ext uri="{FF2B5EF4-FFF2-40B4-BE49-F238E27FC236}">
                <a16:creationId xmlns:a16="http://schemas.microsoft.com/office/drawing/2014/main" id="{98ADAA52-EED1-B14F-994F-29110053C3AE}"/>
              </a:ext>
            </a:extLst>
          </p:cNvPr>
          <p:cNvSpPr>
            <a:spLocks noGrp="1"/>
          </p:cNvSpPr>
          <p:nvPr>
            <p:ph sz="half" idx="1"/>
          </p:nvPr>
        </p:nvSpPr>
        <p:spPr>
          <a:xfrm>
            <a:off x="484630" y="1664208"/>
            <a:ext cx="7315200"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a:extLst>
              <a:ext uri="{FF2B5EF4-FFF2-40B4-BE49-F238E27FC236}">
                <a16:creationId xmlns:a16="http://schemas.microsoft.com/office/drawing/2014/main" id="{BDFAA7A0-0806-4F40-A79B-E26EC931336B}"/>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0ACE562-9D20-A180-5CD3-97067FCEA4CC}"/>
              </a:ext>
            </a:extLst>
          </p:cNvPr>
          <p:cNvSpPr>
            <a:spLocks noGrp="1"/>
          </p:cNvSpPr>
          <p:nvPr>
            <p:ph type="body" sz="quarter" idx="10"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0EE0415F-39CF-6AAB-F30F-6CF8D85C09E9}"/>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449703550"/>
      </p:ext>
    </p:extLst>
  </p:cSld>
  <p:clrMapOvr>
    <a:masterClrMapping/>
  </p:clrMapOvr>
  <p:extLst>
    <p:ext uri="{DCECCB84-F9BA-43D5-87BE-67443E8EF086}">
      <p15:sldGuideLst xmlns:p15="http://schemas.microsoft.com/office/powerpoint/2012/main">
        <p15:guide id="6" pos="4914" userDrawn="1">
          <p15:clr>
            <a:srgbClr val="C35EA4"/>
          </p15:clr>
        </p15:guide>
        <p15:guide id="7" pos="5222"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Bloc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B6CCDB3-9A66-C84B-90F0-6AE8C64C327F}"/>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28"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233F031B-6175-1A38-B01C-C8A79AF57A16}"/>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E22E2A2-679D-C1C7-BB3B-DA0CFCEAD92A}"/>
              </a:ext>
            </a:extLst>
          </p:cNvPr>
          <p:cNvSpPr>
            <a:spLocks noGrp="1"/>
          </p:cNvSpPr>
          <p:nvPr>
            <p:ph type="body" sz="quarter" idx="11" hasCustomPrompt="1"/>
          </p:nvPr>
        </p:nvSpPr>
        <p:spPr>
          <a:xfrm>
            <a:off x="486537" y="6153150"/>
            <a:ext cx="6828663"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0510650"/>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Bloc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0DB582-5590-B143-9777-AB3E64FCAB81}"/>
              </a:ext>
            </a:extLst>
          </p:cNvPr>
          <p:cNvSpPr>
            <a:spLocks noGrp="1"/>
          </p:cNvSpPr>
          <p:nvPr>
            <p:ph type="title" hasCustomPrompt="1"/>
          </p:nvPr>
        </p:nvSpPr>
        <p:spPr>
          <a:xfrm>
            <a:off x="484630" y="484632"/>
            <a:ext cx="683057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8293606"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C7B07B83-B265-0408-22AB-54965C51ADD3}"/>
              </a:ext>
            </a:extLst>
          </p:cNvPr>
          <p:cNvSpPr>
            <a:spLocks noGrp="1"/>
          </p:cNvSpPr>
          <p:nvPr>
            <p:ph type="body" sz="quarter" idx="10" hasCustomPrompt="1"/>
          </p:nvPr>
        </p:nvSpPr>
        <p:spPr>
          <a:xfrm>
            <a:off x="484631" y="1030944"/>
            <a:ext cx="6830569"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B61D57F-AFB7-D6A0-BC4A-D1E5DEA07C57}"/>
              </a:ext>
            </a:extLst>
          </p:cNvPr>
          <p:cNvSpPr>
            <a:spLocks noGrp="1"/>
          </p:cNvSpPr>
          <p:nvPr>
            <p:ph type="body" sz="quarter" idx="11" hasCustomPrompt="1"/>
          </p:nvPr>
        </p:nvSpPr>
        <p:spPr>
          <a:xfrm>
            <a:off x="486537" y="6153150"/>
            <a:ext cx="6828661"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41092425"/>
      </p:ext>
    </p:extLst>
  </p:cSld>
  <p:clrMapOvr>
    <a:masterClrMapping/>
  </p:clrMapOvr>
  <p:extLst>
    <p:ext uri="{DCECCB84-F9BA-43D5-87BE-67443E8EF086}">
      <p15:sldGuideLst xmlns:p15="http://schemas.microsoft.com/office/powerpoint/2012/main">
        <p15:guide id="5" pos="4608" userDrawn="1">
          <p15:clr>
            <a:srgbClr val="C35EA4"/>
          </p15:clr>
        </p15:guide>
        <p15:guide id="7" pos="5222" userDrawn="1">
          <p15:clr>
            <a:srgbClr val="C35EA4"/>
          </p15:clr>
        </p15:guide>
        <p15:guide id="8" orient="horz" pos="1046" userDrawn="1">
          <p15:clr>
            <a:srgbClr val="5ACBF0"/>
          </p15:clr>
        </p15:guide>
        <p15:guide id="9" pos="4914" userDrawn="1">
          <p15:clr>
            <a:srgbClr val="C35EA4"/>
          </p15:clr>
        </p15:guide>
        <p15:guide id="10" orient="horz" pos="1790" userDrawn="1">
          <p15:clr>
            <a:srgbClr val="5ACBF0"/>
          </p15:clr>
        </p15:guide>
        <p15:guide id="11" orient="horz" pos="2528" userDrawn="1">
          <p15:clr>
            <a:srgbClr val="5ACBF0"/>
          </p15:clr>
        </p15:guide>
        <p15:guide id="12" orient="horz" pos="3274" userDrawn="1">
          <p15:clr>
            <a:srgbClr val="5ACBF0"/>
          </p15:clr>
        </p15:guide>
        <p15:guide id="13" orient="horz" pos="2160" userDrawn="1">
          <p15:clr>
            <a:srgbClr val="5ACBF0"/>
          </p15:clr>
        </p15:guide>
        <p15:guide id="14" orient="horz" pos="1416" userDrawn="1">
          <p15:clr>
            <a:srgbClr val="5ACBF0"/>
          </p15:clr>
        </p15:guide>
        <p15:guide id="15" orient="horz" pos="2898" userDrawn="1">
          <p15:clr>
            <a:srgbClr val="5ACBF0"/>
          </p15:clr>
        </p15:guide>
        <p15:guide id="16" orient="horz" pos="3640"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ay Bloc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3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5E33A794-6327-B840-D041-4032796B828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163518686"/>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ay Bloc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98F0E-8BF8-984D-A0D8-A1E1763A103D}"/>
              </a:ext>
            </a:extLst>
          </p:cNvPr>
          <p:cNvSpPr>
            <a:spLocks noGrp="1"/>
          </p:cNvSpPr>
          <p:nvPr>
            <p:ph type="title" hasCustomPrompt="1"/>
          </p:nvPr>
        </p:nvSpPr>
        <p:spPr>
          <a:xfrm>
            <a:off x="484629" y="484632"/>
            <a:ext cx="3410712" cy="886968"/>
          </a:xfrm>
        </p:spPr>
        <p:txBody>
          <a:bodyPr/>
          <a:lstStyle/>
          <a:p>
            <a:r>
              <a:rPr lang="en-US" dirty="0"/>
              <a:t>[Slide title]</a:t>
            </a:r>
          </a:p>
        </p:txBody>
      </p:sp>
      <p:sp>
        <p:nvSpPr>
          <p:cNvPr id="10" name="Content Placeholder 2">
            <a:extLst>
              <a:ext uri="{FF2B5EF4-FFF2-40B4-BE49-F238E27FC236}">
                <a16:creationId xmlns:a16="http://schemas.microsoft.com/office/drawing/2014/main" id="{BFC4394F-F135-6A45-A000-C39400573828}"/>
              </a:ext>
            </a:extLst>
          </p:cNvPr>
          <p:cNvSpPr>
            <a:spLocks noGrp="1"/>
          </p:cNvSpPr>
          <p:nvPr>
            <p:ph sz="half" idx="1"/>
          </p:nvPr>
        </p:nvSpPr>
        <p:spPr>
          <a:xfrm>
            <a:off x="484629" y="1664208"/>
            <a:ext cx="3410712"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3">
            <a:extLst>
              <a:ext uri="{FF2B5EF4-FFF2-40B4-BE49-F238E27FC236}">
                <a16:creationId xmlns:a16="http://schemas.microsoft.com/office/drawing/2014/main" id="{9BBA97F6-DCE2-B948-A706-9388DC51AE45}"/>
              </a:ext>
            </a:extLst>
          </p:cNvPr>
          <p:cNvSpPr>
            <a:spLocks noGrp="1"/>
          </p:cNvSpPr>
          <p:nvPr>
            <p:ph sz="half" idx="2"/>
          </p:nvPr>
        </p:nvSpPr>
        <p:spPr>
          <a:xfrm>
            <a:off x="4873750" y="1664208"/>
            <a:ext cx="6830568"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6">
            <a:extLst>
              <a:ext uri="{FF2B5EF4-FFF2-40B4-BE49-F238E27FC236}">
                <a16:creationId xmlns:a16="http://schemas.microsoft.com/office/drawing/2014/main" id="{1CF95E6C-B783-1A08-BA51-DB5AF13F8713}"/>
              </a:ext>
            </a:extLst>
          </p:cNvPr>
          <p:cNvSpPr>
            <a:spLocks noGrp="1"/>
          </p:cNvSpPr>
          <p:nvPr>
            <p:ph type="body" sz="quarter" idx="11" hasCustomPrompt="1"/>
          </p:nvPr>
        </p:nvSpPr>
        <p:spPr>
          <a:xfrm>
            <a:off x="486538" y="6153150"/>
            <a:ext cx="34091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393364974"/>
      </p:ext>
    </p:extLst>
  </p:cSld>
  <p:clrMapOvr>
    <a:masterClrMapping/>
  </p:clrMapOvr>
  <p:extLst>
    <p:ext uri="{DCECCB84-F9BA-43D5-87BE-67443E8EF086}">
      <p15:sldGuideLst xmlns:p15="http://schemas.microsoft.com/office/powerpoint/2012/main">
        <p15:guide id="4" pos="2454" userDrawn="1">
          <p15:clr>
            <a:srgbClr val="C35EA4"/>
          </p15:clr>
        </p15:guide>
        <p15:guide id="5" pos="3068" userDrawn="1">
          <p15:clr>
            <a:srgbClr val="C35EA4"/>
          </p15:clr>
        </p15:guide>
        <p15:guide id="6" orient="horz" pos="1046" userDrawn="1">
          <p15:clr>
            <a:srgbClr val="5ACBF0"/>
          </p15:clr>
        </p15:guide>
        <p15:guide id="7" pos="2766" userDrawn="1">
          <p15:clr>
            <a:srgbClr val="C35EA4"/>
          </p15:clr>
        </p15:guide>
        <p15:guide id="8" orient="horz" pos="1790" userDrawn="1">
          <p15:clr>
            <a:srgbClr val="5ACBF0"/>
          </p15:clr>
        </p15:guide>
        <p15:guide id="9" orient="horz" pos="2528" userDrawn="1">
          <p15:clr>
            <a:srgbClr val="5ACBF0"/>
          </p15:clr>
        </p15:guide>
        <p15:guide id="10" orient="horz" pos="3274" userDrawn="1">
          <p15:clr>
            <a:srgbClr val="5ACBF0"/>
          </p15:clr>
        </p15:guide>
        <p15:guide id="11" orient="horz" pos="2160" userDrawn="1">
          <p15:clr>
            <a:srgbClr val="5ACBF0"/>
          </p15:clr>
        </p15:guide>
        <p15:guide id="12" orient="horz" pos="1416" userDrawn="1">
          <p15:clr>
            <a:srgbClr val="5ACBF0"/>
          </p15:clr>
        </p15:guide>
        <p15:guide id="13" orient="horz" pos="2898" userDrawn="1">
          <p15:clr>
            <a:srgbClr val="5ACBF0"/>
          </p15:clr>
        </p15:guide>
        <p15:guide id="14" orient="horz" pos="3640" userDrawn="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Gray Block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3E262BF-36BA-AC48-9A67-EBD60A9FA4DD}"/>
              </a:ext>
            </a:extLst>
          </p:cNvPr>
          <p:cNvSpPr>
            <a:spLocks noGrp="1"/>
          </p:cNvSpPr>
          <p:nvPr>
            <p:ph type="title" hasCustomPrompt="1"/>
          </p:nvPr>
        </p:nvSpPr>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7"/>
            <a:ext cx="7316345" cy="1470337"/>
          </a:xfrm>
        </p:spPr>
        <p:txBody>
          <a:body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CFF30D3B-DD55-43C0-9A96-3AC11E01121D}"/>
              </a:ext>
            </a:extLst>
          </p:cNvPr>
          <p:cNvSpPr>
            <a:spLocks noGrp="1"/>
          </p:cNvSpPr>
          <p:nvPr>
            <p:ph sz="half" idx="2"/>
          </p:nvPr>
        </p:nvSpPr>
        <p:spPr>
          <a:xfrm>
            <a:off x="484630"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4">
            <a:extLst>
              <a:ext uri="{FF2B5EF4-FFF2-40B4-BE49-F238E27FC236}">
                <a16:creationId xmlns:a16="http://schemas.microsoft.com/office/drawing/2014/main" id="{91366E9D-86B5-9B4D-B0BF-0B797DA7375E}"/>
              </a:ext>
            </a:extLst>
          </p:cNvPr>
          <p:cNvSpPr>
            <a:spLocks noGrp="1"/>
          </p:cNvSpPr>
          <p:nvPr>
            <p:ph sz="quarter" idx="10"/>
          </p:nvPr>
        </p:nvSpPr>
        <p:spPr>
          <a:xfrm>
            <a:off x="4389118"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a:extLst>
              <a:ext uri="{FF2B5EF4-FFF2-40B4-BE49-F238E27FC236}">
                <a16:creationId xmlns:a16="http://schemas.microsoft.com/office/drawing/2014/main" id="{8E8F459D-0AFA-9340-8D7B-D52F0F78D16C}"/>
              </a:ext>
            </a:extLst>
          </p:cNvPr>
          <p:cNvSpPr>
            <a:spLocks noGrp="1"/>
          </p:cNvSpPr>
          <p:nvPr>
            <p:ph sz="quarter" idx="11"/>
          </p:nvPr>
        </p:nvSpPr>
        <p:spPr>
          <a:xfrm>
            <a:off x="8293606" y="3723438"/>
            <a:ext cx="3410712" cy="2286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0EED5E02-7F26-6B4D-B42F-9DBCE5F4AE47}"/>
              </a:ext>
            </a:extLst>
          </p:cNvPr>
          <p:cNvSpPr>
            <a:spLocks noGrp="1"/>
          </p:cNvSpPr>
          <p:nvPr>
            <p:ph type="body" sz="quarter" idx="12"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8A7EA39C-96F6-243D-C427-1670BC8A3BE2}"/>
              </a:ext>
            </a:extLst>
          </p:cNvPr>
          <p:cNvSpPr>
            <a:spLocks noGrp="1"/>
          </p:cNvSpPr>
          <p:nvPr>
            <p:ph type="body" sz="quarter" idx="13"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20243599"/>
      </p:ext>
    </p:extLst>
  </p:cSld>
  <p:clrMapOvr>
    <a:masterClrMapping/>
  </p:clrMapOvr>
  <p:extLst>
    <p:ext uri="{DCECCB84-F9BA-43D5-87BE-67443E8EF086}">
      <p15:sldGuideLst xmlns:p15="http://schemas.microsoft.com/office/powerpoint/2012/main">
        <p15:guide id="5" pos="4914" userDrawn="1">
          <p15:clr>
            <a:srgbClr val="C35EA4"/>
          </p15:clr>
        </p15:guide>
        <p15:guide id="7" pos="5222" userDrawn="1">
          <p15:clr>
            <a:srgbClr val="C35EA4"/>
          </p15:clr>
        </p15:guide>
        <p15:guide id="8" orient="horz" pos="1046" userDrawn="1">
          <p15:clr>
            <a:srgbClr val="5ACBF0"/>
          </p15:clr>
        </p15:guide>
        <p15:guide id="9" pos="2762" userDrawn="1">
          <p15:clr>
            <a:srgbClr val="C35EA4"/>
          </p15:clr>
        </p15:guide>
        <p15:guide id="10" pos="2454" userDrawn="1">
          <p15:clr>
            <a:srgbClr val="C35EA4"/>
          </p15:clr>
        </p15:guide>
        <p15:guide id="11" orient="horz" pos="2342" userDrawn="1">
          <p15:clr>
            <a:srgbClr val="5ACBF0"/>
          </p15:clr>
        </p15:guide>
        <p15:guide id="12" orient="horz" pos="1976" userDrawn="1">
          <p15:clr>
            <a:srgbClr val="5ACBF0"/>
          </p15:clr>
        </p15:guide>
        <p15:guide id="13" orient="horz" pos="216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ig Statem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06AA918-9B9E-0742-85A2-22071D36F6F1}"/>
              </a:ext>
            </a:extLst>
          </p:cNvPr>
          <p:cNvSpPr>
            <a:spLocks noGrp="1"/>
          </p:cNvSpPr>
          <p:nvPr>
            <p:ph type="title" hasCustomPrompt="1"/>
          </p:nvPr>
        </p:nvSpPr>
        <p:spPr/>
        <p:txBody>
          <a:bodyPr/>
          <a:lstStyle/>
          <a:p>
            <a:r>
              <a:rPr lang="en-US" dirty="0"/>
              <a:t>[Optional slide title]</a:t>
            </a:r>
          </a:p>
        </p:txBody>
      </p:sp>
      <p:sp>
        <p:nvSpPr>
          <p:cNvPr id="3" name="Content Placeholder 2">
            <a:extLst>
              <a:ext uri="{FF2B5EF4-FFF2-40B4-BE49-F238E27FC236}">
                <a16:creationId xmlns:a16="http://schemas.microsoft.com/office/drawing/2014/main" id="{7E323959-B929-4872-A3D7-1BB1CAD1B2FD}"/>
              </a:ext>
            </a:extLst>
          </p:cNvPr>
          <p:cNvSpPr>
            <a:spLocks noGrp="1"/>
          </p:cNvSpPr>
          <p:nvPr>
            <p:ph idx="1" hasCustomPrompt="1"/>
          </p:nvPr>
        </p:nvSpPr>
        <p:spPr>
          <a:xfrm>
            <a:off x="484630" y="1664208"/>
            <a:ext cx="8293608" cy="4346067"/>
          </a:xfrm>
        </p:spPr>
        <p:txBody>
          <a:bodyPr/>
          <a:lstStyle>
            <a:lvl1pPr marL="0" indent="0">
              <a:lnSpc>
                <a:spcPct val="90000"/>
              </a:lnSpc>
              <a:spcBef>
                <a:spcPts val="0"/>
              </a:spcBef>
              <a:spcAft>
                <a:spcPts val="1200"/>
              </a:spcAft>
              <a:buFontTx/>
              <a:buNone/>
              <a:defRPr sz="6000" spc="-100" baseline="0"/>
            </a:lvl1pPr>
            <a:lvl2pPr marL="0" indent="0">
              <a:spcBef>
                <a:spcPts val="0"/>
              </a:spcBef>
              <a:buFontTx/>
              <a:buNone/>
              <a:defRPr/>
            </a:lvl2pPr>
            <a:lvl3pPr marL="182880" indent="-182880">
              <a:buFont typeface="Verdana" panose="020B0604030504040204" pitchFamily="34" charset="0"/>
              <a:buChar char="–"/>
              <a:defRPr/>
            </a:lvl3pPr>
            <a:lvl4pPr marL="365760">
              <a:defRPr/>
            </a:lvl4pPr>
            <a:lvl5pPr marL="548640">
              <a:defRPr/>
            </a:lvl5pPr>
            <a:lvl6pPr marL="731520">
              <a:defRPr/>
            </a:lvl6pPr>
            <a:lvl7pPr marL="914400">
              <a:defRPr/>
            </a:lvl7pPr>
            <a:lvl8pPr marL="1097280">
              <a:defRPr/>
            </a:lvl8pPr>
            <a:lvl9pPr marL="1280160">
              <a:defRPr/>
            </a:lvl9pPr>
          </a:lstStyle>
          <a:p>
            <a:pPr lvl="0"/>
            <a:r>
              <a:rPr lang="en-US" dirty="0"/>
              <a:t>[Big statement]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Text Placeholder 6">
            <a:extLst>
              <a:ext uri="{FF2B5EF4-FFF2-40B4-BE49-F238E27FC236}">
                <a16:creationId xmlns:a16="http://schemas.microsoft.com/office/drawing/2014/main" id="{666A6A1C-9F01-E7C8-2434-0B1DA07E2DBF}"/>
              </a:ext>
            </a:extLst>
          </p:cNvPr>
          <p:cNvSpPr>
            <a:spLocks noGrp="1"/>
          </p:cNvSpPr>
          <p:nvPr>
            <p:ph type="body" sz="quarter" idx="11"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36286216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46" userDrawn="1">
          <p15:clr>
            <a:srgbClr val="5ACBF0"/>
          </p15:clr>
        </p15:guide>
        <p15:guide id="2" pos="5530" userDrawn="1">
          <p15:clr>
            <a:srgbClr val="C35EA4"/>
          </p15:clr>
        </p15:guide>
        <p15:guide id="3" orient="horz" pos="1790" userDrawn="1">
          <p15:clr>
            <a:srgbClr val="5ACBF0"/>
          </p15:clr>
        </p15:guide>
        <p15:guide id="4" orient="horz" pos="2528" userDrawn="1">
          <p15:clr>
            <a:srgbClr val="5ACBF0"/>
          </p15:clr>
        </p15:guide>
        <p15:guide id="5" orient="horz" pos="3274"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hoto 1">
    <p:spTree>
      <p:nvGrpSpPr>
        <p:cNvPr id="1" name=""/>
        <p:cNvGrpSpPr/>
        <p:nvPr/>
      </p:nvGrpSpPr>
      <p:grpSpPr>
        <a:xfrm>
          <a:off x="0" y="0"/>
          <a:ext cx="0" cy="0"/>
          <a:chOff x="0" y="0"/>
          <a:chExt cx="0" cy="0"/>
        </a:xfrm>
      </p:grpSpPr>
      <p:sp>
        <p:nvSpPr>
          <p:cNvPr id="6" name="Rectangle">
            <a:extLst>
              <a:ext uri="{FF2B5EF4-FFF2-40B4-BE49-F238E27FC236}">
                <a16:creationId xmlns:a16="http://schemas.microsoft.com/office/drawing/2014/main" id="{166C6E5A-3ECC-8C8B-1F79-9615AC5E7104}"/>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6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0215D570-9305-036E-CFE1-4E7CF566E43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5E901853-85AC-6A21-F66D-437FE4F6B208}"/>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1A7970E8-A9A2-1659-B39C-1E3FABDC3E33}"/>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61777742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hoto 1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8F4F4368-3D86-6BC8-B4B9-E42857539847}"/>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79D8B82B-7248-344B-93F6-3B9A6CD620E8}"/>
              </a:ext>
            </a:extLst>
          </p:cNvPr>
          <p:cNvSpPr>
            <a:spLocks noGrp="1"/>
          </p:cNvSpPr>
          <p:nvPr>
            <p:ph type="title" hasCustomPrompt="1"/>
          </p:nvPr>
        </p:nvSpPr>
        <p:spPr>
          <a:xfrm>
            <a:off x="484630" y="484632"/>
            <a:ext cx="7315200" cy="530352"/>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7315200" cy="43447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8290560" y="0"/>
            <a:ext cx="390144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Text Placeholder 6">
            <a:extLst>
              <a:ext uri="{FF2B5EF4-FFF2-40B4-BE49-F238E27FC236}">
                <a16:creationId xmlns:a16="http://schemas.microsoft.com/office/drawing/2014/main" id="{C0640255-E06C-9CA7-3C97-79F52E92B89D}"/>
              </a:ext>
            </a:extLst>
          </p:cNvPr>
          <p:cNvSpPr>
            <a:spLocks noGrp="1"/>
          </p:cNvSpPr>
          <p:nvPr>
            <p:ph type="body" sz="quarter" idx="10" hasCustomPrompt="1"/>
          </p:nvPr>
        </p:nvSpPr>
        <p:spPr>
          <a:xfrm>
            <a:off x="484631" y="1030944"/>
            <a:ext cx="7314438" cy="347663"/>
          </a:xfrm>
        </p:spPr>
        <p:txBody>
          <a:bodyPr/>
          <a:lstStyle>
            <a:lvl1pPr marL="0" indent="0">
              <a:buFontTx/>
              <a:buNone/>
              <a:defRPr sz="1800"/>
            </a:lvl1pPr>
          </a:lstStyle>
          <a:p>
            <a:pPr lvl="0"/>
            <a:r>
              <a:rPr lang="en-US" dirty="0"/>
              <a:t>[Slide subtitle]</a:t>
            </a:r>
          </a:p>
        </p:txBody>
      </p:sp>
      <p:sp>
        <p:nvSpPr>
          <p:cNvPr id="7" name="Text Placeholder 6">
            <a:extLst>
              <a:ext uri="{FF2B5EF4-FFF2-40B4-BE49-F238E27FC236}">
                <a16:creationId xmlns:a16="http://schemas.microsoft.com/office/drawing/2014/main" id="{6DBA3495-BE29-A801-E1F1-B5DB12D938B5}"/>
              </a:ext>
            </a:extLst>
          </p:cNvPr>
          <p:cNvSpPr>
            <a:spLocks noGrp="1"/>
          </p:cNvSpPr>
          <p:nvPr>
            <p:ph type="body" sz="quarter" idx="12" hasCustomPrompt="1"/>
          </p:nvPr>
        </p:nvSpPr>
        <p:spPr>
          <a:xfrm>
            <a:off x="486537" y="6153150"/>
            <a:ext cx="7314438" cy="219075"/>
          </a:xfrm>
        </p:spPr>
        <p:txBody>
          <a:bodyPr/>
          <a:lstStyle>
            <a:lvl1pPr marL="0" indent="0">
              <a:buFontTx/>
              <a:buNone/>
              <a:defRPr sz="800"/>
            </a:lvl1pPr>
          </a:lstStyle>
          <a:p>
            <a:pPr lvl="0"/>
            <a:r>
              <a:rPr lang="en-US" dirty="0"/>
              <a:t>Footnote</a:t>
            </a:r>
          </a:p>
        </p:txBody>
      </p:sp>
      <p:sp>
        <p:nvSpPr>
          <p:cNvPr id="8" name="Slide Number Placeholder 4">
            <a:extLst>
              <a:ext uri="{FF2B5EF4-FFF2-40B4-BE49-F238E27FC236}">
                <a16:creationId xmlns:a16="http://schemas.microsoft.com/office/drawing/2014/main" id="{73FF0E75-801E-2774-9809-E0D627DEB0A5}"/>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3115526937"/>
      </p:ext>
    </p:extLst>
  </p:cSld>
  <p:clrMapOvr>
    <a:masterClrMapping/>
  </p:clrMapOvr>
  <p:extLst>
    <p:ext uri="{DCECCB84-F9BA-43D5-87BE-67443E8EF086}">
      <p15:sldGuideLst xmlns:p15="http://schemas.microsoft.com/office/powerpoint/2012/main">
        <p15:guide id="5" pos="4914" userDrawn="1">
          <p15:clr>
            <a:srgbClr val="C35EA4"/>
          </p15:clr>
        </p15:guide>
        <p15:guide id="7" pos="5220"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64"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Photo 2">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125A3CA9-909C-F8E6-CE7D-094B54E28B3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36B38DE3-4C1B-768F-FFFC-EE4579D88098}"/>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2435911040"/>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Photo 2 - White Logo">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F8E94517-991E-90A3-337D-FC0405B2D025}"/>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8760F2D4-1022-F84E-BEC7-2ED0381CBEF3}"/>
              </a:ext>
            </a:extLst>
          </p:cNvPr>
          <p:cNvSpPr>
            <a:spLocks noGrp="1"/>
          </p:cNvSpPr>
          <p:nvPr>
            <p:ph type="title" hasCustomPrompt="1"/>
          </p:nvPr>
        </p:nvSpPr>
        <p:spPr>
          <a:xfrm>
            <a:off x="484630" y="484632"/>
            <a:ext cx="5367528"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5367528"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6336790" y="0"/>
            <a:ext cx="5855210"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4" name="Slide Number Placeholder 4">
            <a:extLst>
              <a:ext uri="{FF2B5EF4-FFF2-40B4-BE49-F238E27FC236}">
                <a16:creationId xmlns:a16="http://schemas.microsoft.com/office/drawing/2014/main" id="{AED62E86-583F-5B1D-5C1F-0A903CC8E236}"/>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869579156"/>
      </p:ext>
    </p:extLst>
  </p:cSld>
  <p:clrMapOvr>
    <a:masterClrMapping/>
  </p:clrMapOvr>
  <p:extLst>
    <p:ext uri="{DCECCB84-F9BA-43D5-87BE-67443E8EF086}">
      <p15:sldGuideLst xmlns:p15="http://schemas.microsoft.com/office/powerpoint/2012/main">
        <p15:guide id="5" pos="3688" userDrawn="1">
          <p15:clr>
            <a:srgbClr val="C35EA4"/>
          </p15:clr>
        </p15:guide>
        <p15:guide id="7" pos="3988"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Photo 3">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842ADCD7-5E21-10AE-F0EE-1DD4E95AC11D}"/>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BFBFBF"/>
          </a:solidFill>
        </p:spPr>
        <p:txBody>
          <a:bodyPr anchor="ctr" anchorCtr="0">
            <a:normAutofit/>
          </a:bodyPr>
          <a:lstStyle>
            <a:lvl1pPr marL="0" indent="0" algn="ctr">
              <a:spcBef>
                <a:spcPts val="0"/>
              </a:spcBef>
              <a:buFontTx/>
              <a:buNone/>
              <a:defRPr sz="1000" cap="none" baseline="0"/>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5714-6535-FC6B-D032-D7C36B74E7E4}"/>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rgbClr val="000000"/>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048051692"/>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and Photo 3 - White Logo">
    <p:spTree>
      <p:nvGrpSpPr>
        <p:cNvPr id="1" name=""/>
        <p:cNvGrpSpPr/>
        <p:nvPr/>
      </p:nvGrpSpPr>
      <p:grpSpPr>
        <a:xfrm>
          <a:off x="0" y="0"/>
          <a:ext cx="0" cy="0"/>
          <a:chOff x="0" y="0"/>
          <a:chExt cx="0" cy="0"/>
        </a:xfrm>
      </p:grpSpPr>
      <p:sp>
        <p:nvSpPr>
          <p:cNvPr id="4" name="Rectangle">
            <a:extLst>
              <a:ext uri="{FF2B5EF4-FFF2-40B4-BE49-F238E27FC236}">
                <a16:creationId xmlns:a16="http://schemas.microsoft.com/office/drawing/2014/main" id="{FFA0DD6E-2A72-F958-97BE-5B15257FEB5E}"/>
              </a:ext>
              <a:ext uri="{C183D7F6-B498-43B3-948B-1728B52AA6E4}">
                <adec:decorative xmlns:adec="http://schemas.microsoft.com/office/drawing/2017/decorative" val="1"/>
              </a:ext>
            </a:extLst>
          </p:cNvPr>
          <p:cNvSpPr/>
          <p:nvPr userDrawn="1"/>
        </p:nvSpPr>
        <p:spPr bwMode="gray">
          <a:xfrm>
            <a:off x="9937429" y="6372225"/>
            <a:ext cx="2254571" cy="485775"/>
          </a:xfrm>
          <a:prstGeom prst="rect">
            <a:avLst/>
          </a:prstGeom>
          <a:solidFill>
            <a:schemeClr val="bg1"/>
          </a:soli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ACCE61FE-0FEC-2746-A54B-B9D305109F48}"/>
              </a:ext>
            </a:extLst>
          </p:cNvPr>
          <p:cNvSpPr>
            <a:spLocks noGrp="1"/>
          </p:cNvSpPr>
          <p:nvPr>
            <p:ph type="title" hasCustomPrompt="1"/>
          </p:nvPr>
        </p:nvSpPr>
        <p:spPr>
          <a:xfrm>
            <a:off x="484630" y="484632"/>
            <a:ext cx="3411095" cy="886968"/>
          </a:xfrm>
        </p:spPr>
        <p:txBody>
          <a:bodyPr/>
          <a:lstStyle/>
          <a:p>
            <a:r>
              <a:rPr lang="en-US" dirty="0"/>
              <a:t>[Slide title]</a:t>
            </a:r>
          </a:p>
        </p:txBody>
      </p:sp>
      <p:sp>
        <p:nvSpPr>
          <p:cNvPr id="3" name="Content Placeholder 2">
            <a:extLst>
              <a:ext uri="{FF2B5EF4-FFF2-40B4-BE49-F238E27FC236}">
                <a16:creationId xmlns:a16="http://schemas.microsoft.com/office/drawing/2014/main" id="{F2A87E07-D230-4A2B-90EB-BAFE34A4ADA3}"/>
              </a:ext>
            </a:extLst>
          </p:cNvPr>
          <p:cNvSpPr>
            <a:spLocks noGrp="1"/>
          </p:cNvSpPr>
          <p:nvPr>
            <p:ph sz="half" idx="1"/>
          </p:nvPr>
        </p:nvSpPr>
        <p:spPr>
          <a:xfrm>
            <a:off x="484630" y="1664208"/>
            <a:ext cx="3410712" cy="4709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3">
            <a:extLst>
              <a:ext uri="{FF2B5EF4-FFF2-40B4-BE49-F238E27FC236}">
                <a16:creationId xmlns:a16="http://schemas.microsoft.com/office/drawing/2014/main" id="{32EA0FA2-625D-EB4B-9B1B-101F639BEA49}"/>
              </a:ext>
              <a:ext uri="{C183D7F6-B498-43B3-948B-1728B52AA6E4}">
                <adec:decorative xmlns:adec="http://schemas.microsoft.com/office/drawing/2017/decorative" val="1"/>
              </a:ext>
            </a:extLst>
          </p:cNvPr>
          <p:cNvSpPr>
            <a:spLocks noGrp="1"/>
          </p:cNvSpPr>
          <p:nvPr>
            <p:ph type="pic" sz="quarter" idx="11"/>
          </p:nvPr>
        </p:nvSpPr>
        <p:spPr bwMode="gray">
          <a:xfrm>
            <a:off x="4389118" y="0"/>
            <a:ext cx="7802882" cy="6858000"/>
          </a:xfrm>
          <a:solidFill>
            <a:srgbClr val="4D4D4D"/>
          </a:solidFill>
        </p:spPr>
        <p:txBody>
          <a:bodyPr anchor="ctr" anchorCtr="0">
            <a:normAutofit/>
          </a:bodyPr>
          <a:lstStyle>
            <a:lvl1pPr marL="0" indent="0" algn="ctr">
              <a:spcBef>
                <a:spcPts val="0"/>
              </a:spcBef>
              <a:buFontTx/>
              <a:buNone/>
              <a:defRPr sz="1000" cap="none" baseline="0">
                <a:solidFill>
                  <a:schemeClr val="bg1"/>
                </a:solidFill>
              </a:defRPr>
            </a:lvl1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18D2FD1E-9F5C-1B68-069E-C7DBD5E2A1E2}"/>
              </a:ext>
            </a:extLst>
          </p:cNvPr>
          <p:cNvSpPr>
            <a:spLocks noGrp="1" noChangeAspect="1"/>
          </p:cNvSpPr>
          <p:nvPr>
            <p:ph type="sldNum" sz="quarter" idx="4"/>
          </p:nvPr>
        </p:nvSpPr>
        <p:spPr>
          <a:xfrm>
            <a:off x="10424158" y="6478523"/>
            <a:ext cx="1280160" cy="274319"/>
          </a:xfrm>
          <a:prstGeom prst="rect">
            <a:avLst/>
          </a:prstGeom>
          <a:blipFill>
            <a:blip r:embed="rId2"/>
            <a:stretch>
              <a:fillRect/>
            </a:stretch>
          </a:blipFill>
        </p:spPr>
        <p:txBody>
          <a:bodyPr vert="horz" lIns="0" tIns="0" rIns="0" bIns="45720" rtlCol="0" anchor="b" anchorCtr="0"/>
          <a:lstStyle>
            <a:lvl1pPr algn="r">
              <a:defRPr sz="1000">
                <a:solidFill>
                  <a:schemeClr val="bg1"/>
                </a:solidFill>
              </a:defRPr>
            </a:lvl1pPr>
          </a:lstStyle>
          <a:p>
            <a:fld id="{836B39AA-EFE2-F246-9AEF-90AD81E90120}" type="slidenum">
              <a:rPr lang="en-US" smtClean="0"/>
              <a:pPr/>
              <a:t>‹#›</a:t>
            </a:fld>
            <a:endParaRPr lang="en-US" dirty="0"/>
          </a:p>
        </p:txBody>
      </p:sp>
    </p:spTree>
    <p:extLst>
      <p:ext uri="{BB962C8B-B14F-4D97-AF65-F5344CB8AC3E}">
        <p14:creationId xmlns:p14="http://schemas.microsoft.com/office/powerpoint/2010/main" val="1233255733"/>
      </p:ext>
    </p:extLst>
  </p:cSld>
  <p:clrMapOvr>
    <a:masterClrMapping/>
  </p:clrMapOvr>
  <p:extLst>
    <p:ext uri="{DCECCB84-F9BA-43D5-87BE-67443E8EF086}">
      <p15:sldGuideLst xmlns:p15="http://schemas.microsoft.com/office/powerpoint/2012/main">
        <p15:guide id="5" pos="2454" userDrawn="1">
          <p15:clr>
            <a:srgbClr val="C35EA4"/>
          </p15:clr>
        </p15:guide>
        <p15:guide id="7" pos="2764" userDrawn="1">
          <p15:clr>
            <a:srgbClr val="C35EA4"/>
          </p15:clr>
        </p15:guide>
        <p15:guide id="8" orient="horz" pos="1046" userDrawn="1">
          <p15:clr>
            <a:srgbClr val="5ACBF0"/>
          </p15:clr>
        </p15:guide>
        <p15:guide id="9" orient="horz" pos="1790" userDrawn="1">
          <p15:clr>
            <a:srgbClr val="5ACBF0"/>
          </p15:clr>
        </p15:guide>
        <p15:guide id="10" orient="horz" pos="2528" userDrawn="1">
          <p15:clr>
            <a:srgbClr val="5ACBF0"/>
          </p15:clr>
        </p15:guide>
        <p15:guide id="11" orient="horz" pos="3274" userDrawn="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and Three Photo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807BEDD-FEC5-B14D-9AD2-0694B5CAAB23}"/>
              </a:ext>
            </a:extLst>
          </p:cNvPr>
          <p:cNvSpPr>
            <a:spLocks noGrp="1"/>
          </p:cNvSpPr>
          <p:nvPr>
            <p:ph type="title" hasCustomPrompt="1"/>
          </p:nvPr>
        </p:nvSpPr>
        <p:spPr/>
        <p:txBody>
          <a:bodyPr/>
          <a:lstStyle/>
          <a:p>
            <a:r>
              <a:rPr lang="en-US" dirty="0"/>
              <a:t>[Slide title]</a:t>
            </a:r>
          </a:p>
        </p:txBody>
      </p:sp>
      <p:sp>
        <p:nvSpPr>
          <p:cNvPr id="5" name="Picture Placeholder 2">
            <a:extLst>
              <a:ext uri="{FF2B5EF4-FFF2-40B4-BE49-F238E27FC236}">
                <a16:creationId xmlns:a16="http://schemas.microsoft.com/office/drawing/2014/main" id="{C7F0E676-3481-6E4A-891A-6557B314C4C4}"/>
              </a:ext>
            </a:extLst>
          </p:cNvPr>
          <p:cNvSpPr>
            <a:spLocks noGrp="1"/>
          </p:cNvSpPr>
          <p:nvPr>
            <p:ph type="pic" sz="quarter" idx="10"/>
          </p:nvPr>
        </p:nvSpPr>
        <p:spPr>
          <a:xfrm>
            <a:off x="484630"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7" name="Content Placeholder 3">
            <a:extLst>
              <a:ext uri="{FF2B5EF4-FFF2-40B4-BE49-F238E27FC236}">
                <a16:creationId xmlns:a16="http://schemas.microsoft.com/office/drawing/2014/main" id="{843D9716-4D0C-4544-82A3-C6920ADF7255}"/>
              </a:ext>
            </a:extLst>
          </p:cNvPr>
          <p:cNvSpPr>
            <a:spLocks noGrp="1"/>
          </p:cNvSpPr>
          <p:nvPr>
            <p:ph sz="quarter" idx="11"/>
          </p:nvPr>
        </p:nvSpPr>
        <p:spPr>
          <a:xfrm>
            <a:off x="484630"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4">
            <a:extLst>
              <a:ext uri="{FF2B5EF4-FFF2-40B4-BE49-F238E27FC236}">
                <a16:creationId xmlns:a16="http://schemas.microsoft.com/office/drawing/2014/main" id="{539B1119-DC97-6440-B2AD-634248A2E751}"/>
              </a:ext>
            </a:extLst>
          </p:cNvPr>
          <p:cNvSpPr>
            <a:spLocks noGrp="1"/>
          </p:cNvSpPr>
          <p:nvPr>
            <p:ph type="pic" sz="quarter" idx="12"/>
          </p:nvPr>
        </p:nvSpPr>
        <p:spPr>
          <a:xfrm>
            <a:off x="4389118"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3" name="Content Placeholder 5">
            <a:extLst>
              <a:ext uri="{FF2B5EF4-FFF2-40B4-BE49-F238E27FC236}">
                <a16:creationId xmlns:a16="http://schemas.microsoft.com/office/drawing/2014/main" id="{B3928CDD-06EF-B84A-A301-BFAF46E60BEC}"/>
              </a:ext>
            </a:extLst>
          </p:cNvPr>
          <p:cNvSpPr>
            <a:spLocks noGrp="1"/>
          </p:cNvSpPr>
          <p:nvPr>
            <p:ph sz="quarter" idx="13"/>
          </p:nvPr>
        </p:nvSpPr>
        <p:spPr>
          <a:xfrm>
            <a:off x="4389118"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Picture Placeholder 6">
            <a:extLst>
              <a:ext uri="{FF2B5EF4-FFF2-40B4-BE49-F238E27FC236}">
                <a16:creationId xmlns:a16="http://schemas.microsoft.com/office/drawing/2014/main" id="{C932B8B0-B55F-D842-A6C0-39B4BB9798F7}"/>
              </a:ext>
            </a:extLst>
          </p:cNvPr>
          <p:cNvSpPr>
            <a:spLocks noGrp="1"/>
          </p:cNvSpPr>
          <p:nvPr>
            <p:ph type="pic" sz="quarter" idx="14"/>
          </p:nvPr>
        </p:nvSpPr>
        <p:spPr>
          <a:xfrm>
            <a:off x="8293606" y="1664206"/>
            <a:ext cx="3410712" cy="2057400"/>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7" name="Content Placeholder 7">
            <a:extLst>
              <a:ext uri="{FF2B5EF4-FFF2-40B4-BE49-F238E27FC236}">
                <a16:creationId xmlns:a16="http://schemas.microsoft.com/office/drawing/2014/main" id="{59708AC6-8387-2D46-860C-F1B497D62571}"/>
              </a:ext>
            </a:extLst>
          </p:cNvPr>
          <p:cNvSpPr>
            <a:spLocks noGrp="1"/>
          </p:cNvSpPr>
          <p:nvPr>
            <p:ph sz="quarter" idx="15"/>
          </p:nvPr>
        </p:nvSpPr>
        <p:spPr>
          <a:xfrm>
            <a:off x="8293606" y="4017875"/>
            <a:ext cx="3410712" cy="23543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6">
            <a:extLst>
              <a:ext uri="{FF2B5EF4-FFF2-40B4-BE49-F238E27FC236}">
                <a16:creationId xmlns:a16="http://schemas.microsoft.com/office/drawing/2014/main" id="{7DDD333C-5605-149D-8F92-EC10DC7A6F89}"/>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Tree>
    <p:extLst>
      <p:ext uri="{BB962C8B-B14F-4D97-AF65-F5344CB8AC3E}">
        <p14:creationId xmlns:p14="http://schemas.microsoft.com/office/powerpoint/2010/main" val="2595290207"/>
      </p:ext>
    </p:extLst>
  </p:cSld>
  <p:clrMapOvr>
    <a:masterClrMapping/>
  </p:clrMapOvr>
  <p:extLst>
    <p:ext uri="{DCECCB84-F9BA-43D5-87BE-67443E8EF086}">
      <p15:sldGuideLst xmlns:p15="http://schemas.microsoft.com/office/powerpoint/2012/main">
        <p15:guide id="4" pos="2454" userDrawn="1">
          <p15:clr>
            <a:srgbClr val="C35EA4"/>
          </p15:clr>
        </p15:guide>
        <p15:guide id="5" pos="2762" userDrawn="1">
          <p15:clr>
            <a:srgbClr val="C35EA4"/>
          </p15:clr>
        </p15:guide>
        <p15:guide id="6" pos="4912" userDrawn="1">
          <p15:clr>
            <a:srgbClr val="C35EA4"/>
          </p15:clr>
        </p15:guide>
        <p15:guide id="7" pos="5222" userDrawn="1">
          <p15:clr>
            <a:srgbClr val="C35EA4"/>
          </p15:clr>
        </p15:guide>
        <p15:guide id="8" orient="horz" pos="1046" userDrawn="1">
          <p15:clr>
            <a:srgbClr val="5ACBF0"/>
          </p15:clr>
        </p15:guide>
        <p15:guide id="10" orient="horz" pos="2528" userDrawn="1">
          <p15:clr>
            <a:srgbClr val="5ACBF0"/>
          </p15:clr>
        </p15:guide>
        <p15:guide id="11" orient="horz" pos="2346" userDrawn="1">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ext and Four Photo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D2029B6-C7BC-4F4D-88B3-8F8DBFC24D0D}"/>
              </a:ext>
            </a:extLst>
          </p:cNvPr>
          <p:cNvSpPr>
            <a:spLocks noGrp="1"/>
          </p:cNvSpPr>
          <p:nvPr>
            <p:ph type="title" hasCustomPrompt="1"/>
          </p:nvPr>
        </p:nvSpPr>
        <p:spPr/>
        <p:txBody>
          <a:bodyPr/>
          <a:lstStyle/>
          <a:p>
            <a:r>
              <a:rPr lang="en-US" dirty="0"/>
              <a:t>[Slide title]</a:t>
            </a:r>
          </a:p>
        </p:txBody>
      </p:sp>
      <p:sp>
        <p:nvSpPr>
          <p:cNvPr id="7" name="Picture Placeholder 2">
            <a:extLst>
              <a:ext uri="{FF2B5EF4-FFF2-40B4-BE49-F238E27FC236}">
                <a16:creationId xmlns:a16="http://schemas.microsoft.com/office/drawing/2014/main" id="{EA08CE2E-64E0-F542-AC32-8BBB99D092DC}"/>
              </a:ext>
            </a:extLst>
          </p:cNvPr>
          <p:cNvSpPr>
            <a:spLocks noGrp="1"/>
          </p:cNvSpPr>
          <p:nvPr>
            <p:ph type="pic" sz="quarter" idx="10"/>
          </p:nvPr>
        </p:nvSpPr>
        <p:spPr>
          <a:xfrm>
            <a:off x="48463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3" name="Content Placeholder 3">
            <a:extLst>
              <a:ext uri="{FF2B5EF4-FFF2-40B4-BE49-F238E27FC236}">
                <a16:creationId xmlns:a16="http://schemas.microsoft.com/office/drawing/2014/main" id="{F2A87E07-D230-4A2B-90EB-BAFE34A4ADA3}"/>
              </a:ext>
            </a:extLst>
          </p:cNvPr>
          <p:cNvSpPr>
            <a:spLocks noGrp="1"/>
          </p:cNvSpPr>
          <p:nvPr>
            <p:ph sz="half" idx="1"/>
          </p:nvPr>
        </p:nvSpPr>
        <p:spPr>
          <a:xfrm>
            <a:off x="48463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4">
            <a:extLst>
              <a:ext uri="{FF2B5EF4-FFF2-40B4-BE49-F238E27FC236}">
                <a16:creationId xmlns:a16="http://schemas.microsoft.com/office/drawing/2014/main" id="{D6BCD29D-466C-EE40-8EED-8348616E3365}"/>
              </a:ext>
            </a:extLst>
          </p:cNvPr>
          <p:cNvSpPr>
            <a:spLocks noGrp="1"/>
          </p:cNvSpPr>
          <p:nvPr>
            <p:ph type="pic" sz="quarter" idx="13"/>
          </p:nvPr>
        </p:nvSpPr>
        <p:spPr>
          <a:xfrm>
            <a:off x="341071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4" name="Content Placeholder 5">
            <a:extLst>
              <a:ext uri="{FF2B5EF4-FFF2-40B4-BE49-F238E27FC236}">
                <a16:creationId xmlns:a16="http://schemas.microsoft.com/office/drawing/2014/main" id="{CFF30D3B-DD55-43C0-9A96-3AC11E01121D}"/>
              </a:ext>
            </a:extLst>
          </p:cNvPr>
          <p:cNvSpPr>
            <a:spLocks noGrp="1"/>
          </p:cNvSpPr>
          <p:nvPr>
            <p:ph sz="half" idx="2"/>
          </p:nvPr>
        </p:nvSpPr>
        <p:spPr>
          <a:xfrm>
            <a:off x="341071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A4744E8C-2782-1D41-8388-9116FADF1D19}"/>
              </a:ext>
            </a:extLst>
          </p:cNvPr>
          <p:cNvSpPr>
            <a:spLocks noGrp="1"/>
          </p:cNvSpPr>
          <p:nvPr>
            <p:ph type="pic" sz="quarter" idx="14"/>
          </p:nvPr>
        </p:nvSpPr>
        <p:spPr>
          <a:xfrm>
            <a:off x="633679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11" name="Content Placeholder 7">
            <a:extLst>
              <a:ext uri="{FF2B5EF4-FFF2-40B4-BE49-F238E27FC236}">
                <a16:creationId xmlns:a16="http://schemas.microsoft.com/office/drawing/2014/main" id="{3E7CE142-0CA8-FE44-AEBE-6EA0C0C59560}"/>
              </a:ext>
            </a:extLst>
          </p:cNvPr>
          <p:cNvSpPr>
            <a:spLocks noGrp="1"/>
          </p:cNvSpPr>
          <p:nvPr>
            <p:ph sz="quarter" idx="11"/>
          </p:nvPr>
        </p:nvSpPr>
        <p:spPr>
          <a:xfrm>
            <a:off x="633679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Picture Placeholder 8">
            <a:extLst>
              <a:ext uri="{FF2B5EF4-FFF2-40B4-BE49-F238E27FC236}">
                <a16:creationId xmlns:a16="http://schemas.microsoft.com/office/drawing/2014/main" id="{6099DDD5-D089-AD4F-B4E2-5303AA3DBDDA}"/>
              </a:ext>
            </a:extLst>
          </p:cNvPr>
          <p:cNvSpPr>
            <a:spLocks noGrp="1"/>
          </p:cNvSpPr>
          <p:nvPr>
            <p:ph type="pic" sz="quarter" idx="15"/>
          </p:nvPr>
        </p:nvSpPr>
        <p:spPr>
          <a:xfrm>
            <a:off x="9262870" y="1664207"/>
            <a:ext cx="2441448" cy="1472184"/>
          </a:xfrm>
          <a:solidFill>
            <a:srgbClr val="BFBFBF"/>
          </a:solidFill>
        </p:spPr>
        <p:txBody>
          <a:bodyPr anchor="ctr" anchorCtr="0">
            <a:normAutofit/>
          </a:bodyPr>
          <a:lstStyle>
            <a:lvl1pPr marL="0" indent="0" algn="ctr">
              <a:spcBef>
                <a:spcPts val="0"/>
              </a:spcBef>
              <a:buFontTx/>
              <a:buNone/>
              <a:defRPr sz="1000"/>
            </a:lvl1pPr>
          </a:lstStyle>
          <a:p>
            <a:r>
              <a:rPr lang="en-US"/>
              <a:t>Click icon to add picture</a:t>
            </a:r>
            <a:endParaRPr lang="en-US" dirty="0"/>
          </a:p>
        </p:txBody>
      </p:sp>
      <p:sp>
        <p:nvSpPr>
          <p:cNvPr id="9" name="Content Placeholder 9">
            <a:extLst>
              <a:ext uri="{FF2B5EF4-FFF2-40B4-BE49-F238E27FC236}">
                <a16:creationId xmlns:a16="http://schemas.microsoft.com/office/drawing/2014/main" id="{5BC9E542-5C7A-5F45-986F-1849A865FCEA}"/>
              </a:ext>
            </a:extLst>
          </p:cNvPr>
          <p:cNvSpPr>
            <a:spLocks noGrp="1"/>
          </p:cNvSpPr>
          <p:nvPr>
            <p:ph sz="quarter" idx="12"/>
          </p:nvPr>
        </p:nvSpPr>
        <p:spPr>
          <a:xfrm>
            <a:off x="9262870" y="3429000"/>
            <a:ext cx="2441448" cy="2579914"/>
          </a:xfrm>
        </p:spPr>
        <p:txBody>
          <a:bodyPr>
            <a:noAutofit/>
          </a:bodyPr>
          <a:lstStyle>
            <a:lvl1pPr marL="137160" indent="-137160">
              <a:spcBef>
                <a:spcPts val="900"/>
              </a:spcBef>
              <a:defRPr sz="1400"/>
            </a:lvl1pPr>
            <a:lvl2pPr marL="274320" indent="-137160">
              <a:spcBef>
                <a:spcPts val="300"/>
              </a:spcBef>
              <a:defRPr sz="1400"/>
            </a:lvl2pPr>
            <a:lvl3pPr marL="411480" indent="-137160">
              <a:spcBef>
                <a:spcPts val="0"/>
              </a:spcBef>
              <a:defRPr sz="1400"/>
            </a:lvl3pPr>
            <a:lvl4pPr marL="548640" indent="-137160">
              <a:spcBef>
                <a:spcPts val="0"/>
              </a:spcBef>
              <a:defRPr sz="1400"/>
            </a:lvl4pPr>
            <a:lvl5pPr marL="685800" indent="-137160">
              <a:spcBef>
                <a:spcPts val="0"/>
              </a:spcBef>
              <a:defRPr sz="1400"/>
            </a:lvl5pPr>
            <a:lvl6pPr marL="822960" indent="-137160">
              <a:spcBef>
                <a:spcPts val="0"/>
              </a:spcBef>
              <a:defRPr sz="1400"/>
            </a:lvl6pPr>
            <a:lvl7pPr marL="960120" indent="-137160">
              <a:spcBef>
                <a:spcPts val="0"/>
              </a:spcBef>
              <a:defRPr sz="1400"/>
            </a:lvl7pPr>
            <a:lvl8pPr marL="1097280" indent="-137160">
              <a:spcBef>
                <a:spcPts val="0"/>
              </a:spcBef>
              <a:defRPr sz="1400"/>
            </a:lvl8pPr>
            <a:lvl9pPr marL="1234440" indent="-137160">
              <a:spcBef>
                <a:spcPts val="0"/>
              </a:spcBef>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ext Placeholder 6">
            <a:extLst>
              <a:ext uri="{FF2B5EF4-FFF2-40B4-BE49-F238E27FC236}">
                <a16:creationId xmlns:a16="http://schemas.microsoft.com/office/drawing/2014/main" id="{DE3EA358-26F8-903C-E58A-AC5F0E9C82A2}"/>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6" name="Text Placeholder 6">
            <a:extLst>
              <a:ext uri="{FF2B5EF4-FFF2-40B4-BE49-F238E27FC236}">
                <a16:creationId xmlns:a16="http://schemas.microsoft.com/office/drawing/2014/main" id="{E55B1645-A968-D5C8-FE73-1F781F99C76C}"/>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154634959"/>
      </p:ext>
    </p:extLst>
  </p:cSld>
  <p:clrMapOvr>
    <a:masterClrMapping/>
  </p:clrMapOvr>
  <p:extLst>
    <p:ext uri="{DCECCB84-F9BA-43D5-87BE-67443E8EF086}">
      <p15:sldGuideLst xmlns:p15="http://schemas.microsoft.com/office/powerpoint/2012/main">
        <p15:guide id="4" pos="1844" userDrawn="1">
          <p15:clr>
            <a:srgbClr val="C35EA4"/>
          </p15:clr>
        </p15:guide>
        <p15:guide id="5" pos="2146" userDrawn="1">
          <p15:clr>
            <a:srgbClr val="C35EA4"/>
          </p15:clr>
        </p15:guide>
        <p15:guide id="6" pos="5530" userDrawn="1">
          <p15:clr>
            <a:srgbClr val="C35EA4"/>
          </p15:clr>
        </p15:guide>
        <p15:guide id="7" pos="5832" userDrawn="1">
          <p15:clr>
            <a:srgbClr val="C35EA4"/>
          </p15:clr>
        </p15:guide>
        <p15:guide id="8" pos="3688" userDrawn="1">
          <p15:clr>
            <a:srgbClr val="C35EA4"/>
          </p15:clr>
        </p15:guide>
        <p15:guide id="9" pos="3988" userDrawn="1">
          <p15:clr>
            <a:srgbClr val="C35EA4"/>
          </p15:clr>
        </p15:guide>
        <p15:guide id="10" orient="horz" pos="1046" userDrawn="1">
          <p15:clr>
            <a:srgbClr val="5ACBF0"/>
          </p15:clr>
        </p15:guide>
        <p15:guide id="11" orient="horz" pos="1976" userDrawn="1">
          <p15:clr>
            <a:srgbClr val="5ACBF0"/>
          </p15:clr>
        </p15:guide>
        <p15:guide id="12" orient="horz" pos="2158" userDrawn="1">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A704BE5C-6B80-9B0F-1ED5-15FF3358E42B}"/>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1ACD6B16-8BBF-0711-BDA3-94662772CCDB}"/>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1390203051"/>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 Gray">
    <p:bg>
      <p:bgPr>
        <a:solidFill>
          <a:srgbClr val="F2F2F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7921A-18B5-4EC0-B921-CA27E4A3D6A2}"/>
              </a:ext>
            </a:extLst>
          </p:cNvPr>
          <p:cNvSpPr>
            <a:spLocks noGrp="1"/>
          </p:cNvSpPr>
          <p:nvPr>
            <p:ph type="title" hasCustomPrompt="1"/>
          </p:nvPr>
        </p:nvSpPr>
        <p:spPr>
          <a:xfrm>
            <a:off x="484630" y="484632"/>
            <a:ext cx="11219688" cy="530352"/>
          </a:xfrm>
        </p:spPr>
        <p:txBody>
          <a:bodyPr/>
          <a:lstStyle/>
          <a:p>
            <a:r>
              <a:rPr lang="en-US" dirty="0"/>
              <a:t>[Slide title]</a:t>
            </a:r>
          </a:p>
        </p:txBody>
      </p:sp>
      <p:sp>
        <p:nvSpPr>
          <p:cNvPr id="3" name="Text Placeholder 6">
            <a:extLst>
              <a:ext uri="{FF2B5EF4-FFF2-40B4-BE49-F238E27FC236}">
                <a16:creationId xmlns:a16="http://schemas.microsoft.com/office/drawing/2014/main" id="{D9205506-CA75-1055-2CE1-68050A1A7B1E}"/>
              </a:ext>
            </a:extLst>
          </p:cNvPr>
          <p:cNvSpPr>
            <a:spLocks noGrp="1"/>
          </p:cNvSpPr>
          <p:nvPr>
            <p:ph type="body" sz="quarter" idx="16" hasCustomPrompt="1"/>
          </p:nvPr>
        </p:nvSpPr>
        <p:spPr>
          <a:xfrm>
            <a:off x="484631" y="1030944"/>
            <a:ext cx="11219688" cy="347663"/>
          </a:xfrm>
        </p:spPr>
        <p:txBody>
          <a:bodyPr/>
          <a:lstStyle>
            <a:lvl1pPr marL="0" indent="0">
              <a:buFontTx/>
              <a:buNone/>
              <a:defRPr sz="1800"/>
            </a:lvl1pPr>
          </a:lstStyle>
          <a:p>
            <a:pPr lvl="0"/>
            <a:r>
              <a:rPr lang="en-US" dirty="0"/>
              <a:t>[Slide subtitle]</a:t>
            </a:r>
          </a:p>
        </p:txBody>
      </p:sp>
      <p:sp>
        <p:nvSpPr>
          <p:cNvPr id="4" name="Text Placeholder 6">
            <a:extLst>
              <a:ext uri="{FF2B5EF4-FFF2-40B4-BE49-F238E27FC236}">
                <a16:creationId xmlns:a16="http://schemas.microsoft.com/office/drawing/2014/main" id="{C5EC4519-B474-13F5-AA61-40DB2F5A6093}"/>
              </a:ext>
            </a:extLst>
          </p:cNvPr>
          <p:cNvSpPr>
            <a:spLocks noGrp="1"/>
          </p:cNvSpPr>
          <p:nvPr>
            <p:ph type="body" sz="quarter" idx="17" hasCustomPrompt="1"/>
          </p:nvPr>
        </p:nvSpPr>
        <p:spPr>
          <a:xfrm>
            <a:off x="486537" y="6153150"/>
            <a:ext cx="11219688" cy="219075"/>
          </a:xfrm>
        </p:spPr>
        <p:txBody>
          <a:bodyPr/>
          <a:lstStyle>
            <a:lvl1pPr marL="0" indent="0">
              <a:buFontTx/>
              <a:buNone/>
              <a:defRPr sz="800"/>
            </a:lvl1pPr>
          </a:lstStyle>
          <a:p>
            <a:pPr lvl="0"/>
            <a:r>
              <a:rPr lang="en-US" dirty="0"/>
              <a:t>Footnote</a:t>
            </a:r>
          </a:p>
        </p:txBody>
      </p:sp>
    </p:spTree>
    <p:extLst>
      <p:ext uri="{BB962C8B-B14F-4D97-AF65-F5344CB8AC3E}">
        <p14:creationId xmlns:p14="http://schemas.microsoft.com/office/powerpoint/2010/main" val="2434262528"/>
      </p:ext>
    </p:extLst>
  </p:cSld>
  <p:clrMapOvr>
    <a:masterClrMapping/>
  </p:clrMapOvr>
  <p:extLst>
    <p:ext uri="{DCECCB84-F9BA-43D5-87BE-67443E8EF086}">
      <p15:sldGuideLst xmlns:p15="http://schemas.microsoft.com/office/powerpoint/2012/main">
        <p15:guide id="1" orient="horz" pos="1046" userDrawn="1">
          <p15:clr>
            <a:srgbClr val="5ACBF0"/>
          </p15:clr>
        </p15:guide>
        <p15:guide id="2" pos="614" userDrawn="1">
          <p15:clr>
            <a:srgbClr val="C35EA4"/>
          </p15:clr>
        </p15:guide>
        <p15:guide id="3" pos="922" userDrawn="1">
          <p15:clr>
            <a:srgbClr val="C35EA4"/>
          </p15:clr>
        </p15:guide>
        <p15:guide id="4" pos="1228" userDrawn="1">
          <p15:clr>
            <a:srgbClr val="C35EA4"/>
          </p15:clr>
        </p15:guide>
        <p15:guide id="5" pos="1536" userDrawn="1">
          <p15:clr>
            <a:srgbClr val="C35EA4"/>
          </p15:clr>
        </p15:guide>
        <p15:guide id="6" pos="1842" userDrawn="1">
          <p15:clr>
            <a:srgbClr val="C35EA4"/>
          </p15:clr>
        </p15:guide>
        <p15:guide id="7" pos="2150" userDrawn="1">
          <p15:clr>
            <a:srgbClr val="C35EA4"/>
          </p15:clr>
        </p15:guide>
        <p15:guide id="8" pos="2458" userDrawn="1">
          <p15:clr>
            <a:srgbClr val="C35EA4"/>
          </p15:clr>
        </p15:guide>
        <p15:guide id="9" pos="2764" userDrawn="1">
          <p15:clr>
            <a:srgbClr val="C35EA4"/>
          </p15:clr>
        </p15:guide>
        <p15:guide id="10" pos="3072" userDrawn="1">
          <p15:clr>
            <a:srgbClr val="C35EA4"/>
          </p15:clr>
        </p15:guide>
        <p15:guide id="11" pos="3378" userDrawn="1">
          <p15:clr>
            <a:srgbClr val="C35EA4"/>
          </p15:clr>
        </p15:guide>
        <p15:guide id="12" pos="3686" userDrawn="1">
          <p15:clr>
            <a:srgbClr val="C35EA4"/>
          </p15:clr>
        </p15:guide>
        <p15:guide id="13" pos="3994" userDrawn="1">
          <p15:clr>
            <a:srgbClr val="C35EA4"/>
          </p15:clr>
        </p15:guide>
        <p15:guide id="14" pos="4300" userDrawn="1">
          <p15:clr>
            <a:srgbClr val="C35EA4"/>
          </p15:clr>
        </p15:guide>
        <p15:guide id="15" pos="4608" userDrawn="1">
          <p15:clr>
            <a:srgbClr val="C35EA4"/>
          </p15:clr>
        </p15:guide>
        <p15:guide id="16" pos="4914" userDrawn="1">
          <p15:clr>
            <a:srgbClr val="C35EA4"/>
          </p15:clr>
        </p15:guide>
        <p15:guide id="17" pos="5222" userDrawn="1">
          <p15:clr>
            <a:srgbClr val="C35EA4"/>
          </p15:clr>
        </p15:guide>
        <p15:guide id="18" pos="5530" userDrawn="1">
          <p15:clr>
            <a:srgbClr val="C35EA4"/>
          </p15:clr>
        </p15:guide>
        <p15:guide id="19" pos="5836" userDrawn="1">
          <p15:clr>
            <a:srgbClr val="C35EA4"/>
          </p15:clr>
        </p15:guide>
        <p15:guide id="20" pos="6144" userDrawn="1">
          <p15:clr>
            <a:srgbClr val="C35EA4"/>
          </p15:clr>
        </p15:guide>
        <p15:guide id="21" pos="6450" userDrawn="1">
          <p15:clr>
            <a:srgbClr val="C35EA4"/>
          </p15:clr>
        </p15:guide>
        <p15:guide id="22" pos="6758" userDrawn="1">
          <p15:clr>
            <a:srgbClr val="C35EA4"/>
          </p15:clr>
        </p15:guide>
        <p15:guide id="23" pos="7066" userDrawn="1">
          <p15:clr>
            <a:srgbClr val="C35EA4"/>
          </p15:clr>
        </p15:guide>
        <p15:guide id="24" orient="horz" pos="676" userDrawn="1">
          <p15:clr>
            <a:srgbClr val="5ACBF0"/>
          </p15:clr>
        </p15:guide>
        <p15:guide id="25" orient="horz" pos="1418" userDrawn="1">
          <p15:clr>
            <a:srgbClr val="5ACBF0"/>
          </p15:clr>
        </p15:guide>
        <p15:guide id="26" orient="horz" pos="1788" userDrawn="1">
          <p15:clr>
            <a:srgbClr val="5ACBF0"/>
          </p15:clr>
        </p15:guide>
        <p15:guide id="27" orient="horz" pos="2160" userDrawn="1">
          <p15:clr>
            <a:srgbClr val="5ACBF0"/>
          </p15:clr>
        </p15:guide>
        <p15:guide id="28" orient="horz" pos="2530" userDrawn="1">
          <p15:clr>
            <a:srgbClr val="5ACBF0"/>
          </p15:clr>
        </p15:guide>
        <p15:guide id="29" orient="horz" pos="2902" userDrawn="1">
          <p15:clr>
            <a:srgbClr val="5ACBF0"/>
          </p15:clr>
        </p15:guide>
        <p15:guide id="30" orient="horz" pos="3272" userDrawn="1">
          <p15:clr>
            <a:srgbClr val="5ACBF0"/>
          </p15:clr>
        </p15:guide>
        <p15:guide id="31" orient="horz" pos="3644" userDrawn="1">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432715"/>
      </p:ext>
    </p:extLst>
  </p:cSld>
  <p:clrMapOvr>
    <a:masterClrMapping/>
  </p:clrMapOvr>
  <p:extLst>
    <p:ext uri="{DCECCB84-F9BA-43D5-87BE-67443E8EF086}">
      <p15:sldGuideLst xmlns:p15="http://schemas.microsoft.com/office/powerpoint/2012/main">
        <p15:guide id="1" orient="horz" pos="1046" userDrawn="1">
          <p15:clr>
            <a:srgbClr val="5ACBF0"/>
          </p15:clr>
        </p15:guide>
        <p15:guide id="2" orient="horz" pos="676" userDrawn="1">
          <p15:clr>
            <a:srgbClr val="5ACBF0"/>
          </p15:clr>
        </p15:guide>
        <p15:guide id="3" orient="horz" pos="1418" userDrawn="1">
          <p15:clr>
            <a:srgbClr val="5ACBF0"/>
          </p15:clr>
        </p15:guide>
        <p15:guide id="4" orient="horz" pos="1788" userDrawn="1">
          <p15:clr>
            <a:srgbClr val="5ACBF0"/>
          </p15:clr>
        </p15:guide>
        <p15:guide id="5" orient="horz" pos="2160" userDrawn="1">
          <p15:clr>
            <a:srgbClr val="5ACBF0"/>
          </p15:clr>
        </p15:guide>
        <p15:guide id="6" orient="horz" pos="2530" userDrawn="1">
          <p15:clr>
            <a:srgbClr val="5ACBF0"/>
          </p15:clr>
        </p15:guide>
        <p15:guide id="7" orient="horz" pos="2902" userDrawn="1">
          <p15:clr>
            <a:srgbClr val="5ACBF0"/>
          </p15:clr>
        </p15:guide>
        <p15:guide id="8" orient="horz" pos="3272" userDrawn="1">
          <p15:clr>
            <a:srgbClr val="5ACBF0"/>
          </p15:clr>
        </p15:guide>
        <p15:guide id="9" orient="horz" pos="3644" userDrawn="1">
          <p15:clr>
            <a:srgbClr val="5ACBF0"/>
          </p15:clr>
        </p15:guide>
        <p15:guide id="10" pos="614" userDrawn="1">
          <p15:clr>
            <a:srgbClr val="C35EA4"/>
          </p15:clr>
        </p15:guide>
        <p15:guide id="11" pos="922" userDrawn="1">
          <p15:clr>
            <a:srgbClr val="C35EA4"/>
          </p15:clr>
        </p15:guide>
        <p15:guide id="12" pos="1228" userDrawn="1">
          <p15:clr>
            <a:srgbClr val="C35EA4"/>
          </p15:clr>
        </p15:guide>
        <p15:guide id="13" pos="1536" userDrawn="1">
          <p15:clr>
            <a:srgbClr val="C35EA4"/>
          </p15:clr>
        </p15:guide>
        <p15:guide id="14" pos="1842" userDrawn="1">
          <p15:clr>
            <a:srgbClr val="C35EA4"/>
          </p15:clr>
        </p15:guide>
        <p15:guide id="15" pos="2150" userDrawn="1">
          <p15:clr>
            <a:srgbClr val="C35EA4"/>
          </p15:clr>
        </p15:guide>
        <p15:guide id="16" pos="2458" userDrawn="1">
          <p15:clr>
            <a:srgbClr val="C35EA4"/>
          </p15:clr>
        </p15:guide>
        <p15:guide id="17" pos="2764" userDrawn="1">
          <p15:clr>
            <a:srgbClr val="C35EA4"/>
          </p15:clr>
        </p15:guide>
        <p15:guide id="18" pos="3072" userDrawn="1">
          <p15:clr>
            <a:srgbClr val="C35EA4"/>
          </p15:clr>
        </p15:guide>
        <p15:guide id="19" pos="3378" userDrawn="1">
          <p15:clr>
            <a:srgbClr val="C35EA4"/>
          </p15:clr>
        </p15:guide>
        <p15:guide id="20" pos="3686" userDrawn="1">
          <p15:clr>
            <a:srgbClr val="C35EA4"/>
          </p15:clr>
        </p15:guide>
        <p15:guide id="21" pos="3994" userDrawn="1">
          <p15:clr>
            <a:srgbClr val="C35EA4"/>
          </p15:clr>
        </p15:guide>
        <p15:guide id="22" pos="4300" userDrawn="1">
          <p15:clr>
            <a:srgbClr val="C35EA4"/>
          </p15:clr>
        </p15:guide>
        <p15:guide id="23" pos="4608" userDrawn="1">
          <p15:clr>
            <a:srgbClr val="C35EA4"/>
          </p15:clr>
        </p15:guide>
        <p15:guide id="24" pos="4914" userDrawn="1">
          <p15:clr>
            <a:srgbClr val="C35EA4"/>
          </p15:clr>
        </p15:guide>
        <p15:guide id="25" pos="5222" userDrawn="1">
          <p15:clr>
            <a:srgbClr val="C35EA4"/>
          </p15:clr>
        </p15:guide>
        <p15:guide id="26" pos="5530" userDrawn="1">
          <p15:clr>
            <a:srgbClr val="C35EA4"/>
          </p15:clr>
        </p15:guide>
        <p15:guide id="27" pos="5836" userDrawn="1">
          <p15:clr>
            <a:srgbClr val="C35EA4"/>
          </p15:clr>
        </p15:guide>
        <p15:guide id="28" pos="6144" userDrawn="1">
          <p15:clr>
            <a:srgbClr val="C35EA4"/>
          </p15:clr>
        </p15:guide>
        <p15:guide id="29" pos="6450" userDrawn="1">
          <p15:clr>
            <a:srgbClr val="C35EA4"/>
          </p15:clr>
        </p15:guide>
        <p15:guide id="30" pos="6758" userDrawn="1">
          <p15:clr>
            <a:srgbClr val="C35EA4"/>
          </p15:clr>
        </p15:guide>
        <p15:guide id="31" pos="7066" userDrawn="1">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0160C290-CB1C-4634-2F50-C609362A9FDE}"/>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2829318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 Dark Mode">
    <p:bg>
      <p:bgPr>
        <a:solidFill>
          <a:srgbClr val="000000"/>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75CAAB07-BDBC-78DE-C0D5-F0BBD454C857}"/>
              </a:ext>
            </a:extLst>
          </p:cNvPr>
          <p:cNvSpPr>
            <a:spLocks noEditPoints="1"/>
          </p:cNvSpPr>
          <p:nvPr userDrawn="1"/>
        </p:nvSpPr>
        <p:spPr bwMode="black">
          <a:xfrm>
            <a:off x="481330" y="4764913"/>
            <a:ext cx="2057400" cy="438912"/>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Legal">
            <a:extLst>
              <a:ext uri="{FF2B5EF4-FFF2-40B4-BE49-F238E27FC236}">
                <a16:creationId xmlns:a16="http://schemas.microsoft.com/office/drawing/2014/main" id="{E3581ACC-E272-F645-9FF0-9812EE8F4B27}"/>
              </a:ext>
            </a:extLst>
          </p:cNvPr>
          <p:cNvSpPr txBox="1"/>
          <p:nvPr userDrawn="1"/>
        </p:nvSpPr>
        <p:spPr>
          <a:xfrm>
            <a:off x="484631" y="5480917"/>
            <a:ext cx="7318231" cy="886968"/>
          </a:xfrm>
          <a:prstGeom prst="rect">
            <a:avLst/>
          </a:prstGeom>
          <a:noFill/>
        </p:spPr>
        <p:txBody>
          <a:bodyPr wrap="square" lIns="0" tIns="0" rIns="0" bIns="0" rtlCol="0" anchor="b" anchorCtr="0">
            <a:noAutofit/>
          </a:bodyPr>
          <a:lstStyle/>
          <a:p>
            <a:pPr marL="0" indent="0">
              <a:lnSpc>
                <a:spcPct val="100000"/>
              </a:lnSpc>
              <a:spcBef>
                <a:spcPts val="0"/>
              </a:spcBef>
              <a:buSzPct val="100000"/>
              <a:buFontTx/>
              <a:buNone/>
            </a:pPr>
            <a:r>
              <a:rPr lang="en-US" sz="800" dirty="0"/>
              <a:t>© 2025 Micron Technology, Inc. All rights reserved. Information, products, and/or specifications are subject to change without notice. All information is provided on an “AS IS” basis without warranties of any kind. Statements regarding products, including statements regarding product features, availability, functionality, or compatibility, are provided for informational purposes only and do not modify the warranty, if any, applicable to any product. Drawings may not be to scale. Micron, the Micron logo, and other Micron trademarks are the property of Micron Technology, Inc. All other trademarks are the property of their respective owners.</a:t>
            </a:r>
          </a:p>
        </p:txBody>
      </p:sp>
    </p:spTree>
    <p:extLst>
      <p:ext uri="{BB962C8B-B14F-4D97-AF65-F5344CB8AC3E}">
        <p14:creationId xmlns:p14="http://schemas.microsoft.com/office/powerpoint/2010/main" val="10816990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 pos="4914" userDrawn="1">
          <p15:clr>
            <a:srgbClr val="C35EA4"/>
          </p15:clr>
        </p15:guide>
        <p15:guide id="5" orient="horz" pos="3272" userDrawn="1">
          <p15:clr>
            <a:srgbClr val="5ACBF0"/>
          </p15:clr>
        </p15:guide>
        <p15:guide id="6" orient="horz" pos="2528" userDrawn="1">
          <p15:clr>
            <a:srgbClr val="5ACBF0"/>
          </p15:clr>
        </p15:guide>
        <p15:guide id="7" orient="horz" pos="1790" userDrawn="1">
          <p15:clr>
            <a:srgbClr val="5ACBF0"/>
          </p15:clr>
        </p15:guide>
        <p15:guide id="8" orient="horz" pos="1046" userDrawn="1">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8">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7" name="Picture Placeholder 1">
            <a:extLst>
              <a:ext uri="{FF2B5EF4-FFF2-40B4-BE49-F238E27FC236}">
                <a16:creationId xmlns:a16="http://schemas.microsoft.com/office/drawing/2014/main" id="{C437124C-7DAC-2C73-3A3B-40CE8EA5DBD5}"/>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5C44B333-9790-3AFF-A453-DCF924E3ABDE}"/>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0247030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9">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3B7A7532-530A-AE40-D3BD-209CF0F78AEF}"/>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3AFAB3B8-ED81-63FA-3A5F-FF49E1F1D1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188896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10">
    <p:bg>
      <p:bgPr>
        <a:gradFill>
          <a:gsLst>
            <a:gs pos="100000">
              <a:srgbClr val="E60177"/>
            </a:gs>
            <a:gs pos="50000">
              <a:srgbClr val="E81245"/>
            </a:gs>
            <a:gs pos="0">
              <a:srgbClr val="BD03F7"/>
            </a:gs>
          </a:gsLst>
          <a:lin ang="19860000" scaled="0"/>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00E0F8-78E2-9BB1-6926-FD1F124C9D81}"/>
              </a:ext>
            </a:extLst>
          </p:cNvPr>
          <p:cNvSpPr/>
          <p:nvPr userDrawn="1"/>
        </p:nvSpPr>
        <p:spPr>
          <a:xfrm>
            <a:off x="2756950" y="6429829"/>
            <a:ext cx="9435050" cy="428171"/>
          </a:xfrm>
          <a:prstGeom prst="rect">
            <a:avLst/>
          </a:prstGeom>
          <a:gradFill>
            <a:gsLst>
              <a:gs pos="69000">
                <a:srgbClr val="E70E52"/>
              </a:gs>
              <a:gs pos="20000">
                <a:srgbClr val="D90D84">
                  <a:alpha val="70196"/>
                </a:srgbClr>
              </a:gs>
              <a:gs pos="40000">
                <a:srgbClr val="E71248">
                  <a:alpha val="50000"/>
                </a:srgbClr>
              </a:gs>
              <a:gs pos="0">
                <a:srgbClr val="CE09B0"/>
              </a:gs>
              <a:gs pos="100000">
                <a:srgbClr val="E7095F"/>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5D595160-99B1-A89B-8594-F51B441E17ED}"/>
              </a:ext>
              <a:ext uri="{C183D7F6-B498-43B3-948B-1728B52AA6E4}">
                <adec:decorative xmlns:adec="http://schemas.microsoft.com/office/drawing/2017/decorative" val="1"/>
              </a:ext>
            </a:extLst>
          </p:cNvPr>
          <p:cNvSpPr>
            <a:spLocks noGrp="1" noChangeAspect="1"/>
          </p:cNvSpPr>
          <p:nvPr>
            <p:ph type="pic" sz="quarter" idx="10"/>
          </p:nvPr>
        </p:nvSpPr>
        <p:spPr>
          <a:xfrm>
            <a:off x="4129067" y="0"/>
            <a:ext cx="8062934" cy="6858000"/>
          </a:xfrm>
          <a:custGeom>
            <a:avLst/>
            <a:gdLst>
              <a:gd name="connsiteX0" fmla="*/ 2974923 w 8062934"/>
              <a:gd name="connsiteY0" fmla="*/ 0 h 6858000"/>
              <a:gd name="connsiteX1" fmla="*/ 8062934 w 8062934"/>
              <a:gd name="connsiteY1" fmla="*/ 0 h 6858000"/>
              <a:gd name="connsiteX2" fmla="*/ 8062934 w 8062934"/>
              <a:gd name="connsiteY2" fmla="*/ 2506177 h 6858000"/>
              <a:gd name="connsiteX3" fmla="*/ 6634525 w 8062934"/>
              <a:gd name="connsiteY3" fmla="*/ 6858000 h 6858000"/>
              <a:gd name="connsiteX4" fmla="*/ 0 w 8062934"/>
              <a:gd name="connsiteY4" fmla="*/ 6858000 h 6858000"/>
              <a:gd name="connsiteX5" fmla="*/ 3005247 w 8062934"/>
              <a:gd name="connsiteY5" fmla="*/ 681322 h 6858000"/>
              <a:gd name="connsiteX6" fmla="*/ 2974923 w 8062934"/>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2934" h="6858000">
                <a:moveTo>
                  <a:pt x="2974923" y="0"/>
                </a:moveTo>
                <a:lnTo>
                  <a:pt x="8062934" y="0"/>
                </a:lnTo>
                <a:lnTo>
                  <a:pt x="8062934" y="2506177"/>
                </a:lnTo>
                <a:cubicBezTo>
                  <a:pt x="7844283" y="4060742"/>
                  <a:pt x="7351123" y="5527344"/>
                  <a:pt x="6634525" y="6858000"/>
                </a:cubicBezTo>
                <a:lnTo>
                  <a:pt x="0" y="6858000"/>
                </a:lnTo>
                <a:cubicBezTo>
                  <a:pt x="1827407" y="5420187"/>
                  <a:pt x="3005247" y="3185899"/>
                  <a:pt x="3005247" y="681322"/>
                </a:cubicBezTo>
                <a:cubicBezTo>
                  <a:pt x="3005247" y="451016"/>
                  <a:pt x="2994075" y="223909"/>
                  <a:pt x="297492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0ADE40D-11F3-616A-9D17-ABE99492FC3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38665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11">
    <p:bg>
      <p:bgPr>
        <a:gradFill>
          <a:gsLst>
            <a:gs pos="0">
              <a:srgbClr val="01AB01"/>
            </a:gs>
            <a:gs pos="50000">
              <a:srgbClr val="0068FF"/>
            </a:gs>
            <a:gs pos="100000">
              <a:srgbClr val="3539F4"/>
            </a:gs>
          </a:gsLst>
          <a:lin ang="3600000" scaled="0"/>
        </a:gradFill>
        <a:effectLst/>
      </p:bgPr>
    </p:bg>
    <p:spTree>
      <p:nvGrpSpPr>
        <p:cNvPr id="1" name=""/>
        <p:cNvGrpSpPr/>
        <p:nvPr/>
      </p:nvGrpSpPr>
      <p:grpSpPr>
        <a:xfrm>
          <a:off x="0" y="0"/>
          <a:ext cx="0" cy="0"/>
          <a:chOff x="0" y="0"/>
          <a:chExt cx="0" cy="0"/>
        </a:xfrm>
      </p:grpSpPr>
      <p:sp>
        <p:nvSpPr>
          <p:cNvPr id="6" name="Picture Placeholder 1">
            <a:extLst>
              <a:ext uri="{FF2B5EF4-FFF2-40B4-BE49-F238E27FC236}">
                <a16:creationId xmlns:a16="http://schemas.microsoft.com/office/drawing/2014/main" id="{D1DA3984-0649-EF6B-93D6-4362C78F3990}"/>
              </a:ext>
              <a:ext uri="{C183D7F6-B498-43B3-948B-1728B52AA6E4}">
                <adec:decorative xmlns:adec="http://schemas.microsoft.com/office/drawing/2017/decorative" val="1"/>
              </a:ext>
            </a:extLst>
          </p:cNvPr>
          <p:cNvSpPr>
            <a:spLocks noGrp="1" noChangeAspect="1"/>
          </p:cNvSpPr>
          <p:nvPr>
            <p:ph type="pic" sz="quarter" idx="10"/>
          </p:nvPr>
        </p:nvSpPr>
        <p:spPr>
          <a:xfrm>
            <a:off x="2110255" y="1"/>
            <a:ext cx="10081745" cy="6857999"/>
          </a:xfrm>
          <a:custGeom>
            <a:avLst/>
            <a:gdLst>
              <a:gd name="connsiteX0" fmla="*/ 0 w 10081744"/>
              <a:gd name="connsiteY0" fmla="*/ 0 h 6857999"/>
              <a:gd name="connsiteX1" fmla="*/ 8559051 w 10081744"/>
              <a:gd name="connsiteY1" fmla="*/ 0 h 6857999"/>
              <a:gd name="connsiteX2" fmla="*/ 8851903 w 10081744"/>
              <a:gd name="connsiteY2" fmla="*/ 558191 h 6857999"/>
              <a:gd name="connsiteX3" fmla="*/ 10081744 w 10081744"/>
              <a:gd name="connsiteY3" fmla="*/ 5231463 h 6857999"/>
              <a:gd name="connsiteX4" fmla="*/ 10081744 w 10081744"/>
              <a:gd name="connsiteY4" fmla="*/ 6857999 h 6857999"/>
              <a:gd name="connsiteX5" fmla="*/ 4871814 w 10081744"/>
              <a:gd name="connsiteY5" fmla="*/ 6857999 h 6857999"/>
              <a:gd name="connsiteX6" fmla="*/ 285207 w 10081744"/>
              <a:gd name="connsiteY6" fmla="*/ 4384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81744" h="6857999">
                <a:moveTo>
                  <a:pt x="0" y="0"/>
                </a:moveTo>
                <a:lnTo>
                  <a:pt x="8559051" y="0"/>
                </a:lnTo>
                <a:lnTo>
                  <a:pt x="8851903" y="558191"/>
                </a:lnTo>
                <a:cubicBezTo>
                  <a:pt x="9500368" y="1893651"/>
                  <a:pt x="9905495" y="3459087"/>
                  <a:pt x="10081744" y="5231463"/>
                </a:cubicBezTo>
                <a:lnTo>
                  <a:pt x="10081744" y="6857999"/>
                </a:lnTo>
                <a:lnTo>
                  <a:pt x="4871814" y="6857999"/>
                </a:lnTo>
                <a:cubicBezTo>
                  <a:pt x="4749469" y="2691750"/>
                  <a:pt x="3189110" y="549532"/>
                  <a:pt x="285207" y="43841"/>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86C8C10B-1893-1583-BDCB-563AC873AA99}"/>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832914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12">
    <p:bg>
      <p:bgPr>
        <a:gradFill>
          <a:gsLst>
            <a:gs pos="0">
              <a:srgbClr val="0068FF"/>
            </a:gs>
            <a:gs pos="40000">
              <a:srgbClr val="000000"/>
            </a:gs>
            <a:gs pos="100000">
              <a:srgbClr val="4F5A6C"/>
            </a:gs>
          </a:gsLst>
          <a:lin ang="19860000" scaled="0"/>
        </a:gra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A53DC1-6337-429E-77CC-E9E5416EA5B5}"/>
              </a:ext>
            </a:extLst>
          </p:cNvPr>
          <p:cNvSpPr>
            <a:spLocks noGrp="1" noRot="1" noMove="1" noResize="1" noEditPoints="1" noAdjustHandles="1" noChangeArrowheads="1" noChangeShapeType="1"/>
          </p:cNvSpPr>
          <p:nvPr userDrawn="1"/>
        </p:nvSpPr>
        <p:spPr>
          <a:xfrm>
            <a:off x="6858000" y="6429829"/>
            <a:ext cx="5334000" cy="428171"/>
          </a:xfrm>
          <a:prstGeom prst="rect">
            <a:avLst/>
          </a:prstGeom>
          <a:gradFill>
            <a:gsLst>
              <a:gs pos="68000">
                <a:srgbClr val="242931"/>
              </a:gs>
              <a:gs pos="0">
                <a:srgbClr val="000F24">
                  <a:alpha val="35000"/>
                </a:srgbClr>
              </a:gs>
              <a:gs pos="100000">
                <a:srgbClr val="313843"/>
              </a:gs>
            </a:gsLst>
            <a:lin ang="19860000" scaled="0"/>
          </a:gradFill>
          <a:ln w="6350" cap="sq">
            <a:miter lim="800000"/>
          </a:ln>
        </p:spPr>
        <p:style>
          <a:lnRef idx="0">
            <a:schemeClr val="tx1"/>
          </a:lnRef>
          <a:fillRef idx="1">
            <a:schemeClr val="tx1"/>
          </a:fillRef>
          <a:effectRef idx="0">
            <a:srgbClr val="000000"/>
          </a:effectRef>
          <a:fontRef idx="minor">
            <a:schemeClr val="bg1"/>
          </a:fontRef>
        </p:style>
        <p:txBody>
          <a:bodyPr rtlCol="0" anchor="ctr"/>
          <a:lstStyle/>
          <a:p>
            <a:pPr algn="ctr">
              <a:lnSpc>
                <a:spcPct val="100000"/>
              </a:lnSpc>
            </a:pPr>
            <a:endParaRPr lang="en-US" sz="1800"/>
          </a:p>
        </p:txBody>
      </p:sp>
      <p:sp>
        <p:nvSpPr>
          <p:cNvPr id="8" name="Picture Placeholder 1">
            <a:extLst>
              <a:ext uri="{FF2B5EF4-FFF2-40B4-BE49-F238E27FC236}">
                <a16:creationId xmlns:a16="http://schemas.microsoft.com/office/drawing/2014/main" id="{FD11DAF6-BD41-A48B-811D-A1C1CBA6EAB1}"/>
              </a:ext>
              <a:ext uri="{C183D7F6-B498-43B3-948B-1728B52AA6E4}">
                <adec:decorative xmlns:adec="http://schemas.microsoft.com/office/drawing/2017/decorative" val="1"/>
              </a:ext>
            </a:extLst>
          </p:cNvPr>
          <p:cNvSpPr>
            <a:spLocks noGrp="1" noChangeAspect="1"/>
          </p:cNvSpPr>
          <p:nvPr>
            <p:ph type="pic" sz="quarter" idx="10"/>
          </p:nvPr>
        </p:nvSpPr>
        <p:spPr>
          <a:xfrm>
            <a:off x="4165094" y="0"/>
            <a:ext cx="8026906" cy="6858000"/>
          </a:xfrm>
          <a:custGeom>
            <a:avLst/>
            <a:gdLst>
              <a:gd name="connsiteX0" fmla="*/ 6026013 w 8026904"/>
              <a:gd name="connsiteY0" fmla="*/ 0 h 6857998"/>
              <a:gd name="connsiteX1" fmla="*/ 8026904 w 8026904"/>
              <a:gd name="connsiteY1" fmla="*/ 0 h 6857998"/>
              <a:gd name="connsiteX2" fmla="*/ 8026904 w 8026904"/>
              <a:gd name="connsiteY2" fmla="*/ 5193867 h 6857998"/>
              <a:gd name="connsiteX3" fmla="*/ 6050869 w 8026904"/>
              <a:gd name="connsiteY3" fmla="*/ 6565084 h 6857998"/>
              <a:gd name="connsiteX4" fmla="*/ 5860742 w 8026904"/>
              <a:gd name="connsiteY4" fmla="*/ 6857998 h 6857998"/>
              <a:gd name="connsiteX5" fmla="*/ 0 w 8026904"/>
              <a:gd name="connsiteY5" fmla="*/ 6857998 h 6857998"/>
              <a:gd name="connsiteX6" fmla="*/ 101434 w 8026904"/>
              <a:gd name="connsiteY6" fmla="*/ 6409967 h 6857998"/>
              <a:gd name="connsiteX7" fmla="*/ 542017 w 8026904"/>
              <a:gd name="connsiteY7" fmla="*/ 5099087 h 6857998"/>
              <a:gd name="connsiteX8" fmla="*/ 2500042 w 8026904"/>
              <a:gd name="connsiteY8" fmla="*/ 2194236 h 6857998"/>
              <a:gd name="connsiteX9" fmla="*/ 5405407 w 8026904"/>
              <a:gd name="connsiteY9" fmla="*/ 236236 h 6857998"/>
              <a:gd name="connsiteX10" fmla="*/ 6026013 w 8026904"/>
              <a:gd name="connsiteY10"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026904" h="6857998">
                <a:moveTo>
                  <a:pt x="6026013" y="0"/>
                </a:moveTo>
                <a:lnTo>
                  <a:pt x="8026904" y="0"/>
                </a:lnTo>
                <a:lnTo>
                  <a:pt x="8026904" y="5193867"/>
                </a:lnTo>
                <a:cubicBezTo>
                  <a:pt x="7220904" y="5412243"/>
                  <a:pt x="6526488" y="5904839"/>
                  <a:pt x="6050869" y="6565084"/>
                </a:cubicBezTo>
                <a:lnTo>
                  <a:pt x="5860742" y="6857998"/>
                </a:lnTo>
                <a:lnTo>
                  <a:pt x="0" y="6857998"/>
                </a:lnTo>
                <a:lnTo>
                  <a:pt x="101434" y="6409967"/>
                </a:lnTo>
                <a:cubicBezTo>
                  <a:pt x="214270" y="5964434"/>
                  <a:pt x="361265" y="5526670"/>
                  <a:pt x="542017" y="5099087"/>
                </a:cubicBezTo>
                <a:cubicBezTo>
                  <a:pt x="1002588" y="4010304"/>
                  <a:pt x="1661773" y="3032971"/>
                  <a:pt x="2500042" y="2194236"/>
                </a:cubicBezTo>
                <a:cubicBezTo>
                  <a:pt x="3338788" y="1355502"/>
                  <a:pt x="4316134" y="696802"/>
                  <a:pt x="5405407" y="236236"/>
                </a:cubicBezTo>
                <a:cubicBezTo>
                  <a:pt x="5609736" y="149553"/>
                  <a:pt x="5816922" y="70966"/>
                  <a:pt x="6026013"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4" name="Micron" descr="Micron">
            <a:extLst>
              <a:ext uri="{FF2B5EF4-FFF2-40B4-BE49-F238E27FC236}">
                <a16:creationId xmlns:a16="http://schemas.microsoft.com/office/drawing/2014/main" id="{D030DDB7-FB01-2390-8CB9-13BE639ED05C}"/>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407957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13">
    <p:bg>
      <p:bgPr>
        <a:gradFill>
          <a:gsLst>
            <a:gs pos="0">
              <a:srgbClr val="BD03F7"/>
            </a:gs>
            <a:gs pos="25000">
              <a:srgbClr val="000000"/>
            </a:gs>
            <a:gs pos="75000">
              <a:srgbClr val="4F5A6C"/>
            </a:gs>
          </a:gsLst>
          <a:lin ang="1842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484632"/>
            <a:ext cx="5367528" cy="2944368"/>
          </a:xfrm>
        </p:spPr>
        <p:txBody>
          <a:bodyPr anchor="b"/>
          <a:lstStyle>
            <a:lvl1pPr algn="l">
              <a:lnSpc>
                <a:spcPct val="90000"/>
              </a:lnSpc>
              <a:defRPr sz="66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3723437"/>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8" name="Picture Placeholder 1">
            <a:extLst>
              <a:ext uri="{FF2B5EF4-FFF2-40B4-BE49-F238E27FC236}">
                <a16:creationId xmlns:a16="http://schemas.microsoft.com/office/drawing/2014/main" id="{3B62A672-3C49-9CD1-DF1A-D03BF9427383}"/>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09736AE2-F7BD-A33D-B25E-5FC752607BAB}"/>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5219973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14">
    <p:bg>
      <p:bgPr>
        <a:gradFill>
          <a:gsLst>
            <a:gs pos="100000">
              <a:srgbClr val="FDD501"/>
            </a:gs>
            <a:gs pos="1000">
              <a:srgbClr val="E60177"/>
            </a:gs>
          </a:gsLst>
          <a:lin ang="1986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1" y="1662384"/>
            <a:ext cx="5367507"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1" y="4606750"/>
            <a:ext cx="5367507"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6" name="Picture Placeholder 1">
            <a:extLst>
              <a:ext uri="{FF2B5EF4-FFF2-40B4-BE49-F238E27FC236}">
                <a16:creationId xmlns:a16="http://schemas.microsoft.com/office/drawing/2014/main" id="{8C7E6489-8994-5B82-C352-B6CEFB1B5EF8}"/>
              </a:ext>
              <a:ext uri="{C183D7F6-B498-43B3-948B-1728B52AA6E4}">
                <adec:decorative xmlns:adec="http://schemas.microsoft.com/office/drawing/2017/decorative" val="1"/>
              </a:ext>
            </a:extLst>
          </p:cNvPr>
          <p:cNvSpPr>
            <a:spLocks noGrp="1"/>
          </p:cNvSpPr>
          <p:nvPr>
            <p:ph type="pic" sz="quarter" idx="11"/>
          </p:nvPr>
        </p:nvSpPr>
        <p:spPr>
          <a:xfrm>
            <a:off x="6096000" y="0"/>
            <a:ext cx="6096000" cy="6857998"/>
          </a:xfrm>
          <a:custGeom>
            <a:avLst/>
            <a:gdLst>
              <a:gd name="connsiteX0" fmla="*/ 0 w 6096000"/>
              <a:gd name="connsiteY0" fmla="*/ 0 h 6857998"/>
              <a:gd name="connsiteX1" fmla="*/ 6096000 w 6096000"/>
              <a:gd name="connsiteY1" fmla="*/ 0 h 6857998"/>
              <a:gd name="connsiteX2" fmla="*/ 6096000 w 6096000"/>
              <a:gd name="connsiteY2" fmla="*/ 6857998 h 6857998"/>
              <a:gd name="connsiteX3" fmla="*/ 1691605 w 6096000"/>
              <a:gd name="connsiteY3" fmla="*/ 6857998 h 6857998"/>
              <a:gd name="connsiteX4" fmla="*/ 1414253 w 6096000"/>
              <a:gd name="connsiteY4" fmla="*/ 6444450 h 6857998"/>
              <a:gd name="connsiteX5" fmla="*/ 720554 w 6096000"/>
              <a:gd name="connsiteY5" fmla="*/ 5117662 h 6857998"/>
              <a:gd name="connsiteX6" fmla="*/ 0 w 6096000"/>
              <a:gd name="connsiteY6" fmla="*/ 1552498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0" h="6857998">
                <a:moveTo>
                  <a:pt x="0" y="0"/>
                </a:moveTo>
                <a:lnTo>
                  <a:pt x="6096000" y="0"/>
                </a:lnTo>
                <a:lnTo>
                  <a:pt x="6096000" y="6857998"/>
                </a:lnTo>
                <a:lnTo>
                  <a:pt x="1691605" y="6857998"/>
                </a:lnTo>
                <a:lnTo>
                  <a:pt x="1414253" y="6444450"/>
                </a:lnTo>
                <a:cubicBezTo>
                  <a:pt x="1148218" y="6023616"/>
                  <a:pt x="916349" y="5581035"/>
                  <a:pt x="720554" y="5117662"/>
                </a:cubicBezTo>
                <a:cubicBezTo>
                  <a:pt x="242197" y="3986858"/>
                  <a:pt x="0" y="2787406"/>
                  <a:pt x="0" y="1552498"/>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7F2A3E5-5A29-7BCC-2E85-124997C0531A}"/>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45656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4" orient="horz" pos="808">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5">
    <p:bg>
      <p:bgPr>
        <a:gradFill>
          <a:gsLst>
            <a:gs pos="0">
              <a:srgbClr val="BD03F7"/>
            </a:gs>
            <a:gs pos="50000">
              <a:srgbClr val="3539F4"/>
            </a:gs>
            <a:gs pos="100000">
              <a:srgbClr val="0068FF"/>
            </a:gs>
          </a:gsLst>
          <a:lin ang="3600000" scaled="0"/>
        </a:gra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3F8AB78-8FDA-46ED-B308-67C07FAC61F6}"/>
              </a:ext>
            </a:extLst>
          </p:cNvPr>
          <p:cNvSpPr>
            <a:spLocks noGrp="1"/>
          </p:cNvSpPr>
          <p:nvPr>
            <p:ph type="ctrTitle" hasCustomPrompt="1"/>
          </p:nvPr>
        </p:nvSpPr>
        <p:spPr>
          <a:xfrm>
            <a:off x="484632" y="1662384"/>
            <a:ext cx="5367528" cy="2649929"/>
          </a:xfrm>
        </p:spPr>
        <p:txBody>
          <a:bodyPr anchor="b"/>
          <a:lstStyle>
            <a:lvl1pPr algn="l">
              <a:lnSpc>
                <a:spcPct val="90000"/>
              </a:lnSpc>
              <a:defRPr sz="5400" spc="-100" baseline="0">
                <a:solidFill>
                  <a:schemeClr val="tx1"/>
                </a:solidFill>
              </a:defRPr>
            </a:lvl1pPr>
          </a:lstStyle>
          <a:p>
            <a:r>
              <a:rPr lang="en-US" dirty="0"/>
              <a:t>[Presentation title]</a:t>
            </a:r>
          </a:p>
        </p:txBody>
      </p:sp>
      <p:sp>
        <p:nvSpPr>
          <p:cNvPr id="3" name="Subtitle 3">
            <a:extLst>
              <a:ext uri="{FF2B5EF4-FFF2-40B4-BE49-F238E27FC236}">
                <a16:creationId xmlns:a16="http://schemas.microsoft.com/office/drawing/2014/main" id="{61892C3E-3DA9-484B-A45D-DEED5EFA6C48}"/>
              </a:ext>
            </a:extLst>
          </p:cNvPr>
          <p:cNvSpPr>
            <a:spLocks noGrp="1"/>
          </p:cNvSpPr>
          <p:nvPr>
            <p:ph type="subTitle" idx="1" hasCustomPrompt="1"/>
          </p:nvPr>
        </p:nvSpPr>
        <p:spPr>
          <a:xfrm>
            <a:off x="484632" y="4606750"/>
            <a:ext cx="5367528" cy="886968"/>
          </a:xfrm>
        </p:spPr>
        <p:txBody>
          <a:bodyPr>
            <a:noAutofit/>
          </a:bodyPr>
          <a:lstStyle>
            <a:lvl1pPr marL="0" indent="0" algn="l">
              <a:lnSpc>
                <a:spcPct val="100000"/>
              </a:lnSpc>
              <a:spcBef>
                <a:spcPts val="0"/>
              </a:spcBef>
              <a:buNone/>
              <a:defRPr sz="1800">
                <a:solidFill>
                  <a:schemeClr val="tx1"/>
                </a:solidFill>
              </a:defRPr>
            </a:lvl1pPr>
            <a:lvl2pPr marL="0" indent="0" algn="l">
              <a:lnSpc>
                <a:spcPct val="100000"/>
              </a:lnSpc>
              <a:spcBef>
                <a:spcPts val="0"/>
              </a:spcBef>
              <a:buNone/>
              <a:defRPr sz="1800">
                <a:solidFill>
                  <a:schemeClr val="tx1"/>
                </a:solidFill>
              </a:defRPr>
            </a:lvl2pPr>
            <a:lvl3pPr marL="0" indent="0" algn="l">
              <a:lnSpc>
                <a:spcPct val="100000"/>
              </a:lnSpc>
              <a:spcBef>
                <a:spcPts val="0"/>
              </a:spcBef>
              <a:buNone/>
              <a:defRPr sz="1800">
                <a:solidFill>
                  <a:schemeClr val="tx1"/>
                </a:solidFill>
              </a:defRPr>
            </a:lvl3pPr>
            <a:lvl4pPr marL="0" indent="0" algn="l">
              <a:lnSpc>
                <a:spcPct val="100000"/>
              </a:lnSpc>
              <a:spcBef>
                <a:spcPts val="0"/>
              </a:spcBef>
              <a:buNone/>
              <a:defRPr sz="1800">
                <a:solidFill>
                  <a:schemeClr val="tx1"/>
                </a:solidFill>
              </a:defRPr>
            </a:lvl4pPr>
            <a:lvl5pPr marL="0" indent="0" algn="l">
              <a:lnSpc>
                <a:spcPct val="100000"/>
              </a:lnSpc>
              <a:spcBef>
                <a:spcPts val="0"/>
              </a:spcBef>
              <a:buNone/>
              <a:defRPr sz="1800">
                <a:solidFill>
                  <a:schemeClr val="tx1"/>
                </a:solidFill>
              </a:defRPr>
            </a:lvl5pPr>
            <a:lvl6pPr marL="0" indent="0" algn="l">
              <a:lnSpc>
                <a:spcPct val="100000"/>
              </a:lnSpc>
              <a:spcBef>
                <a:spcPts val="0"/>
              </a:spcBef>
              <a:buNone/>
              <a:defRPr sz="1800">
                <a:solidFill>
                  <a:schemeClr val="tx1"/>
                </a:solidFill>
              </a:defRPr>
            </a:lvl6pPr>
            <a:lvl7pPr marL="0" indent="0" algn="l">
              <a:lnSpc>
                <a:spcPct val="100000"/>
              </a:lnSpc>
              <a:spcBef>
                <a:spcPts val="0"/>
              </a:spcBef>
              <a:buNone/>
              <a:defRPr sz="1800">
                <a:solidFill>
                  <a:schemeClr val="tx1"/>
                </a:solidFill>
              </a:defRPr>
            </a:lvl7pPr>
            <a:lvl8pPr marL="0" indent="0" algn="l">
              <a:lnSpc>
                <a:spcPct val="100000"/>
              </a:lnSpc>
              <a:spcBef>
                <a:spcPts val="0"/>
              </a:spcBef>
              <a:buNone/>
              <a:defRPr sz="1800">
                <a:solidFill>
                  <a:schemeClr val="tx1"/>
                </a:solidFill>
              </a:defRPr>
            </a:lvl8pPr>
            <a:lvl9pPr marL="0" indent="0" algn="l">
              <a:lnSpc>
                <a:spcPct val="100000"/>
              </a:lnSpc>
              <a:spcBef>
                <a:spcPts val="0"/>
              </a:spcBef>
              <a:buNone/>
              <a:defRPr sz="1800">
                <a:solidFill>
                  <a:schemeClr val="tx1"/>
                </a:solidFill>
              </a:defRPr>
            </a:lvl9pPr>
          </a:lstStyle>
          <a:p>
            <a:r>
              <a:rPr lang="en-US" dirty="0"/>
              <a:t>[Month 00, 0000]</a:t>
            </a:r>
            <a:br>
              <a:rPr lang="en-US" dirty="0"/>
            </a:br>
            <a:r>
              <a:rPr lang="en-US" dirty="0"/>
              <a:t>[Presenter Name]</a:t>
            </a:r>
            <a:br>
              <a:rPr lang="en-US" dirty="0"/>
            </a:br>
            <a:r>
              <a:rPr lang="en-US" dirty="0"/>
              <a:t>[Title]</a:t>
            </a:r>
          </a:p>
        </p:txBody>
      </p:sp>
      <p:sp>
        <p:nvSpPr>
          <p:cNvPr id="5" name="Picture Placeholder 1">
            <a:extLst>
              <a:ext uri="{FF2B5EF4-FFF2-40B4-BE49-F238E27FC236}">
                <a16:creationId xmlns:a16="http://schemas.microsoft.com/office/drawing/2014/main" id="{0ABF8673-84C0-EF57-C8E2-AB6E6ABA3C85}"/>
              </a:ext>
              <a:ext uri="{C183D7F6-B498-43B3-948B-1728B52AA6E4}">
                <adec:decorative xmlns:adec="http://schemas.microsoft.com/office/drawing/2017/decorative" val="1"/>
              </a:ext>
            </a:extLst>
          </p:cNvPr>
          <p:cNvSpPr>
            <a:spLocks noGrp="1" noChangeAspect="1"/>
          </p:cNvSpPr>
          <p:nvPr>
            <p:ph type="pic" sz="quarter" idx="10"/>
          </p:nvPr>
        </p:nvSpPr>
        <p:spPr>
          <a:xfrm>
            <a:off x="6096000" y="0"/>
            <a:ext cx="6095998" cy="6858000"/>
          </a:xfrm>
          <a:custGeom>
            <a:avLst/>
            <a:gdLst>
              <a:gd name="connsiteX0" fmla="*/ 0 w 6095998"/>
              <a:gd name="connsiteY0" fmla="*/ 0 h 6858000"/>
              <a:gd name="connsiteX1" fmla="*/ 4604798 w 6095998"/>
              <a:gd name="connsiteY1" fmla="*/ 0 h 6858000"/>
              <a:gd name="connsiteX2" fmla="*/ 6040210 w 6095998"/>
              <a:gd name="connsiteY2" fmla="*/ 2404182 h 6858000"/>
              <a:gd name="connsiteX3" fmla="*/ 6095998 w 6095998"/>
              <a:gd name="connsiteY3" fmla="*/ 2433130 h 6858000"/>
              <a:gd name="connsiteX4" fmla="*/ 6095998 w 6095998"/>
              <a:gd name="connsiteY4" fmla="*/ 6858000 h 6858000"/>
              <a:gd name="connsiteX5" fmla="*/ 3298262 w 6095998"/>
              <a:gd name="connsiteY5" fmla="*/ 6858000 h 6858000"/>
              <a:gd name="connsiteX6" fmla="*/ 0 w 6095998"/>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8" h="6858000">
                <a:moveTo>
                  <a:pt x="0" y="0"/>
                </a:moveTo>
                <a:lnTo>
                  <a:pt x="4604798" y="0"/>
                </a:lnTo>
                <a:cubicBezTo>
                  <a:pt x="4699501" y="1143160"/>
                  <a:pt x="5213830" y="1942198"/>
                  <a:pt x="6040210" y="2404182"/>
                </a:cubicBezTo>
                <a:lnTo>
                  <a:pt x="6095998" y="2433130"/>
                </a:lnTo>
                <a:lnTo>
                  <a:pt x="6095998" y="6858000"/>
                </a:lnTo>
                <a:lnTo>
                  <a:pt x="3298262" y="6858000"/>
                </a:lnTo>
                <a:cubicBezTo>
                  <a:pt x="1081632" y="5713889"/>
                  <a:pt x="69568" y="3489492"/>
                  <a:pt x="0" y="0"/>
                </a:cubicBezTo>
                <a:close/>
              </a:path>
            </a:pathLst>
          </a:custGeom>
          <a:solidFill>
            <a:srgbClr val="F2F2F2"/>
          </a:solidFill>
        </p:spPr>
        <p:txBody>
          <a:bodyPr wrap="square" anchor="ctr" anchorCtr="0">
            <a:noAutofit/>
          </a:bodyPr>
          <a:lstStyle>
            <a:lvl1pPr marL="0" indent="0" algn="ctr">
              <a:spcBef>
                <a:spcPts val="0"/>
              </a:spcBef>
              <a:buFontTx/>
              <a:buNone/>
              <a:defRPr sz="1000">
                <a:solidFill>
                  <a:schemeClr val="bg1"/>
                </a:solidFill>
              </a:defRPr>
            </a:lvl1pPr>
          </a:lstStyle>
          <a:p>
            <a:r>
              <a:rPr lang="en-US"/>
              <a:t>Click icon to add picture</a:t>
            </a:r>
          </a:p>
        </p:txBody>
      </p:sp>
      <p:sp>
        <p:nvSpPr>
          <p:cNvPr id="4" name="Micron" descr="Micron">
            <a:extLst>
              <a:ext uri="{FF2B5EF4-FFF2-40B4-BE49-F238E27FC236}">
                <a16:creationId xmlns:a16="http://schemas.microsoft.com/office/drawing/2014/main" id="{E358D5E2-08E3-563A-E477-E855F424A28D}"/>
              </a:ext>
            </a:extLst>
          </p:cNvPr>
          <p:cNvSpPr>
            <a:spLocks noEditPoints="1"/>
          </p:cNvSpPr>
          <p:nvPr userDrawn="1"/>
        </p:nvSpPr>
        <p:spPr bwMode="black">
          <a:xfrm>
            <a:off x="481330" y="6087033"/>
            <a:ext cx="1363726" cy="290928"/>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6522993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88">
          <p15:clr>
            <a:srgbClr val="C35EA4"/>
          </p15:clr>
        </p15:guide>
        <p15:guide id="5" orient="horz" pos="808">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FE067F-9566-F215-846B-56ADBEF58BF0}"/>
              </a:ext>
            </a:extLst>
          </p:cNvPr>
          <p:cNvSpPr>
            <a:spLocks noGrp="1" noChangeArrowheads="1"/>
          </p:cNvSpPr>
          <p:nvPr>
            <p:ph type="sldNum" sz="quarter" idx="10"/>
          </p:nvPr>
        </p:nvSpPr>
        <p:spPr>
          <a:ln/>
        </p:spPr>
        <p:txBody>
          <a:bodyPr/>
          <a:lstStyle>
            <a:lvl1pPr>
              <a:defRPr/>
            </a:lvl1pPr>
          </a:lstStyle>
          <a:p>
            <a:r>
              <a:rPr lang="en-US" altLang="en-US"/>
              <a:t>Page </a:t>
            </a:r>
            <a:fld id="{2176F38B-C9AA-4932-BE19-B3F0092FCA3A}" type="slidenum">
              <a:rPr lang="en-US" altLang="en-US"/>
              <a:pPr/>
              <a:t>‹#›</a:t>
            </a:fld>
            <a:endParaRPr lang="en-US" altLang="en-US"/>
          </a:p>
        </p:txBody>
      </p:sp>
    </p:spTree>
    <p:extLst>
      <p:ext uri="{BB962C8B-B14F-4D97-AF65-F5344CB8AC3E}">
        <p14:creationId xmlns:p14="http://schemas.microsoft.com/office/powerpoint/2010/main" val="269011384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Micron" descr="Micron">
            <a:extLst>
              <a:ext uri="{FF2B5EF4-FFF2-40B4-BE49-F238E27FC236}">
                <a16:creationId xmlns:a16="http://schemas.microsoft.com/office/drawing/2014/main" id="{2CCDC3B6-7807-A248-F592-2281D445747D}"/>
              </a:ext>
            </a:extLst>
          </p:cNvPr>
          <p:cNvSpPr>
            <a:spLocks noChangeAspect="1" noEditPoints="1"/>
          </p:cNvSpPr>
          <p:nvPr userDrawn="1"/>
        </p:nvSpPr>
        <p:spPr bwMode="black">
          <a:xfrm>
            <a:off x="10497310" y="6530955"/>
            <a:ext cx="704088" cy="152674"/>
          </a:xfrm>
          <a:custGeom>
            <a:avLst/>
            <a:gdLst>
              <a:gd name="T0" fmla="*/ 2517 w 2879"/>
              <a:gd name="T1" fmla="*/ 180 h 617"/>
              <a:gd name="T2" fmla="*/ 2700 w 2879"/>
              <a:gd name="T3" fmla="*/ 470 h 617"/>
              <a:gd name="T4" fmla="*/ 2879 w 2879"/>
              <a:gd name="T5" fmla="*/ 527 h 617"/>
              <a:gd name="T6" fmla="*/ 2755 w 2879"/>
              <a:gd name="T7" fmla="*/ 607 h 617"/>
              <a:gd name="T8" fmla="*/ 2612 w 2879"/>
              <a:gd name="T9" fmla="*/ 381 h 617"/>
              <a:gd name="T10" fmla="*/ 2422 w 2879"/>
              <a:gd name="T11" fmla="*/ 381 h 617"/>
              <a:gd name="T12" fmla="*/ 2334 w 2879"/>
              <a:gd name="T13" fmla="*/ 607 h 617"/>
              <a:gd name="T14" fmla="*/ 2517 w 2879"/>
              <a:gd name="T15" fmla="*/ 180 h 617"/>
              <a:gd name="T16" fmla="*/ 2037 w 2879"/>
              <a:gd name="T17" fmla="*/ 536 h 617"/>
              <a:gd name="T18" fmla="*/ 2037 w 2879"/>
              <a:gd name="T19" fmla="*/ 260 h 617"/>
              <a:gd name="T20" fmla="*/ 2037 w 2879"/>
              <a:gd name="T21" fmla="*/ 536 h 617"/>
              <a:gd name="T22" fmla="*/ 2037 w 2879"/>
              <a:gd name="T23" fmla="*/ 180 h 617"/>
              <a:gd name="T24" fmla="*/ 2037 w 2879"/>
              <a:gd name="T25" fmla="*/ 617 h 617"/>
              <a:gd name="T26" fmla="*/ 2037 w 2879"/>
              <a:gd name="T27" fmla="*/ 180 h 617"/>
              <a:gd name="T28" fmla="*/ 1715 w 2879"/>
              <a:gd name="T29" fmla="*/ 180 h 617"/>
              <a:gd name="T30" fmla="*/ 1769 w 2879"/>
              <a:gd name="T31" fmla="*/ 270 h 617"/>
              <a:gd name="T32" fmla="*/ 1638 w 2879"/>
              <a:gd name="T33" fmla="*/ 369 h 617"/>
              <a:gd name="T34" fmla="*/ 1552 w 2879"/>
              <a:gd name="T35" fmla="*/ 607 h 617"/>
              <a:gd name="T36" fmla="*/ 1715 w 2879"/>
              <a:gd name="T37" fmla="*/ 180 h 617"/>
              <a:gd name="T38" fmla="*/ 1344 w 2879"/>
              <a:gd name="T39" fmla="*/ 180 h 617"/>
              <a:gd name="T40" fmla="*/ 1430 w 2879"/>
              <a:gd name="T41" fmla="*/ 278 h 617"/>
              <a:gd name="T42" fmla="*/ 1235 w 2879"/>
              <a:gd name="T43" fmla="*/ 398 h 617"/>
              <a:gd name="T44" fmla="*/ 1434 w 2879"/>
              <a:gd name="T45" fmla="*/ 516 h 617"/>
              <a:gd name="T46" fmla="*/ 1344 w 2879"/>
              <a:gd name="T47" fmla="*/ 617 h 617"/>
              <a:gd name="T48" fmla="*/ 1344 w 2879"/>
              <a:gd name="T49" fmla="*/ 180 h 617"/>
              <a:gd name="T50" fmla="*/ 948 w 2879"/>
              <a:gd name="T51" fmla="*/ 190 h 617"/>
              <a:gd name="T52" fmla="*/ 1036 w 2879"/>
              <a:gd name="T53" fmla="*/ 607 h 617"/>
              <a:gd name="T54" fmla="*/ 948 w 2879"/>
              <a:gd name="T55" fmla="*/ 190 h 617"/>
              <a:gd name="T56" fmla="*/ 992 w 2879"/>
              <a:gd name="T57" fmla="*/ 0 h 617"/>
              <a:gd name="T58" fmla="*/ 992 w 2879"/>
              <a:gd name="T59" fmla="*/ 112 h 617"/>
              <a:gd name="T60" fmla="*/ 992 w 2879"/>
              <a:gd name="T61" fmla="*/ 0 h 617"/>
              <a:gd name="T62" fmla="*/ 0 w 2879"/>
              <a:gd name="T63" fmla="*/ 527 h 617"/>
              <a:gd name="T64" fmla="*/ 179 w 2879"/>
              <a:gd name="T65" fmla="*/ 470 h 617"/>
              <a:gd name="T66" fmla="*/ 359 w 2879"/>
              <a:gd name="T67" fmla="*/ 180 h 617"/>
              <a:gd name="T68" fmla="*/ 631 w 2879"/>
              <a:gd name="T69" fmla="*/ 180 h 617"/>
              <a:gd name="T70" fmla="*/ 812 w 2879"/>
              <a:gd name="T71" fmla="*/ 607 h 617"/>
              <a:gd name="T72" fmla="*/ 724 w 2879"/>
              <a:gd name="T73" fmla="*/ 381 h 617"/>
              <a:gd name="T74" fmla="*/ 539 w 2879"/>
              <a:gd name="T75" fmla="*/ 381 h 617"/>
              <a:gd name="T76" fmla="*/ 451 w 2879"/>
              <a:gd name="T77" fmla="*/ 607 h 617"/>
              <a:gd name="T78" fmla="*/ 359 w 2879"/>
              <a:gd name="T79" fmla="*/ 260 h 617"/>
              <a:gd name="T80" fmla="*/ 267 w 2879"/>
              <a:gd name="T81" fmla="*/ 470 h 617"/>
              <a:gd name="T82" fmla="*/ 0 w 2879"/>
              <a:gd name="T83" fmla="*/ 607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879" h="617">
                <a:moveTo>
                  <a:pt x="2517" y="180"/>
                </a:moveTo>
                <a:lnTo>
                  <a:pt x="2517" y="180"/>
                </a:lnTo>
                <a:cubicBezTo>
                  <a:pt x="2638" y="180"/>
                  <a:pt x="2700" y="249"/>
                  <a:pt x="2700" y="381"/>
                </a:cubicBezTo>
                <a:lnTo>
                  <a:pt x="2700" y="470"/>
                </a:lnTo>
                <a:cubicBezTo>
                  <a:pt x="2700" y="512"/>
                  <a:pt x="2717" y="527"/>
                  <a:pt x="2755" y="527"/>
                </a:cubicBezTo>
                <a:lnTo>
                  <a:pt x="2879" y="527"/>
                </a:lnTo>
                <a:lnTo>
                  <a:pt x="2879" y="607"/>
                </a:lnTo>
                <a:lnTo>
                  <a:pt x="2755" y="607"/>
                </a:lnTo>
                <a:cubicBezTo>
                  <a:pt x="2660" y="607"/>
                  <a:pt x="2612" y="568"/>
                  <a:pt x="2612" y="470"/>
                </a:cubicBezTo>
                <a:lnTo>
                  <a:pt x="2612" y="381"/>
                </a:lnTo>
                <a:cubicBezTo>
                  <a:pt x="2612" y="300"/>
                  <a:pt x="2579" y="260"/>
                  <a:pt x="2517" y="260"/>
                </a:cubicBezTo>
                <a:cubicBezTo>
                  <a:pt x="2454" y="260"/>
                  <a:pt x="2422" y="300"/>
                  <a:pt x="2422" y="381"/>
                </a:cubicBezTo>
                <a:lnTo>
                  <a:pt x="2422" y="607"/>
                </a:lnTo>
                <a:lnTo>
                  <a:pt x="2334" y="607"/>
                </a:lnTo>
                <a:lnTo>
                  <a:pt x="2334" y="381"/>
                </a:lnTo>
                <a:cubicBezTo>
                  <a:pt x="2334" y="249"/>
                  <a:pt x="2396" y="180"/>
                  <a:pt x="2517" y="180"/>
                </a:cubicBezTo>
                <a:close/>
                <a:moveTo>
                  <a:pt x="2037" y="536"/>
                </a:moveTo>
                <a:lnTo>
                  <a:pt x="2037" y="536"/>
                </a:lnTo>
                <a:cubicBezTo>
                  <a:pt x="2107" y="536"/>
                  <a:pt x="2150" y="489"/>
                  <a:pt x="2150" y="398"/>
                </a:cubicBezTo>
                <a:cubicBezTo>
                  <a:pt x="2150" y="308"/>
                  <a:pt x="2107" y="260"/>
                  <a:pt x="2037" y="260"/>
                </a:cubicBezTo>
                <a:cubicBezTo>
                  <a:pt x="1967" y="260"/>
                  <a:pt x="1924" y="308"/>
                  <a:pt x="1924" y="398"/>
                </a:cubicBezTo>
                <a:cubicBezTo>
                  <a:pt x="1924" y="489"/>
                  <a:pt x="1967" y="536"/>
                  <a:pt x="2037" y="536"/>
                </a:cubicBezTo>
                <a:close/>
                <a:moveTo>
                  <a:pt x="2037" y="180"/>
                </a:moveTo>
                <a:lnTo>
                  <a:pt x="2037" y="180"/>
                </a:lnTo>
                <a:cubicBezTo>
                  <a:pt x="2162" y="180"/>
                  <a:pt x="2239" y="262"/>
                  <a:pt x="2239" y="398"/>
                </a:cubicBezTo>
                <a:cubicBezTo>
                  <a:pt x="2239" y="535"/>
                  <a:pt x="2162" y="617"/>
                  <a:pt x="2037" y="617"/>
                </a:cubicBezTo>
                <a:cubicBezTo>
                  <a:pt x="1912" y="617"/>
                  <a:pt x="1835" y="535"/>
                  <a:pt x="1835" y="398"/>
                </a:cubicBezTo>
                <a:cubicBezTo>
                  <a:pt x="1835" y="262"/>
                  <a:pt x="1912" y="180"/>
                  <a:pt x="2037" y="180"/>
                </a:cubicBezTo>
                <a:close/>
                <a:moveTo>
                  <a:pt x="1715" y="180"/>
                </a:moveTo>
                <a:lnTo>
                  <a:pt x="1715" y="180"/>
                </a:lnTo>
                <a:cubicBezTo>
                  <a:pt x="1743" y="180"/>
                  <a:pt x="1772" y="186"/>
                  <a:pt x="1795" y="194"/>
                </a:cubicBezTo>
                <a:lnTo>
                  <a:pt x="1769" y="270"/>
                </a:lnTo>
                <a:cubicBezTo>
                  <a:pt x="1752" y="263"/>
                  <a:pt x="1735" y="260"/>
                  <a:pt x="1715" y="260"/>
                </a:cubicBezTo>
                <a:cubicBezTo>
                  <a:pt x="1664" y="260"/>
                  <a:pt x="1638" y="297"/>
                  <a:pt x="1638" y="369"/>
                </a:cubicBezTo>
                <a:cubicBezTo>
                  <a:pt x="1638" y="433"/>
                  <a:pt x="1639" y="502"/>
                  <a:pt x="1640" y="607"/>
                </a:cubicBezTo>
                <a:lnTo>
                  <a:pt x="1552" y="607"/>
                </a:lnTo>
                <a:cubicBezTo>
                  <a:pt x="1551" y="502"/>
                  <a:pt x="1550" y="433"/>
                  <a:pt x="1550" y="369"/>
                </a:cubicBezTo>
                <a:cubicBezTo>
                  <a:pt x="1550" y="241"/>
                  <a:pt x="1608" y="180"/>
                  <a:pt x="1715" y="180"/>
                </a:cubicBezTo>
                <a:close/>
                <a:moveTo>
                  <a:pt x="1344" y="180"/>
                </a:moveTo>
                <a:lnTo>
                  <a:pt x="1344" y="180"/>
                </a:lnTo>
                <a:cubicBezTo>
                  <a:pt x="1387" y="180"/>
                  <a:pt x="1423" y="188"/>
                  <a:pt x="1458" y="204"/>
                </a:cubicBezTo>
                <a:lnTo>
                  <a:pt x="1430" y="278"/>
                </a:lnTo>
                <a:cubicBezTo>
                  <a:pt x="1395" y="265"/>
                  <a:pt x="1370" y="260"/>
                  <a:pt x="1344" y="260"/>
                </a:cubicBezTo>
                <a:cubicBezTo>
                  <a:pt x="1277" y="260"/>
                  <a:pt x="1235" y="308"/>
                  <a:pt x="1235" y="398"/>
                </a:cubicBezTo>
                <a:cubicBezTo>
                  <a:pt x="1235" y="489"/>
                  <a:pt x="1277" y="536"/>
                  <a:pt x="1344" y="536"/>
                </a:cubicBezTo>
                <a:cubicBezTo>
                  <a:pt x="1371" y="536"/>
                  <a:pt x="1397" y="531"/>
                  <a:pt x="1434" y="516"/>
                </a:cubicBezTo>
                <a:lnTo>
                  <a:pt x="1465" y="590"/>
                </a:lnTo>
                <a:cubicBezTo>
                  <a:pt x="1427" y="608"/>
                  <a:pt x="1384" y="617"/>
                  <a:pt x="1344" y="617"/>
                </a:cubicBezTo>
                <a:cubicBezTo>
                  <a:pt x="1223" y="617"/>
                  <a:pt x="1145" y="535"/>
                  <a:pt x="1145" y="398"/>
                </a:cubicBezTo>
                <a:cubicBezTo>
                  <a:pt x="1145" y="262"/>
                  <a:pt x="1223" y="180"/>
                  <a:pt x="1344" y="180"/>
                </a:cubicBezTo>
                <a:close/>
                <a:moveTo>
                  <a:pt x="948" y="190"/>
                </a:moveTo>
                <a:lnTo>
                  <a:pt x="948" y="190"/>
                </a:lnTo>
                <a:lnTo>
                  <a:pt x="1036" y="190"/>
                </a:lnTo>
                <a:lnTo>
                  <a:pt x="1036" y="607"/>
                </a:lnTo>
                <a:lnTo>
                  <a:pt x="948" y="607"/>
                </a:lnTo>
                <a:lnTo>
                  <a:pt x="948" y="190"/>
                </a:lnTo>
                <a:close/>
                <a:moveTo>
                  <a:pt x="992" y="0"/>
                </a:moveTo>
                <a:lnTo>
                  <a:pt x="992" y="0"/>
                </a:lnTo>
                <a:cubicBezTo>
                  <a:pt x="1023" y="0"/>
                  <a:pt x="1049" y="25"/>
                  <a:pt x="1049" y="56"/>
                </a:cubicBezTo>
                <a:cubicBezTo>
                  <a:pt x="1049" y="87"/>
                  <a:pt x="1023" y="112"/>
                  <a:pt x="992" y="112"/>
                </a:cubicBezTo>
                <a:cubicBezTo>
                  <a:pt x="961" y="112"/>
                  <a:pt x="936" y="87"/>
                  <a:pt x="936" y="56"/>
                </a:cubicBezTo>
                <a:cubicBezTo>
                  <a:pt x="936" y="25"/>
                  <a:pt x="961" y="0"/>
                  <a:pt x="992" y="0"/>
                </a:cubicBezTo>
                <a:close/>
                <a:moveTo>
                  <a:pt x="0" y="527"/>
                </a:moveTo>
                <a:lnTo>
                  <a:pt x="0" y="527"/>
                </a:lnTo>
                <a:lnTo>
                  <a:pt x="124" y="527"/>
                </a:lnTo>
                <a:cubicBezTo>
                  <a:pt x="162" y="527"/>
                  <a:pt x="179" y="512"/>
                  <a:pt x="179" y="470"/>
                </a:cubicBezTo>
                <a:lnTo>
                  <a:pt x="179" y="381"/>
                </a:lnTo>
                <a:cubicBezTo>
                  <a:pt x="179" y="249"/>
                  <a:pt x="241" y="180"/>
                  <a:pt x="359" y="180"/>
                </a:cubicBezTo>
                <a:cubicBezTo>
                  <a:pt x="421" y="180"/>
                  <a:pt x="468" y="202"/>
                  <a:pt x="496" y="244"/>
                </a:cubicBezTo>
                <a:cubicBezTo>
                  <a:pt x="525" y="202"/>
                  <a:pt x="570" y="180"/>
                  <a:pt x="631" y="180"/>
                </a:cubicBezTo>
                <a:cubicBezTo>
                  <a:pt x="750" y="180"/>
                  <a:pt x="812" y="249"/>
                  <a:pt x="812" y="381"/>
                </a:cubicBezTo>
                <a:lnTo>
                  <a:pt x="812" y="607"/>
                </a:lnTo>
                <a:lnTo>
                  <a:pt x="724" y="607"/>
                </a:lnTo>
                <a:lnTo>
                  <a:pt x="724" y="381"/>
                </a:lnTo>
                <a:cubicBezTo>
                  <a:pt x="724" y="300"/>
                  <a:pt x="691" y="260"/>
                  <a:pt x="631" y="260"/>
                </a:cubicBezTo>
                <a:cubicBezTo>
                  <a:pt x="572" y="260"/>
                  <a:pt x="539" y="300"/>
                  <a:pt x="539" y="381"/>
                </a:cubicBezTo>
                <a:lnTo>
                  <a:pt x="539" y="607"/>
                </a:lnTo>
                <a:lnTo>
                  <a:pt x="451" y="607"/>
                </a:lnTo>
                <a:lnTo>
                  <a:pt x="451" y="381"/>
                </a:lnTo>
                <a:cubicBezTo>
                  <a:pt x="451" y="300"/>
                  <a:pt x="419" y="260"/>
                  <a:pt x="359" y="260"/>
                </a:cubicBezTo>
                <a:cubicBezTo>
                  <a:pt x="300" y="260"/>
                  <a:pt x="267" y="300"/>
                  <a:pt x="267" y="381"/>
                </a:cubicBezTo>
                <a:lnTo>
                  <a:pt x="267" y="470"/>
                </a:lnTo>
                <a:cubicBezTo>
                  <a:pt x="267" y="568"/>
                  <a:pt x="219" y="607"/>
                  <a:pt x="124" y="607"/>
                </a:cubicBezTo>
                <a:lnTo>
                  <a:pt x="0" y="607"/>
                </a:lnTo>
                <a:lnTo>
                  <a:pt x="0" y="527"/>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36D3E94B-F75A-43E2-84AB-FDF386CCE555}"/>
              </a:ext>
            </a:extLst>
          </p:cNvPr>
          <p:cNvSpPr>
            <a:spLocks noGrp="1"/>
          </p:cNvSpPr>
          <p:nvPr>
            <p:ph type="title"/>
          </p:nvPr>
        </p:nvSpPr>
        <p:spPr>
          <a:xfrm>
            <a:off x="484630" y="484632"/>
            <a:ext cx="11219688" cy="530352"/>
          </a:xfrm>
          <a:prstGeom prst="rect">
            <a:avLst/>
          </a:prstGeom>
          <a:noFill/>
        </p:spPr>
        <p:txBody>
          <a:bodyPr vert="horz" lIns="0" tIns="0" rIns="0" bIns="0" rtlCol="0" anchor="t" anchorCtr="0">
            <a:noAutofit/>
          </a:bodyPr>
          <a:lstStyle/>
          <a:p>
            <a:r>
              <a:rPr lang="en-US" dirty="0"/>
              <a:t>[Slide title]</a:t>
            </a:r>
          </a:p>
        </p:txBody>
      </p:sp>
      <p:sp>
        <p:nvSpPr>
          <p:cNvPr id="3" name="Text Placeholder 2">
            <a:extLst>
              <a:ext uri="{FF2B5EF4-FFF2-40B4-BE49-F238E27FC236}">
                <a16:creationId xmlns:a16="http://schemas.microsoft.com/office/drawing/2014/main" id="{FC54B348-3077-4F00-B031-9D2252B7D36C}"/>
              </a:ext>
            </a:extLst>
          </p:cNvPr>
          <p:cNvSpPr>
            <a:spLocks noGrp="1"/>
          </p:cNvSpPr>
          <p:nvPr>
            <p:ph type="body" idx="1"/>
          </p:nvPr>
        </p:nvSpPr>
        <p:spPr>
          <a:xfrm>
            <a:off x="484630" y="1664208"/>
            <a:ext cx="11219688" cy="4709160"/>
          </a:xfrm>
          <a:prstGeom prst="rect">
            <a:avLst/>
          </a:prstGeom>
        </p:spPr>
        <p:txBody>
          <a:bodyPr vert="horz" lIns="0" tIns="0" rIns="0" bIns="0" spcCol="484632"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2" name="Line">
            <a:extLst>
              <a:ext uri="{FF2B5EF4-FFF2-40B4-BE49-F238E27FC236}">
                <a16:creationId xmlns:a16="http://schemas.microsoft.com/office/drawing/2014/main" id="{2FEDB0E9-33C1-634D-B4A1-F95167FF5C8C}"/>
              </a:ext>
              <a:ext uri="{C183D7F6-B498-43B3-948B-1728B52AA6E4}">
                <adec:decorative xmlns:adec="http://schemas.microsoft.com/office/drawing/2017/decorative" val="1"/>
              </a:ext>
            </a:extLst>
          </p:cNvPr>
          <p:cNvCxnSpPr>
            <a:cxnSpLocks/>
          </p:cNvCxnSpPr>
          <p:nvPr userDrawn="1"/>
        </p:nvCxnSpPr>
        <p:spPr bwMode="black">
          <a:xfrm>
            <a:off x="11384280" y="6501384"/>
            <a:ext cx="0" cy="228600"/>
          </a:xfrm>
          <a:prstGeom prst="line">
            <a:avLst/>
          </a:prstGeom>
          <a:ln w="6350" cap="flat">
            <a:solidFill>
              <a:schemeClr val="tx1"/>
            </a:solidFill>
            <a:miter lim="800000"/>
          </a:ln>
        </p:spPr>
        <p:style>
          <a:lnRef idx="1">
            <a:srgbClr val="6638B5"/>
          </a:lnRef>
          <a:fillRef idx="0">
            <a:srgbClr val="6638B5"/>
          </a:fillRef>
          <a:effectRef idx="0">
            <a:srgbClr val="000000"/>
          </a:effectRef>
          <a:fontRef idx="minor">
            <a:schemeClr val="lt1"/>
          </a:fontRef>
        </p:style>
      </p:cxnSp>
      <p:sp>
        <p:nvSpPr>
          <p:cNvPr id="14" name="Slide Number">
            <a:extLst>
              <a:ext uri="{FF2B5EF4-FFF2-40B4-BE49-F238E27FC236}">
                <a16:creationId xmlns:a16="http://schemas.microsoft.com/office/drawing/2014/main" id="{EA8DD315-CF33-C241-97D4-D478012B5F0C}"/>
              </a:ext>
            </a:extLst>
          </p:cNvPr>
          <p:cNvSpPr txBox="1">
            <a:spLocks/>
          </p:cNvSpPr>
          <p:nvPr userDrawn="1"/>
        </p:nvSpPr>
        <p:spPr>
          <a:xfrm>
            <a:off x="11475718" y="6527044"/>
            <a:ext cx="228600" cy="182880"/>
          </a:xfrm>
          <a:prstGeom prst="rect">
            <a:avLst/>
          </a:prstGeom>
        </p:spPr>
        <p:txBody>
          <a:bodyPr vert="horz" wrap="none" lIns="0" tIns="0" rIns="0" bIns="0" rtlCol="0" anchor="b" anchorCtr="0"/>
          <a:lstStyle>
            <a:defPPr>
              <a:defRPr lang="en-US"/>
            </a:defPPr>
            <a:lvl1pPr marL="0" algn="r" defTabSz="914400" rtl="0" eaLnBrk="1" latinLnBrk="0" hangingPunct="1">
              <a:defRPr lang="en-US" sz="1000" b="0" kern="1200" smtClean="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564D2CC-5576-0F4B-B534-EEBFC94C4859}" type="slidenum">
              <a:rPr lang="en-US" smtClean="0">
                <a:solidFill>
                  <a:schemeClr val="tx1"/>
                </a:solidFill>
              </a:rPr>
              <a:pPr/>
              <a:t>‹#›</a:t>
            </a:fld>
            <a:endParaRPr lang="en-US" dirty="0">
              <a:solidFill>
                <a:schemeClr val="tx1"/>
              </a:solidFill>
            </a:endParaRPr>
          </a:p>
        </p:txBody>
      </p:sp>
    </p:spTree>
    <p:extLst>
      <p:ext uri="{BB962C8B-B14F-4D97-AF65-F5344CB8AC3E}">
        <p14:creationId xmlns:p14="http://schemas.microsoft.com/office/powerpoint/2010/main" val="140491943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71" r:id="rId3"/>
    <p:sldLayoutId id="2147483672" r:id="rId4"/>
    <p:sldLayoutId id="2147483724" r:id="rId5"/>
    <p:sldLayoutId id="2147483713" r:id="rId6"/>
    <p:sldLayoutId id="2147483663" r:id="rId7"/>
    <p:sldLayoutId id="2147483709" r:id="rId8"/>
    <p:sldLayoutId id="2147483736" r:id="rId9"/>
    <p:sldLayoutId id="2147483676" r:id="rId10"/>
    <p:sldLayoutId id="2147483677" r:id="rId11"/>
    <p:sldLayoutId id="2147483679" r:id="rId12"/>
    <p:sldLayoutId id="2147483737" r:id="rId13"/>
    <p:sldLayoutId id="2147483740" r:id="rId14"/>
    <p:sldLayoutId id="2147483741" r:id="rId15"/>
    <p:sldLayoutId id="2147483652" r:id="rId16"/>
    <p:sldLayoutId id="2147483658" r:id="rId17"/>
    <p:sldLayoutId id="2147483659" r:id="rId18"/>
    <p:sldLayoutId id="2147483660" r:id="rId19"/>
    <p:sldLayoutId id="2147483661" r:id="rId20"/>
    <p:sldLayoutId id="2147483686" r:id="rId21"/>
    <p:sldLayoutId id="2147483687" r:id="rId22"/>
    <p:sldLayoutId id="2147483725" r:id="rId23"/>
    <p:sldLayoutId id="2147483727" r:id="rId24"/>
    <p:sldLayoutId id="2147483688" r:id="rId25"/>
    <p:sldLayoutId id="2147483682" r:id="rId26"/>
    <p:sldLayoutId id="2147483666" r:id="rId27"/>
    <p:sldLayoutId id="2147483730" r:id="rId28"/>
    <p:sldLayoutId id="2147483662" r:id="rId29"/>
    <p:sldLayoutId id="2147483732" r:id="rId30"/>
    <p:sldLayoutId id="2147483667" r:id="rId31"/>
    <p:sldLayoutId id="2147483733" r:id="rId32"/>
    <p:sldLayoutId id="2147483680" r:id="rId33"/>
    <p:sldLayoutId id="2147483681" r:id="rId34"/>
    <p:sldLayoutId id="2147483654" r:id="rId35"/>
    <p:sldLayoutId id="2147483729" r:id="rId36"/>
    <p:sldLayoutId id="2147483655" r:id="rId37"/>
    <p:sldLayoutId id="2147483669" r:id="rId38"/>
    <p:sldLayoutId id="2147483738"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600"/>
        </a:spcBef>
        <a:buClrTx/>
        <a:buFont typeface="Verdana" panose="020B060403050404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400"/>
        </a:spcBef>
        <a:buClrTx/>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200"/>
        </a:spcBef>
        <a:buClrTx/>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0"/>
        </a:spcBef>
        <a:buClrTx/>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02" userDrawn="1">
          <p15:clr>
            <a:srgbClr val="F26B43"/>
          </p15:clr>
        </p15:guide>
        <p15:guide id="3" pos="7374" userDrawn="1">
          <p15:clr>
            <a:srgbClr val="F26B43"/>
          </p15:clr>
        </p15:guide>
        <p15:guide id="4" orient="horz" pos="4014" userDrawn="1">
          <p15:clr>
            <a:srgbClr val="F26B43"/>
          </p15:clr>
        </p15:guide>
        <p15:guide id="5" orient="horz" pos="302"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8.xml"/><Relationship Id="rId6" Type="http://schemas.openxmlformats.org/officeDocument/2006/relationships/image" Target="../media/image10.wmf"/><Relationship Id="rId5" Type="http://schemas.openxmlformats.org/officeDocument/2006/relationships/oleObject" Target="../embeddings/oleObject1.bin"/><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8.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48.xml"/><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9.xml"/><Relationship Id="rId1" Type="http://schemas.openxmlformats.org/officeDocument/2006/relationships/slideLayout" Target="../slideLayouts/slideLayout48.xml"/><Relationship Id="rId5" Type="http://schemas.openxmlformats.org/officeDocument/2006/relationships/image" Target="../media/image16.jpeg"/><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48.xml"/><Relationship Id="rId4" Type="http://schemas.openxmlformats.org/officeDocument/2006/relationships/image" Target="../media/image17.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48.xml"/><Relationship Id="rId6" Type="http://schemas.openxmlformats.org/officeDocument/2006/relationships/image" Target="../media/image19.wmf"/><Relationship Id="rId5" Type="http://schemas.openxmlformats.org/officeDocument/2006/relationships/oleObject" Target="../embeddings/oleObject6.bin"/><Relationship Id="rId4" Type="http://schemas.openxmlformats.org/officeDocument/2006/relationships/image" Target="../media/image18.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48.xml"/><Relationship Id="rId6" Type="http://schemas.openxmlformats.org/officeDocument/2006/relationships/image" Target="../media/image22.wmf"/><Relationship Id="rId5" Type="http://schemas.openxmlformats.org/officeDocument/2006/relationships/oleObject" Target="../embeddings/oleObject8.bin"/><Relationship Id="rId4" Type="http://schemas.openxmlformats.org/officeDocument/2006/relationships/image" Target="../media/image21.wmf"/></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48.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4.xml"/><Relationship Id="rId1" Type="http://schemas.openxmlformats.org/officeDocument/2006/relationships/slideLayout" Target="../slideLayouts/slideLayout48.xml"/><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notesSlide" Target="../notesSlides/notesSlide15.xml"/><Relationship Id="rId1" Type="http://schemas.openxmlformats.org/officeDocument/2006/relationships/slideLayout" Target="../slideLayouts/slideLayout48.xml"/><Relationship Id="rId6" Type="http://schemas.openxmlformats.org/officeDocument/2006/relationships/image" Target="../media/image26.wmf"/><Relationship Id="rId5" Type="http://schemas.openxmlformats.org/officeDocument/2006/relationships/oleObject" Target="../embeddings/oleObject11.bin"/><Relationship Id="rId4" Type="http://schemas.openxmlformats.org/officeDocument/2006/relationships/image" Target="../media/image25.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6.xml"/><Relationship Id="rId1" Type="http://schemas.openxmlformats.org/officeDocument/2006/relationships/slideLayout" Target="../slideLayouts/slideLayout48.xml"/><Relationship Id="rId6" Type="http://schemas.openxmlformats.org/officeDocument/2006/relationships/image" Target="../media/image29.wmf"/><Relationship Id="rId5" Type="http://schemas.openxmlformats.org/officeDocument/2006/relationships/oleObject" Target="../embeddings/oleObject14.bin"/><Relationship Id="rId4" Type="http://schemas.openxmlformats.org/officeDocument/2006/relationships/image" Target="../media/image28.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17.xml"/><Relationship Id="rId1" Type="http://schemas.openxmlformats.org/officeDocument/2006/relationships/slideLayout" Target="../slideLayouts/slideLayout48.xml"/><Relationship Id="rId6" Type="http://schemas.openxmlformats.org/officeDocument/2006/relationships/image" Target="../media/image31.wmf"/><Relationship Id="rId5" Type="http://schemas.openxmlformats.org/officeDocument/2006/relationships/oleObject" Target="../embeddings/oleObject16.bin"/><Relationship Id="rId4" Type="http://schemas.openxmlformats.org/officeDocument/2006/relationships/image" Target="../media/image30.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8.xml"/></Relationships>
</file>

<file path=ppt/slides/_rels/slide1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notesSlide" Target="../notesSlides/notesSlide19.xml"/><Relationship Id="rId1" Type="http://schemas.openxmlformats.org/officeDocument/2006/relationships/slideLayout" Target="../slideLayouts/slideLayout48.xml"/><Relationship Id="rId6" Type="http://schemas.openxmlformats.org/officeDocument/2006/relationships/image" Target="../media/image29.wmf"/><Relationship Id="rId5" Type="http://schemas.openxmlformats.org/officeDocument/2006/relationships/oleObject" Target="../embeddings/oleObject18.bin"/><Relationship Id="rId10" Type="http://schemas.openxmlformats.org/officeDocument/2006/relationships/image" Target="../media/image34.wmf"/><Relationship Id="rId4" Type="http://schemas.openxmlformats.org/officeDocument/2006/relationships/image" Target="../media/image32.wmf"/><Relationship Id="rId9" Type="http://schemas.openxmlformats.org/officeDocument/2006/relationships/oleObject" Target="../embeddings/oleObject20.bin"/></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1.xml"/><Relationship Id="rId1" Type="http://schemas.openxmlformats.org/officeDocument/2006/relationships/slideLayout" Target="../slideLayouts/slideLayout48.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48.xml"/></Relationships>
</file>

<file path=ppt/slides/_rels/slide23.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8.jpeg"/><Relationship Id="rId7" Type="http://schemas.openxmlformats.org/officeDocument/2006/relationships/image" Target="../media/image41.jpeg"/><Relationship Id="rId2" Type="http://schemas.openxmlformats.org/officeDocument/2006/relationships/notesSlide" Target="../notesSlides/notesSlide23.xml"/><Relationship Id="rId1" Type="http://schemas.openxmlformats.org/officeDocument/2006/relationships/slideLayout" Target="../slideLayouts/slideLayout48.xml"/><Relationship Id="rId6" Type="http://schemas.openxmlformats.org/officeDocument/2006/relationships/image" Target="../media/image40.wmf"/><Relationship Id="rId5" Type="http://schemas.openxmlformats.org/officeDocument/2006/relationships/oleObject" Target="../embeddings/oleObject21.bin"/><Relationship Id="rId4" Type="http://schemas.openxmlformats.org/officeDocument/2006/relationships/image" Target="../media/image39.jpeg"/></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24.xml"/><Relationship Id="rId1" Type="http://schemas.openxmlformats.org/officeDocument/2006/relationships/slideLayout" Target="../slideLayouts/slideLayout48.xml"/><Relationship Id="rId6" Type="http://schemas.openxmlformats.org/officeDocument/2006/relationships/image" Target="../media/image44.wmf"/><Relationship Id="rId5" Type="http://schemas.openxmlformats.org/officeDocument/2006/relationships/oleObject" Target="../embeddings/oleObject23.bin"/><Relationship Id="rId4" Type="http://schemas.openxmlformats.org/officeDocument/2006/relationships/image" Target="../media/image43.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4.bin"/><Relationship Id="rId7" Type="http://schemas.openxmlformats.org/officeDocument/2006/relationships/image" Target="../media/image47.jpeg"/><Relationship Id="rId2" Type="http://schemas.openxmlformats.org/officeDocument/2006/relationships/notesSlide" Target="../notesSlides/notesSlide25.xml"/><Relationship Id="rId1" Type="http://schemas.openxmlformats.org/officeDocument/2006/relationships/slideLayout" Target="../slideLayouts/slideLayout48.xml"/><Relationship Id="rId6" Type="http://schemas.openxmlformats.org/officeDocument/2006/relationships/image" Target="../media/image46.wmf"/><Relationship Id="rId5" Type="http://schemas.openxmlformats.org/officeDocument/2006/relationships/oleObject" Target="../embeddings/oleObject25.bin"/><Relationship Id="rId4" Type="http://schemas.openxmlformats.org/officeDocument/2006/relationships/image" Target="../media/image45.w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6.xml"/><Relationship Id="rId1" Type="http://schemas.openxmlformats.org/officeDocument/2006/relationships/slideLayout" Target="../slideLayouts/slideLayout48.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7.xml"/><Relationship Id="rId1" Type="http://schemas.openxmlformats.org/officeDocument/2006/relationships/slideLayout" Target="../slideLayouts/slideLayout48.xml"/><Relationship Id="rId4" Type="http://schemas.openxmlformats.org/officeDocument/2006/relationships/image" Target="../media/image51.wmf"/></Relationships>
</file>

<file path=ppt/slides/_rels/slide28.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28.xml"/><Relationship Id="rId1" Type="http://schemas.openxmlformats.org/officeDocument/2006/relationships/slideLayout" Target="../slideLayouts/slideLayout48.xml"/><Relationship Id="rId6" Type="http://schemas.openxmlformats.org/officeDocument/2006/relationships/image" Target="../media/image53.wmf"/><Relationship Id="rId5" Type="http://schemas.openxmlformats.org/officeDocument/2006/relationships/oleObject" Target="../embeddings/oleObject29.bin"/><Relationship Id="rId4" Type="http://schemas.openxmlformats.org/officeDocument/2006/relationships/image" Target="../media/image52.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notesSlide" Target="../notesSlides/notesSlide29.xml"/><Relationship Id="rId1" Type="http://schemas.openxmlformats.org/officeDocument/2006/relationships/slideLayout" Target="../slideLayouts/slideLayout48.xml"/><Relationship Id="rId4" Type="http://schemas.openxmlformats.org/officeDocument/2006/relationships/image" Target="../media/image55.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30.xml"/><Relationship Id="rId1" Type="http://schemas.openxmlformats.org/officeDocument/2006/relationships/slideLayout" Target="../slideLayouts/slideLayout48.xml"/><Relationship Id="rId4" Type="http://schemas.openxmlformats.org/officeDocument/2006/relationships/image" Target="../media/image56.wmf"/></Relationships>
</file>

<file path=ppt/slides/_rels/slide31.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4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2">
            <a:extLst>
              <a:ext uri="{FF2B5EF4-FFF2-40B4-BE49-F238E27FC236}">
                <a16:creationId xmlns:a16="http://schemas.microsoft.com/office/drawing/2014/main" id="{55C9FA06-647B-70A5-77C5-E783069F25E7}"/>
              </a:ext>
            </a:extLst>
          </p:cNvPr>
          <p:cNvSpPr>
            <a:spLocks noGrp="1" noChangeArrowheads="1"/>
          </p:cNvSpPr>
          <p:nvPr>
            <p:ph type="ctrTitle"/>
          </p:nvPr>
        </p:nvSpPr>
        <p:spPr/>
        <p:txBody>
          <a:bodyPr/>
          <a:lstStyle/>
          <a:p>
            <a:pPr eaLnBrk="1" hangingPunct="1"/>
            <a:r>
              <a:rPr lang="en-US" altLang="en-US"/>
              <a:t>Thin film deposition (1/2)</a:t>
            </a:r>
          </a:p>
        </p:txBody>
      </p:sp>
      <p:sp>
        <p:nvSpPr>
          <p:cNvPr id="4" name="Subtitle 3">
            <a:extLst>
              <a:ext uri="{FF2B5EF4-FFF2-40B4-BE49-F238E27FC236}">
                <a16:creationId xmlns:a16="http://schemas.microsoft.com/office/drawing/2014/main" id="{10C39643-C9C7-EB24-E5C5-71098CC53725}"/>
              </a:ext>
            </a:extLst>
          </p:cNvPr>
          <p:cNvSpPr>
            <a:spLocks noGrp="1"/>
          </p:cNvSpPr>
          <p:nvPr>
            <p:ph type="subTitle" idx="1"/>
          </p:nvPr>
        </p:nvSpPr>
        <p:spPr/>
        <p:txBody>
          <a:bodyPr/>
          <a:lstStyle/>
          <a:p>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E2DB4D96-611D-FA04-A58B-1E15065FC5C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51D5A42-C1B3-4F8D-8450-F2921422C26B}" type="slidenum">
              <a:rPr lang="en-US" altLang="en-US" sz="800"/>
              <a:pPr>
                <a:lnSpc>
                  <a:spcPct val="100000"/>
                </a:lnSpc>
                <a:spcBef>
                  <a:spcPct val="0"/>
                </a:spcBef>
                <a:buClr>
                  <a:srgbClr val="F68933"/>
                </a:buClr>
                <a:buFontTx/>
                <a:buNone/>
              </a:pPr>
              <a:t>2</a:t>
            </a:fld>
            <a:endParaRPr lang="en-US" altLang="en-US" sz="800"/>
          </a:p>
        </p:txBody>
      </p:sp>
      <p:sp>
        <p:nvSpPr>
          <p:cNvPr id="19459" name="Rectangle 2">
            <a:extLst>
              <a:ext uri="{FF2B5EF4-FFF2-40B4-BE49-F238E27FC236}">
                <a16:creationId xmlns:a16="http://schemas.microsoft.com/office/drawing/2014/main" id="{944D9F47-0943-E5FD-3665-B672FE8CB991}"/>
              </a:ext>
            </a:extLst>
          </p:cNvPr>
          <p:cNvSpPr>
            <a:spLocks noGrp="1" noChangeArrowheads="1"/>
          </p:cNvSpPr>
          <p:nvPr>
            <p:ph type="title"/>
          </p:nvPr>
        </p:nvSpPr>
        <p:spPr/>
        <p:txBody>
          <a:bodyPr/>
          <a:lstStyle/>
          <a:p>
            <a:pPr eaLnBrk="1" hangingPunct="1"/>
            <a:r>
              <a:rPr lang="en-GB" altLang="en-US"/>
              <a:t>Introduction</a:t>
            </a:r>
            <a:endParaRPr lang="en-US" altLang="en-US"/>
          </a:p>
        </p:txBody>
      </p:sp>
      <p:sp>
        <p:nvSpPr>
          <p:cNvPr id="19460" name="Rectangle 3">
            <a:extLst>
              <a:ext uri="{FF2B5EF4-FFF2-40B4-BE49-F238E27FC236}">
                <a16:creationId xmlns:a16="http://schemas.microsoft.com/office/drawing/2014/main" id="{95D4EE3C-C758-4E73-8F21-83BC9042813F}"/>
              </a:ext>
            </a:extLst>
          </p:cNvPr>
          <p:cNvSpPr>
            <a:spLocks noGrp="1" noChangeArrowheads="1"/>
          </p:cNvSpPr>
          <p:nvPr>
            <p:ph type="body" idx="1"/>
          </p:nvPr>
        </p:nvSpPr>
        <p:spPr/>
        <p:txBody>
          <a:bodyPr/>
          <a:lstStyle/>
          <a:p>
            <a:pPr eaLnBrk="1" hangingPunct="1">
              <a:buFont typeface="Times" panose="02020603050405020304" pitchFamily="18" charset="0"/>
              <a:buNone/>
            </a:pPr>
            <a:r>
              <a:rPr lang="en-GB" altLang="en-US" sz="2000"/>
              <a:t>Many layers are needed in an IC process flow above the silicon substrates.</a:t>
            </a:r>
          </a:p>
          <a:p>
            <a:pPr eaLnBrk="1" hangingPunct="1">
              <a:buFont typeface="Times" panose="02020603050405020304" pitchFamily="18" charset="0"/>
              <a:buNone/>
            </a:pPr>
            <a:r>
              <a:rPr lang="en-GB" altLang="en-US" sz="2000"/>
              <a:t>We are interested in:</a:t>
            </a:r>
          </a:p>
          <a:p>
            <a:pPr eaLnBrk="1" hangingPunct="1"/>
            <a:r>
              <a:rPr lang="en-GB" altLang="en-US" sz="2000"/>
              <a:t>Film quality, i.e.:</a:t>
            </a:r>
          </a:p>
          <a:p>
            <a:pPr lvl="1" eaLnBrk="1" hangingPunct="1"/>
            <a:r>
              <a:rPr lang="en-GB" altLang="en-US"/>
              <a:t>Composition</a:t>
            </a:r>
          </a:p>
          <a:p>
            <a:pPr lvl="1" eaLnBrk="1" hangingPunct="1"/>
            <a:r>
              <a:rPr lang="en-GB" altLang="en-US"/>
              <a:t>Mechanical/electrical properties</a:t>
            </a:r>
          </a:p>
          <a:p>
            <a:pPr lvl="1" eaLnBrk="1" hangingPunct="1"/>
            <a:r>
              <a:rPr lang="en-GB" altLang="en-US"/>
              <a:t>Defectivity and contamination levels</a:t>
            </a:r>
          </a:p>
          <a:p>
            <a:pPr eaLnBrk="1" hangingPunct="1"/>
            <a:r>
              <a:rPr lang="en-GB" altLang="en-US" sz="2000"/>
              <a:t>Film thickness control</a:t>
            </a:r>
          </a:p>
          <a:p>
            <a:pPr lvl="1" eaLnBrk="1" hangingPunct="1"/>
            <a:r>
              <a:rPr lang="en-GB" altLang="en-US"/>
              <a:t>From deposition to deposition</a:t>
            </a:r>
          </a:p>
          <a:p>
            <a:pPr lvl="1" eaLnBrk="1" hangingPunct="1"/>
            <a:r>
              <a:rPr lang="en-GB" altLang="en-US"/>
              <a:t>Within wafer</a:t>
            </a:r>
          </a:p>
          <a:p>
            <a:pPr lvl="1" eaLnBrk="1" hangingPunct="1"/>
            <a:r>
              <a:rPr lang="en-GB" altLang="en-US"/>
              <a:t>As a function of wafer topology</a:t>
            </a:r>
          </a:p>
          <a:p>
            <a:pPr lvl="1" eaLnBrk="1" hangingPunct="1"/>
            <a:endParaRPr lang="en-US" altLang="en-US"/>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a:extLst>
              <a:ext uri="{FF2B5EF4-FFF2-40B4-BE49-F238E27FC236}">
                <a16:creationId xmlns:a16="http://schemas.microsoft.com/office/drawing/2014/main" id="{BF66A5BC-29CB-385D-369B-3E85332EF57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49F6A04-E6D7-4D19-A59F-6BF610216F01}" type="slidenum">
              <a:rPr lang="en-US" altLang="en-US" sz="800"/>
              <a:pPr>
                <a:lnSpc>
                  <a:spcPct val="100000"/>
                </a:lnSpc>
                <a:spcBef>
                  <a:spcPct val="0"/>
                </a:spcBef>
                <a:buClr>
                  <a:srgbClr val="F68933"/>
                </a:buClr>
                <a:buFontTx/>
                <a:buNone/>
              </a:pPr>
              <a:t>3</a:t>
            </a:fld>
            <a:endParaRPr lang="en-US" altLang="en-US" sz="800"/>
          </a:p>
        </p:txBody>
      </p:sp>
      <p:sp>
        <p:nvSpPr>
          <p:cNvPr id="21507" name="Rectangle 2">
            <a:extLst>
              <a:ext uri="{FF2B5EF4-FFF2-40B4-BE49-F238E27FC236}">
                <a16:creationId xmlns:a16="http://schemas.microsoft.com/office/drawing/2014/main" id="{C128C5CD-2617-AC93-AB79-BAB85E6CDD3D}"/>
              </a:ext>
            </a:extLst>
          </p:cNvPr>
          <p:cNvSpPr>
            <a:spLocks noGrp="1" noChangeArrowheads="1"/>
          </p:cNvSpPr>
          <p:nvPr>
            <p:ph type="title"/>
          </p:nvPr>
        </p:nvSpPr>
        <p:spPr/>
        <p:txBody>
          <a:bodyPr/>
          <a:lstStyle/>
          <a:p>
            <a:pPr eaLnBrk="1" hangingPunct="1"/>
            <a:r>
              <a:rPr lang="en-GB" altLang="en-US"/>
              <a:t>Step coverage and gap filling properties</a:t>
            </a:r>
            <a:endParaRPr lang="en-US" altLang="en-US"/>
          </a:p>
        </p:txBody>
      </p:sp>
      <p:sp>
        <p:nvSpPr>
          <p:cNvPr id="21508" name="Rectangle 3">
            <a:extLst>
              <a:ext uri="{FF2B5EF4-FFF2-40B4-BE49-F238E27FC236}">
                <a16:creationId xmlns:a16="http://schemas.microsoft.com/office/drawing/2014/main" id="{9FF5C111-A43C-3630-E5A3-1F2C93CD5B02}"/>
              </a:ext>
            </a:extLst>
          </p:cNvPr>
          <p:cNvSpPr>
            <a:spLocks noGrp="1" noChangeArrowheads="1"/>
          </p:cNvSpPr>
          <p:nvPr>
            <p:ph type="body" idx="1"/>
          </p:nvPr>
        </p:nvSpPr>
        <p:spPr>
          <a:xfrm>
            <a:off x="1893889" y="1371601"/>
            <a:ext cx="8402637" cy="906463"/>
          </a:xfrm>
        </p:spPr>
        <p:txBody>
          <a:bodyPr/>
          <a:lstStyle/>
          <a:p>
            <a:pPr eaLnBrk="1" hangingPunct="1"/>
            <a:r>
              <a:rPr lang="en-GB" altLang="en-US" b="1"/>
              <a:t>Step coverage ( conformality)</a:t>
            </a:r>
          </a:p>
          <a:p>
            <a:pPr eaLnBrk="1" hangingPunct="1">
              <a:buFont typeface="Times" panose="02020603050405020304" pitchFamily="18" charset="0"/>
              <a:buNone/>
            </a:pPr>
            <a:r>
              <a:rPr lang="en-GB" altLang="en-US"/>
              <a:t>	The property of showing a constant thickness on horizontal and vertical surface</a:t>
            </a:r>
            <a:endParaRPr lang="en-US" altLang="en-US"/>
          </a:p>
        </p:txBody>
      </p:sp>
      <p:pic>
        <p:nvPicPr>
          <p:cNvPr id="21509" name="Picture 4">
            <a:extLst>
              <a:ext uri="{FF2B5EF4-FFF2-40B4-BE49-F238E27FC236}">
                <a16:creationId xmlns:a16="http://schemas.microsoft.com/office/drawing/2014/main" id="{31ADC139-A689-5477-CFC7-DA146E8C1D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6251" y="4017963"/>
            <a:ext cx="2570163" cy="219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pic>
        <p:nvPicPr>
          <p:cNvPr id="21510" name="Picture 5">
            <a:extLst>
              <a:ext uri="{FF2B5EF4-FFF2-40B4-BE49-F238E27FC236}">
                <a16:creationId xmlns:a16="http://schemas.microsoft.com/office/drawing/2014/main" id="{D1622CBD-73CD-9B2B-7F04-360995E7F8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43150"/>
          <a:stretch>
            <a:fillRect/>
          </a:stretch>
        </p:blipFill>
        <p:spPr bwMode="auto">
          <a:xfrm>
            <a:off x="7061201" y="4079875"/>
            <a:ext cx="1668463"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511" name="Object 6">
            <a:extLst>
              <a:ext uri="{FF2B5EF4-FFF2-40B4-BE49-F238E27FC236}">
                <a16:creationId xmlns:a16="http://schemas.microsoft.com/office/drawing/2014/main" id="{98BF4A01-745A-5975-A247-A2B5705D7FAA}"/>
              </a:ext>
            </a:extLst>
          </p:cNvPr>
          <p:cNvGraphicFramePr>
            <a:graphicFrameLocks noChangeAspect="1"/>
          </p:cNvGraphicFramePr>
          <p:nvPr/>
        </p:nvGraphicFramePr>
        <p:xfrm>
          <a:off x="3922714" y="2281238"/>
          <a:ext cx="4344987" cy="1147762"/>
        </p:xfrm>
        <a:graphic>
          <a:graphicData uri="http://schemas.openxmlformats.org/presentationml/2006/ole">
            <mc:AlternateContent xmlns:mc="http://schemas.openxmlformats.org/markup-compatibility/2006">
              <mc:Choice xmlns:v="urn:schemas-microsoft-com:vml" Requires="v">
                <p:oleObj name="Document" r:id="rId5" imgW="4611624" imgH="1511808" progId="Word.Document.8">
                  <p:embed/>
                </p:oleObj>
              </mc:Choice>
              <mc:Fallback>
                <p:oleObj name="Document" r:id="rId5" imgW="4611624" imgH="1511808" progId="Word.Document.8">
                  <p:embed/>
                  <p:pic>
                    <p:nvPicPr>
                      <p:cNvPr id="21511" name="Object 6">
                        <a:extLst>
                          <a:ext uri="{FF2B5EF4-FFF2-40B4-BE49-F238E27FC236}">
                            <a16:creationId xmlns:a16="http://schemas.microsoft.com/office/drawing/2014/main" id="{98BF4A01-745A-5975-A247-A2B5705D7F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19398"/>
                      <a:stretch>
                        <a:fillRect/>
                      </a:stretch>
                    </p:blipFill>
                    <p:spPr bwMode="auto">
                      <a:xfrm>
                        <a:off x="3922714" y="2281238"/>
                        <a:ext cx="4344987" cy="1147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2" name="Text Box 7">
            <a:extLst>
              <a:ext uri="{FF2B5EF4-FFF2-40B4-BE49-F238E27FC236}">
                <a16:creationId xmlns:a16="http://schemas.microsoft.com/office/drawing/2014/main" id="{9FD2A20B-6E6E-FB04-D8CB-20B3415F0C3E}"/>
              </a:ext>
            </a:extLst>
          </p:cNvPr>
          <p:cNvSpPr txBox="1">
            <a:spLocks noChangeArrowheads="1"/>
          </p:cNvSpPr>
          <p:nvPr/>
        </p:nvSpPr>
        <p:spPr bwMode="auto">
          <a:xfrm>
            <a:off x="3244850" y="18367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20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9F0C43D4-F6EF-FC21-B489-73D7A9AFF4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3DE4CC9-78E2-46D3-B439-CD882A56ED2D}" type="slidenum">
              <a:rPr lang="en-US" altLang="en-US" sz="800"/>
              <a:pPr>
                <a:lnSpc>
                  <a:spcPct val="100000"/>
                </a:lnSpc>
                <a:spcBef>
                  <a:spcPct val="0"/>
                </a:spcBef>
                <a:buClr>
                  <a:srgbClr val="F68933"/>
                </a:buClr>
                <a:buFontTx/>
                <a:buNone/>
              </a:pPr>
              <a:t>4</a:t>
            </a:fld>
            <a:endParaRPr lang="en-US" altLang="en-US" sz="800"/>
          </a:p>
        </p:txBody>
      </p:sp>
      <p:sp>
        <p:nvSpPr>
          <p:cNvPr id="23555" name="Rectangle 2">
            <a:extLst>
              <a:ext uri="{FF2B5EF4-FFF2-40B4-BE49-F238E27FC236}">
                <a16:creationId xmlns:a16="http://schemas.microsoft.com/office/drawing/2014/main" id="{4E58D95C-9343-E779-F7F1-F2EF8A5DD535}"/>
              </a:ext>
            </a:extLst>
          </p:cNvPr>
          <p:cNvSpPr>
            <a:spLocks noGrp="1" noChangeArrowheads="1"/>
          </p:cNvSpPr>
          <p:nvPr>
            <p:ph type="title"/>
          </p:nvPr>
        </p:nvSpPr>
        <p:spPr/>
        <p:txBody>
          <a:bodyPr/>
          <a:lstStyle/>
          <a:p>
            <a:pPr eaLnBrk="1" hangingPunct="1"/>
            <a:r>
              <a:rPr lang="en-GB" altLang="en-US"/>
              <a:t>Gap filling and aspect ratio</a:t>
            </a:r>
            <a:endParaRPr lang="en-US" altLang="en-US"/>
          </a:p>
        </p:txBody>
      </p:sp>
      <p:sp>
        <p:nvSpPr>
          <p:cNvPr id="23556" name="Rectangle 7">
            <a:extLst>
              <a:ext uri="{FF2B5EF4-FFF2-40B4-BE49-F238E27FC236}">
                <a16:creationId xmlns:a16="http://schemas.microsoft.com/office/drawing/2014/main" id="{63D01E4D-2800-39DF-3C99-8C28057751C1}"/>
              </a:ext>
            </a:extLst>
          </p:cNvPr>
          <p:cNvSpPr>
            <a:spLocks noGrp="1" noChangeArrowheads="1"/>
          </p:cNvSpPr>
          <p:nvPr>
            <p:ph type="body" idx="1"/>
          </p:nvPr>
        </p:nvSpPr>
        <p:spPr>
          <a:xfrm>
            <a:off x="1893889" y="1371601"/>
            <a:ext cx="8402637" cy="906463"/>
          </a:xfrm>
          <a:noFill/>
        </p:spPr>
        <p:txBody>
          <a:bodyPr/>
          <a:lstStyle/>
          <a:p>
            <a:pPr eaLnBrk="1" hangingPunct="1"/>
            <a:r>
              <a:rPr lang="en-GB" altLang="en-US" b="1"/>
              <a:t>Gap filling</a:t>
            </a:r>
          </a:p>
          <a:p>
            <a:pPr eaLnBrk="1" hangingPunct="1">
              <a:buFont typeface="Times" panose="02020603050405020304" pitchFamily="18" charset="0"/>
              <a:buNone/>
            </a:pPr>
            <a:r>
              <a:rPr lang="en-GB" altLang="en-US"/>
              <a:t>	The property of filling high aspect ratio structures </a:t>
            </a:r>
            <a:endParaRPr lang="en-US" altLang="en-US"/>
          </a:p>
        </p:txBody>
      </p:sp>
      <p:pic>
        <p:nvPicPr>
          <p:cNvPr id="23557" name="Picture 12">
            <a:extLst>
              <a:ext uri="{FF2B5EF4-FFF2-40B4-BE49-F238E27FC236}">
                <a16:creationId xmlns:a16="http://schemas.microsoft.com/office/drawing/2014/main" id="{5E29338E-2009-F41A-E276-D0D1C9559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8201" y="2532063"/>
            <a:ext cx="3433763" cy="343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13" descr="25_T_CC_1_m04">
            <a:extLst>
              <a:ext uri="{FF2B5EF4-FFF2-40B4-BE49-F238E27FC236}">
                <a16:creationId xmlns:a16="http://schemas.microsoft.com/office/drawing/2014/main" id="{27FFEACB-E0A4-FA5B-D688-40322507E3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0417"/>
          <a:stretch>
            <a:fillRect/>
          </a:stretch>
        </p:blipFill>
        <p:spPr bwMode="auto">
          <a:xfrm>
            <a:off x="6662739" y="2249489"/>
            <a:ext cx="267652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a:extLst>
              <a:ext uri="{FF2B5EF4-FFF2-40B4-BE49-F238E27FC236}">
                <a16:creationId xmlns:a16="http://schemas.microsoft.com/office/drawing/2014/main" id="{7EC7EAF9-EF30-52F4-7CF8-2DDEB519BF3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7AC220C-1470-47AA-972C-EAA41B09C780}" type="slidenum">
              <a:rPr lang="en-US" altLang="en-US" sz="800"/>
              <a:pPr>
                <a:lnSpc>
                  <a:spcPct val="100000"/>
                </a:lnSpc>
                <a:spcBef>
                  <a:spcPct val="0"/>
                </a:spcBef>
                <a:buClr>
                  <a:srgbClr val="F68933"/>
                </a:buClr>
                <a:buFontTx/>
                <a:buNone/>
              </a:pPr>
              <a:t>5</a:t>
            </a:fld>
            <a:endParaRPr lang="en-US" altLang="en-US" sz="800"/>
          </a:p>
        </p:txBody>
      </p:sp>
      <p:sp>
        <p:nvSpPr>
          <p:cNvPr id="25603" name="Rectangle 2">
            <a:extLst>
              <a:ext uri="{FF2B5EF4-FFF2-40B4-BE49-F238E27FC236}">
                <a16:creationId xmlns:a16="http://schemas.microsoft.com/office/drawing/2014/main" id="{051F3F38-53E9-B9D4-41C7-230F7939F01F}"/>
              </a:ext>
            </a:extLst>
          </p:cNvPr>
          <p:cNvSpPr>
            <a:spLocks noGrp="1" noChangeArrowheads="1"/>
          </p:cNvSpPr>
          <p:nvPr>
            <p:ph type="title"/>
          </p:nvPr>
        </p:nvSpPr>
        <p:spPr/>
        <p:txBody>
          <a:bodyPr/>
          <a:lstStyle/>
          <a:p>
            <a:pPr eaLnBrk="1" hangingPunct="1"/>
            <a:r>
              <a:rPr lang="en-GB" altLang="en-US"/>
              <a:t>Thin film deposition methods</a:t>
            </a:r>
            <a:endParaRPr lang="en-US" altLang="en-US"/>
          </a:p>
        </p:txBody>
      </p:sp>
      <p:sp>
        <p:nvSpPr>
          <p:cNvPr id="25604" name="Rectangle 3">
            <a:extLst>
              <a:ext uri="{FF2B5EF4-FFF2-40B4-BE49-F238E27FC236}">
                <a16:creationId xmlns:a16="http://schemas.microsoft.com/office/drawing/2014/main" id="{C910ED02-7F77-B33B-51D9-DEC52AC659EE}"/>
              </a:ext>
            </a:extLst>
          </p:cNvPr>
          <p:cNvSpPr>
            <a:spLocks noGrp="1" noChangeArrowheads="1"/>
          </p:cNvSpPr>
          <p:nvPr>
            <p:ph type="body" idx="1"/>
          </p:nvPr>
        </p:nvSpPr>
        <p:spPr/>
        <p:txBody>
          <a:bodyPr/>
          <a:lstStyle/>
          <a:p>
            <a:pPr eaLnBrk="1" hangingPunct="1">
              <a:lnSpc>
                <a:spcPct val="75000"/>
              </a:lnSpc>
            </a:pPr>
            <a:r>
              <a:rPr lang="en-GB" altLang="en-US" sz="2000" b="1"/>
              <a:t>CVD (Chemical Vapour Deposition)</a:t>
            </a:r>
          </a:p>
          <a:p>
            <a:pPr lvl="1" eaLnBrk="1" hangingPunct="1">
              <a:lnSpc>
                <a:spcPct val="75000"/>
              </a:lnSpc>
            </a:pPr>
            <a:r>
              <a:rPr lang="en-GB" altLang="en-US"/>
              <a:t>Reactant gases are introduced in the deposition chamber</a:t>
            </a:r>
          </a:p>
          <a:p>
            <a:pPr lvl="1" eaLnBrk="1" hangingPunct="1">
              <a:lnSpc>
                <a:spcPct val="75000"/>
              </a:lnSpc>
            </a:pPr>
            <a:r>
              <a:rPr lang="en-GB" altLang="en-US"/>
              <a:t>Film deposition id produced by chemical reaction between gases at wafer surface.</a:t>
            </a:r>
          </a:p>
          <a:p>
            <a:pPr eaLnBrk="1" hangingPunct="1">
              <a:lnSpc>
                <a:spcPct val="75000"/>
              </a:lnSpc>
            </a:pPr>
            <a:endParaRPr lang="en-GB" altLang="en-US" sz="2000"/>
          </a:p>
          <a:p>
            <a:pPr eaLnBrk="1" hangingPunct="1">
              <a:lnSpc>
                <a:spcPct val="75000"/>
              </a:lnSpc>
            </a:pPr>
            <a:r>
              <a:rPr lang="en-GB" altLang="en-US" sz="2000" b="1"/>
              <a:t>PVD (Physical Vapour Deposition)</a:t>
            </a:r>
          </a:p>
          <a:p>
            <a:pPr lvl="1" eaLnBrk="1" hangingPunct="1">
              <a:lnSpc>
                <a:spcPct val="75000"/>
              </a:lnSpc>
            </a:pPr>
            <a:r>
              <a:rPr lang="en-GB" altLang="en-US"/>
              <a:t>Physical methods are used to produce constituent atoms that deposit on the wafer surface</a:t>
            </a:r>
          </a:p>
          <a:p>
            <a:pPr lvl="2" eaLnBrk="1" hangingPunct="1">
              <a:lnSpc>
                <a:spcPct val="75000"/>
              </a:lnSpc>
            </a:pPr>
            <a:r>
              <a:rPr lang="en-GB" altLang="en-US" sz="1400"/>
              <a:t>Evaporation</a:t>
            </a:r>
          </a:p>
          <a:p>
            <a:pPr lvl="2" eaLnBrk="1" hangingPunct="1">
              <a:lnSpc>
                <a:spcPct val="75000"/>
              </a:lnSpc>
            </a:pPr>
            <a:r>
              <a:rPr lang="en-GB" altLang="en-US" sz="1400"/>
              <a:t>Sputtering</a:t>
            </a:r>
          </a:p>
          <a:p>
            <a:pPr lvl="2" eaLnBrk="1" hangingPunct="1">
              <a:lnSpc>
                <a:spcPct val="75000"/>
              </a:lnSpc>
              <a:buFontTx/>
              <a:buNone/>
            </a:pPr>
            <a:endParaRPr lang="en-GB" altLang="en-US" sz="1400"/>
          </a:p>
          <a:p>
            <a:pPr eaLnBrk="1" hangingPunct="1">
              <a:lnSpc>
                <a:spcPct val="75000"/>
              </a:lnSpc>
            </a:pPr>
            <a:r>
              <a:rPr lang="en-GB" altLang="en-US" sz="2000" b="1"/>
              <a:t>Other techniques</a:t>
            </a:r>
          </a:p>
          <a:p>
            <a:pPr lvl="1" eaLnBrk="1" hangingPunct="1">
              <a:lnSpc>
                <a:spcPct val="75000"/>
              </a:lnSpc>
            </a:pPr>
            <a:r>
              <a:rPr lang="en-GB" altLang="en-US"/>
              <a:t>Liquid coating + solidification (e.g. Photo-resist, SOD)</a:t>
            </a:r>
          </a:p>
          <a:p>
            <a:pPr lvl="1" eaLnBrk="1" hangingPunct="1">
              <a:lnSpc>
                <a:spcPct val="75000"/>
              </a:lnSpc>
            </a:pPr>
            <a:r>
              <a:rPr lang="en-GB" altLang="en-US"/>
              <a:t>Electrolytic deposition (Cu)</a:t>
            </a:r>
          </a:p>
          <a:p>
            <a:pPr lvl="1" eaLnBrk="1" hangingPunct="1">
              <a:lnSpc>
                <a:spcPct val="75000"/>
              </a:lnSpc>
            </a:pPr>
            <a:endParaRPr lang="en-US" alt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a:extLst>
              <a:ext uri="{FF2B5EF4-FFF2-40B4-BE49-F238E27FC236}">
                <a16:creationId xmlns:a16="http://schemas.microsoft.com/office/drawing/2014/main" id="{A2BF1683-3C52-E24F-061C-F278F129A19C}"/>
              </a:ext>
            </a:extLst>
          </p:cNvPr>
          <p:cNvSpPr>
            <a:spLocks noGrp="1" noChangeArrowheads="1"/>
          </p:cNvSpPr>
          <p:nvPr>
            <p:ph type="title"/>
          </p:nvPr>
        </p:nvSpPr>
        <p:spPr/>
        <p:txBody>
          <a:bodyPr/>
          <a:lstStyle/>
          <a:p>
            <a:pPr eaLnBrk="1" hangingPunct="1"/>
            <a:r>
              <a:rPr lang="en-GB" altLang="en-US"/>
              <a:t>CVD Techniques</a:t>
            </a:r>
            <a:endParaRPr lang="en-US" altLang="en-US"/>
          </a:p>
        </p:txBody>
      </p:sp>
      <p:sp>
        <p:nvSpPr>
          <p:cNvPr id="3" name="Text Placeholder 2">
            <a:extLst>
              <a:ext uri="{FF2B5EF4-FFF2-40B4-BE49-F238E27FC236}">
                <a16:creationId xmlns:a16="http://schemas.microsoft.com/office/drawing/2014/main" id="{E4BC8FD9-6338-D6E6-691D-FC993563DFBA}"/>
              </a:ext>
            </a:extLst>
          </p:cNvPr>
          <p:cNvSpPr>
            <a:spLocks noGrp="1"/>
          </p:cNvSpPr>
          <p:nvPr>
            <p:ph type="body" idx="1"/>
          </p:nvPr>
        </p:nvSpPr>
        <p:spPr/>
        <p:txBody>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3">
            <a:extLst>
              <a:ext uri="{FF2B5EF4-FFF2-40B4-BE49-F238E27FC236}">
                <a16:creationId xmlns:a16="http://schemas.microsoft.com/office/drawing/2014/main" id="{25D3D00C-0125-E4BB-00B4-2E1620F2E1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81DD64A-53F8-47CB-B163-84801BCCF01D}" type="slidenum">
              <a:rPr lang="en-US" altLang="en-US" sz="800"/>
              <a:pPr>
                <a:lnSpc>
                  <a:spcPct val="100000"/>
                </a:lnSpc>
                <a:spcBef>
                  <a:spcPct val="0"/>
                </a:spcBef>
                <a:buClr>
                  <a:srgbClr val="F68933"/>
                </a:buClr>
                <a:buFontTx/>
                <a:buNone/>
              </a:pPr>
              <a:t>7</a:t>
            </a:fld>
            <a:endParaRPr lang="en-US" altLang="en-US" sz="800"/>
          </a:p>
        </p:txBody>
      </p:sp>
      <p:sp>
        <p:nvSpPr>
          <p:cNvPr id="29699" name="Rectangle 2">
            <a:extLst>
              <a:ext uri="{FF2B5EF4-FFF2-40B4-BE49-F238E27FC236}">
                <a16:creationId xmlns:a16="http://schemas.microsoft.com/office/drawing/2014/main" id="{6D43DA46-FA8D-317B-FFFA-02A462149F90}"/>
              </a:ext>
            </a:extLst>
          </p:cNvPr>
          <p:cNvSpPr>
            <a:spLocks noGrp="1" noChangeArrowheads="1"/>
          </p:cNvSpPr>
          <p:nvPr>
            <p:ph type="title"/>
          </p:nvPr>
        </p:nvSpPr>
        <p:spPr/>
        <p:txBody>
          <a:bodyPr/>
          <a:lstStyle/>
          <a:p>
            <a:pPr eaLnBrk="1" hangingPunct="1"/>
            <a:r>
              <a:rPr lang="en-GB" altLang="en-US"/>
              <a:t>A simple CVD system: APCVD</a:t>
            </a:r>
            <a:endParaRPr lang="en-US" altLang="en-US"/>
          </a:p>
        </p:txBody>
      </p:sp>
      <p:pic>
        <p:nvPicPr>
          <p:cNvPr id="29700" name="Picture 4">
            <a:extLst>
              <a:ext uri="{FF2B5EF4-FFF2-40B4-BE49-F238E27FC236}">
                <a16:creationId xmlns:a16="http://schemas.microsoft.com/office/drawing/2014/main" id="{5C710A01-84D4-300B-DD8D-0F9455603D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238" y="3930651"/>
            <a:ext cx="5846762" cy="250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Text Box 5">
            <a:extLst>
              <a:ext uri="{FF2B5EF4-FFF2-40B4-BE49-F238E27FC236}">
                <a16:creationId xmlns:a16="http://schemas.microsoft.com/office/drawing/2014/main" id="{2EE353FC-47E7-521C-9219-F24C1B7BEC14}"/>
              </a:ext>
            </a:extLst>
          </p:cNvPr>
          <p:cNvSpPr txBox="1">
            <a:spLocks noChangeArrowheads="1"/>
          </p:cNvSpPr>
          <p:nvPr/>
        </p:nvSpPr>
        <p:spPr bwMode="auto">
          <a:xfrm>
            <a:off x="1830388" y="1460501"/>
            <a:ext cx="3624262"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Wafers are hold on heated susceptors, and reactant gases flow in the chamber at atmospheric pressure</a:t>
            </a:r>
          </a:p>
          <a:p>
            <a:pPr eaLnBrk="1" hangingPunct="1">
              <a:spcBef>
                <a:spcPct val="50000"/>
              </a:spcBef>
            </a:pPr>
            <a:r>
              <a:rPr lang="en-GB" altLang="en-US" sz="2000"/>
              <a:t>APCVD has been widely used , especially for Epitaxial  Si deposition.</a:t>
            </a:r>
          </a:p>
          <a:p>
            <a:pPr eaLnBrk="1" hangingPunct="1">
              <a:spcBef>
                <a:spcPct val="50000"/>
              </a:spcBef>
            </a:pPr>
            <a:r>
              <a:rPr lang="en-GB" altLang="en-US" sz="2000"/>
              <a:t>Almost abandoned in modern IC manufacturing</a:t>
            </a:r>
          </a:p>
          <a:p>
            <a:pPr eaLnBrk="1" hangingPunct="1">
              <a:spcBef>
                <a:spcPct val="50000"/>
              </a:spcBef>
              <a:buFont typeface="Times" panose="02020603050405020304" pitchFamily="18" charset="0"/>
              <a:buNone/>
            </a:pPr>
            <a:endParaRPr lang="en-US" altLang="en-US" sz="200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a:extLst>
              <a:ext uri="{FF2B5EF4-FFF2-40B4-BE49-F238E27FC236}">
                <a16:creationId xmlns:a16="http://schemas.microsoft.com/office/drawing/2014/main" id="{B4FBAB01-717D-614A-B180-F05E0F1E8BE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0235D325-6518-467F-A785-F20D3CAF1E8B}" type="slidenum">
              <a:rPr lang="en-US" altLang="en-US" sz="800"/>
              <a:pPr>
                <a:lnSpc>
                  <a:spcPct val="100000"/>
                </a:lnSpc>
                <a:spcBef>
                  <a:spcPct val="0"/>
                </a:spcBef>
                <a:buClr>
                  <a:srgbClr val="F68933"/>
                </a:buClr>
                <a:buFontTx/>
                <a:buNone/>
              </a:pPr>
              <a:t>8</a:t>
            </a:fld>
            <a:endParaRPr lang="en-US" altLang="en-US" sz="800"/>
          </a:p>
        </p:txBody>
      </p:sp>
      <p:sp>
        <p:nvSpPr>
          <p:cNvPr id="31747" name="Rectangle 2">
            <a:extLst>
              <a:ext uri="{FF2B5EF4-FFF2-40B4-BE49-F238E27FC236}">
                <a16:creationId xmlns:a16="http://schemas.microsoft.com/office/drawing/2014/main" id="{39D84442-CCEF-14CC-7F0F-C6E02F952BDA}"/>
              </a:ext>
            </a:extLst>
          </p:cNvPr>
          <p:cNvSpPr>
            <a:spLocks noGrp="1" noChangeArrowheads="1"/>
          </p:cNvSpPr>
          <p:nvPr>
            <p:ph type="title"/>
          </p:nvPr>
        </p:nvSpPr>
        <p:spPr/>
        <p:txBody>
          <a:bodyPr/>
          <a:lstStyle/>
          <a:p>
            <a:pPr eaLnBrk="1" hangingPunct="1"/>
            <a:r>
              <a:rPr lang="en-GB" altLang="en-US"/>
              <a:t>Basic mechanism in a APCVD chamber</a:t>
            </a:r>
            <a:endParaRPr lang="en-US" altLang="en-US"/>
          </a:p>
        </p:txBody>
      </p:sp>
      <p:graphicFrame>
        <p:nvGraphicFramePr>
          <p:cNvPr id="31748" name="Object 3">
            <a:extLst>
              <a:ext uri="{FF2B5EF4-FFF2-40B4-BE49-F238E27FC236}">
                <a16:creationId xmlns:a16="http://schemas.microsoft.com/office/drawing/2014/main" id="{1DABEC71-E2D5-F824-D806-6158C7E6D381}"/>
              </a:ext>
            </a:extLst>
          </p:cNvPr>
          <p:cNvGraphicFramePr>
            <a:graphicFrameLocks noGrp="1" noChangeAspect="1"/>
          </p:cNvGraphicFramePr>
          <p:nvPr>
            <p:ph type="body" idx="1"/>
          </p:nvPr>
        </p:nvGraphicFramePr>
        <p:xfrm>
          <a:off x="1524000" y="1330326"/>
          <a:ext cx="4737100" cy="2098675"/>
        </p:xfrm>
        <a:graphic>
          <a:graphicData uri="http://schemas.openxmlformats.org/presentationml/2006/ole">
            <mc:AlternateContent xmlns:mc="http://schemas.openxmlformats.org/markup-compatibility/2006">
              <mc:Choice xmlns:v="urn:schemas-microsoft-com:vml" Requires="v">
                <p:oleObj name="Document" r:id="rId3" imgW="4800600" imgH="2127504" progId="Word.Document.8">
                  <p:embed/>
                </p:oleObj>
              </mc:Choice>
              <mc:Fallback>
                <p:oleObj name="Document" r:id="rId3" imgW="4800600" imgH="2127504" progId="Word.Document.8">
                  <p:embed/>
                  <p:pic>
                    <p:nvPicPr>
                      <p:cNvPr id="31748" name="Object 3">
                        <a:extLst>
                          <a:ext uri="{FF2B5EF4-FFF2-40B4-BE49-F238E27FC236}">
                            <a16:creationId xmlns:a16="http://schemas.microsoft.com/office/drawing/2014/main" id="{1DABEC71-E2D5-F824-D806-6158C7E6D3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330326"/>
                        <a:ext cx="4737100" cy="209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9" name="Text Box 4">
            <a:extLst>
              <a:ext uri="{FF2B5EF4-FFF2-40B4-BE49-F238E27FC236}">
                <a16:creationId xmlns:a16="http://schemas.microsoft.com/office/drawing/2014/main" id="{ECF3F1CF-D276-6429-82B8-ABCC95471C5B}"/>
              </a:ext>
            </a:extLst>
          </p:cNvPr>
          <p:cNvSpPr txBox="1">
            <a:spLocks noChangeArrowheads="1"/>
          </p:cNvSpPr>
          <p:nvPr/>
        </p:nvSpPr>
        <p:spPr bwMode="auto">
          <a:xfrm>
            <a:off x="6621464" y="1350963"/>
            <a:ext cx="3775075" cy="5010150"/>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AutoNum type="arabicPeriod"/>
            </a:pPr>
            <a:r>
              <a:rPr lang="en-US" altLang="en-US" sz="1600"/>
              <a:t> Transport of reactants to the deposition region.</a:t>
            </a:r>
          </a:p>
          <a:p>
            <a:pPr eaLnBrk="1" hangingPunct="1">
              <a:spcBef>
                <a:spcPct val="50000"/>
              </a:spcBef>
              <a:buFont typeface="Times" panose="02020603050405020304" pitchFamily="18" charset="0"/>
              <a:buAutoNum type="arabicPeriod"/>
            </a:pPr>
            <a:r>
              <a:rPr lang="en-US" altLang="en-US" sz="1600"/>
              <a:t> Transport of reactants from the main gas stream through the boundary layer to the wafer surface.</a:t>
            </a:r>
          </a:p>
          <a:p>
            <a:pPr eaLnBrk="1" hangingPunct="1">
              <a:spcBef>
                <a:spcPct val="50000"/>
              </a:spcBef>
              <a:buFont typeface="Times" panose="02020603050405020304" pitchFamily="18" charset="0"/>
              <a:buAutoNum type="arabicPeriod"/>
            </a:pPr>
            <a:r>
              <a:rPr lang="en-US" altLang="en-US" sz="1600"/>
              <a:t> Adsorption of reactants on the wafer surface.</a:t>
            </a:r>
          </a:p>
          <a:p>
            <a:pPr eaLnBrk="1" hangingPunct="1">
              <a:spcBef>
                <a:spcPct val="50000"/>
              </a:spcBef>
              <a:buFont typeface="Times" panose="02020603050405020304" pitchFamily="18" charset="0"/>
              <a:buAutoNum type="arabicPeriod"/>
            </a:pPr>
            <a:r>
              <a:rPr lang="en-US" altLang="en-US" sz="1600"/>
              <a:t> Surface reactions, including: chemical decomposition or reaction, surface migration to attachment sites (kinks and ledges); site incorporation; and other surface reactions (emission and re-deposition for example).</a:t>
            </a:r>
          </a:p>
          <a:p>
            <a:pPr eaLnBrk="1" hangingPunct="1">
              <a:spcBef>
                <a:spcPct val="50000"/>
              </a:spcBef>
              <a:buFont typeface="Times" panose="02020603050405020304" pitchFamily="18" charset="0"/>
              <a:buAutoNum type="arabicPeriod"/>
            </a:pPr>
            <a:r>
              <a:rPr lang="en-US" altLang="en-US" sz="1600"/>
              <a:t> Desorption of byproducts.</a:t>
            </a:r>
          </a:p>
          <a:p>
            <a:pPr eaLnBrk="1" hangingPunct="1">
              <a:spcBef>
                <a:spcPct val="50000"/>
              </a:spcBef>
              <a:buFont typeface="Times" panose="02020603050405020304" pitchFamily="18" charset="0"/>
              <a:buAutoNum type="arabicPeriod"/>
            </a:pPr>
            <a:r>
              <a:rPr lang="en-US" altLang="en-US" sz="1600"/>
              <a:t>Transport of byproducts through boundary layer.</a:t>
            </a:r>
          </a:p>
          <a:p>
            <a:pPr eaLnBrk="1" hangingPunct="1">
              <a:spcBef>
                <a:spcPct val="50000"/>
              </a:spcBef>
              <a:buFont typeface="Times" panose="02020603050405020304" pitchFamily="18" charset="0"/>
              <a:buAutoNum type="arabicPeriod"/>
            </a:pPr>
            <a:r>
              <a:rPr lang="en-US" altLang="en-US" sz="1600"/>
              <a:t>Transport of byproducts away from the deposition region.</a:t>
            </a:r>
          </a:p>
        </p:txBody>
      </p:sp>
      <p:sp>
        <p:nvSpPr>
          <p:cNvPr id="31750" name="Text Box 5">
            <a:extLst>
              <a:ext uri="{FF2B5EF4-FFF2-40B4-BE49-F238E27FC236}">
                <a16:creationId xmlns:a16="http://schemas.microsoft.com/office/drawing/2014/main" id="{461010C9-90EC-4C7F-246D-D5835D871673}"/>
              </a:ext>
            </a:extLst>
          </p:cNvPr>
          <p:cNvSpPr txBox="1">
            <a:spLocks noChangeArrowheads="1"/>
          </p:cNvSpPr>
          <p:nvPr/>
        </p:nvSpPr>
        <p:spPr bwMode="auto">
          <a:xfrm>
            <a:off x="1603376" y="3871913"/>
            <a:ext cx="4708525" cy="2216150"/>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We will not consider:</a:t>
            </a:r>
          </a:p>
          <a:p>
            <a:pPr eaLnBrk="1" hangingPunct="1">
              <a:spcBef>
                <a:spcPct val="50000"/>
              </a:spcBef>
            </a:pPr>
            <a:r>
              <a:rPr lang="en-GB" altLang="en-US" sz="1600"/>
              <a:t>Gas-phase reactions</a:t>
            </a:r>
          </a:p>
          <a:p>
            <a:pPr eaLnBrk="1" hangingPunct="1">
              <a:spcBef>
                <a:spcPct val="50000"/>
              </a:spcBef>
            </a:pPr>
            <a:r>
              <a:rPr lang="en-GB" altLang="en-US" sz="1600"/>
              <a:t>Details of Surface migration/diffusion/re-emission</a:t>
            </a:r>
          </a:p>
          <a:p>
            <a:pPr eaLnBrk="1" hangingPunct="1">
              <a:spcBef>
                <a:spcPct val="50000"/>
              </a:spcBef>
              <a:buFont typeface="Times" panose="02020603050405020304" pitchFamily="18" charset="0"/>
              <a:buNone/>
            </a:pPr>
            <a:r>
              <a:rPr lang="en-GB" altLang="en-US" sz="1600" b="1">
                <a:solidFill>
                  <a:schemeClr val="tx2"/>
                </a:solidFill>
              </a:rPr>
              <a:t>We will concentrate on:</a:t>
            </a:r>
          </a:p>
          <a:p>
            <a:pPr eaLnBrk="1" hangingPunct="1">
              <a:spcBef>
                <a:spcPct val="50000"/>
              </a:spcBef>
              <a:buFont typeface="Times" panose="02020603050405020304" pitchFamily="18" charset="0"/>
              <a:buNone/>
            </a:pPr>
            <a:r>
              <a:rPr lang="en-GB" altLang="en-US" sz="1600" b="1">
                <a:solidFill>
                  <a:schemeClr val="tx2"/>
                </a:solidFill>
              </a:rPr>
              <a:t>Step 2 (mass transfer) and step 3-5 (surface reactions)</a:t>
            </a:r>
            <a:endParaRPr lang="en-US" altLang="en-US" sz="1600" b="1">
              <a:solidFill>
                <a:schemeClr val="tx2"/>
              </a:solidFill>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a:extLst>
              <a:ext uri="{FF2B5EF4-FFF2-40B4-BE49-F238E27FC236}">
                <a16:creationId xmlns:a16="http://schemas.microsoft.com/office/drawing/2014/main" id="{3CAEF386-4E31-F17D-C401-BCC35BA4C3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E5B4163-5D5E-4C5D-98D7-A49D1C33B681}" type="slidenum">
              <a:rPr lang="en-US" altLang="en-US" sz="800"/>
              <a:pPr>
                <a:lnSpc>
                  <a:spcPct val="100000"/>
                </a:lnSpc>
                <a:spcBef>
                  <a:spcPct val="0"/>
                </a:spcBef>
                <a:buClr>
                  <a:srgbClr val="F68933"/>
                </a:buClr>
                <a:buFontTx/>
                <a:buNone/>
              </a:pPr>
              <a:t>9</a:t>
            </a:fld>
            <a:endParaRPr lang="en-US" altLang="en-US" sz="800"/>
          </a:p>
        </p:txBody>
      </p:sp>
      <p:sp>
        <p:nvSpPr>
          <p:cNvPr id="33795" name="Rectangle 2">
            <a:extLst>
              <a:ext uri="{FF2B5EF4-FFF2-40B4-BE49-F238E27FC236}">
                <a16:creationId xmlns:a16="http://schemas.microsoft.com/office/drawing/2014/main" id="{4D06222C-B807-DCEF-E469-794843B66E70}"/>
              </a:ext>
            </a:extLst>
          </p:cNvPr>
          <p:cNvSpPr>
            <a:spLocks noGrp="1" noChangeArrowheads="1"/>
          </p:cNvSpPr>
          <p:nvPr>
            <p:ph type="title"/>
          </p:nvPr>
        </p:nvSpPr>
        <p:spPr/>
        <p:txBody>
          <a:bodyPr/>
          <a:lstStyle/>
          <a:p>
            <a:pPr eaLnBrk="1" hangingPunct="1"/>
            <a:r>
              <a:rPr lang="en-GB" altLang="en-US"/>
              <a:t>Basic transport mechanisms</a:t>
            </a:r>
            <a:endParaRPr lang="en-US" altLang="en-US"/>
          </a:p>
        </p:txBody>
      </p:sp>
      <p:sp>
        <p:nvSpPr>
          <p:cNvPr id="33796" name="Text Box 5">
            <a:extLst>
              <a:ext uri="{FF2B5EF4-FFF2-40B4-BE49-F238E27FC236}">
                <a16:creationId xmlns:a16="http://schemas.microsoft.com/office/drawing/2014/main" id="{BA145B4E-7C3A-F3C1-43EA-9B91FE018643}"/>
              </a:ext>
            </a:extLst>
          </p:cNvPr>
          <p:cNvSpPr txBox="1">
            <a:spLocks noChangeArrowheads="1"/>
          </p:cNvSpPr>
          <p:nvPr/>
        </p:nvSpPr>
        <p:spPr bwMode="auto">
          <a:xfrm>
            <a:off x="6096001" y="1474788"/>
            <a:ext cx="4138613" cy="167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A fluid with a convection current in the Y direction:</a:t>
            </a:r>
          </a:p>
          <a:p>
            <a:pPr eaLnBrk="1" hangingPunct="1">
              <a:spcBef>
                <a:spcPct val="50000"/>
              </a:spcBef>
            </a:pPr>
            <a:r>
              <a:rPr lang="en-GB" altLang="en-US" sz="1800"/>
              <a:t> Non uniform speed along x</a:t>
            </a:r>
          </a:p>
          <a:p>
            <a:pPr eaLnBrk="1" hangingPunct="1">
              <a:spcBef>
                <a:spcPct val="50000"/>
              </a:spcBef>
            </a:pPr>
            <a:r>
              <a:rPr lang="en-GB" altLang="en-US" sz="1800"/>
              <a:t>A Fick-like law can be written for momentum transfer</a:t>
            </a:r>
            <a:endParaRPr lang="en-US" altLang="en-US" sz="1800"/>
          </a:p>
        </p:txBody>
      </p:sp>
      <p:graphicFrame>
        <p:nvGraphicFramePr>
          <p:cNvPr id="33797" name="Object 6">
            <a:extLst>
              <a:ext uri="{FF2B5EF4-FFF2-40B4-BE49-F238E27FC236}">
                <a16:creationId xmlns:a16="http://schemas.microsoft.com/office/drawing/2014/main" id="{2F1B0A81-C14D-A0EF-9519-624F9015BBD1}"/>
              </a:ext>
            </a:extLst>
          </p:cNvPr>
          <p:cNvGraphicFramePr>
            <a:graphicFrameLocks noChangeAspect="1"/>
          </p:cNvGraphicFramePr>
          <p:nvPr/>
        </p:nvGraphicFramePr>
        <p:xfrm>
          <a:off x="5900738" y="4546601"/>
          <a:ext cx="1770062" cy="957263"/>
        </p:xfrm>
        <a:graphic>
          <a:graphicData uri="http://schemas.openxmlformats.org/presentationml/2006/ole">
            <mc:AlternateContent xmlns:mc="http://schemas.openxmlformats.org/markup-compatibility/2006">
              <mc:Choice xmlns:v="urn:schemas-microsoft-com:vml" Requires="v">
                <p:oleObj name="Equation" r:id="rId3" imgW="774364" imgH="418918" progId="Equation.DSMT4">
                  <p:embed/>
                </p:oleObj>
              </mc:Choice>
              <mc:Fallback>
                <p:oleObj name="Equation" r:id="rId3" imgW="774364" imgH="418918" progId="Equation.DSMT4">
                  <p:embed/>
                  <p:pic>
                    <p:nvPicPr>
                      <p:cNvPr id="33797" name="Object 6">
                        <a:extLst>
                          <a:ext uri="{FF2B5EF4-FFF2-40B4-BE49-F238E27FC236}">
                            <a16:creationId xmlns:a16="http://schemas.microsoft.com/office/drawing/2014/main" id="{2F1B0A81-C14D-A0EF-9519-624F9015BB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0738" y="4546601"/>
                        <a:ext cx="1770062"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8" name="Oval 7">
            <a:extLst>
              <a:ext uri="{FF2B5EF4-FFF2-40B4-BE49-F238E27FC236}">
                <a16:creationId xmlns:a16="http://schemas.microsoft.com/office/drawing/2014/main" id="{38720CA7-C4F4-6D6F-5ED9-AE5B3C9F2FCA}"/>
              </a:ext>
            </a:extLst>
          </p:cNvPr>
          <p:cNvSpPr>
            <a:spLocks noChangeArrowheads="1"/>
          </p:cNvSpPr>
          <p:nvPr/>
        </p:nvSpPr>
        <p:spPr bwMode="auto">
          <a:xfrm>
            <a:off x="5703888" y="4872038"/>
            <a:ext cx="622300" cy="501650"/>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3799" name="Line 8">
            <a:extLst>
              <a:ext uri="{FF2B5EF4-FFF2-40B4-BE49-F238E27FC236}">
                <a16:creationId xmlns:a16="http://schemas.microsoft.com/office/drawing/2014/main" id="{0F84CE40-27B4-D1DE-A580-3A263763B98C}"/>
              </a:ext>
            </a:extLst>
          </p:cNvPr>
          <p:cNvSpPr>
            <a:spLocks noChangeShapeType="1"/>
          </p:cNvSpPr>
          <p:nvPr/>
        </p:nvSpPr>
        <p:spPr bwMode="auto">
          <a:xfrm>
            <a:off x="6137276" y="5370514"/>
            <a:ext cx="257175" cy="561975"/>
          </a:xfrm>
          <a:prstGeom prst="line">
            <a:avLst/>
          </a:prstGeom>
          <a:noFill/>
          <a:ln w="12700">
            <a:solidFill>
              <a:srgbClr val="646464"/>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
        <p:nvSpPr>
          <p:cNvPr id="33800" name="Text Box 9">
            <a:extLst>
              <a:ext uri="{FF2B5EF4-FFF2-40B4-BE49-F238E27FC236}">
                <a16:creationId xmlns:a16="http://schemas.microsoft.com/office/drawing/2014/main" id="{C4FD58D3-7C89-48DB-7D92-45EB9312DAAF}"/>
              </a:ext>
            </a:extLst>
          </p:cNvPr>
          <p:cNvSpPr txBox="1">
            <a:spLocks noChangeArrowheads="1"/>
          </p:cNvSpPr>
          <p:nvPr/>
        </p:nvSpPr>
        <p:spPr bwMode="auto">
          <a:xfrm>
            <a:off x="6059489" y="5943600"/>
            <a:ext cx="1495425" cy="306388"/>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Momentum flux</a:t>
            </a:r>
            <a:endParaRPr lang="en-US" altLang="en-US" sz="1400"/>
          </a:p>
        </p:txBody>
      </p:sp>
      <p:sp>
        <p:nvSpPr>
          <p:cNvPr id="33801" name="Oval 11">
            <a:extLst>
              <a:ext uri="{FF2B5EF4-FFF2-40B4-BE49-F238E27FC236}">
                <a16:creationId xmlns:a16="http://schemas.microsoft.com/office/drawing/2014/main" id="{D7324125-5A28-CFC8-F86E-B3603DBFEE62}"/>
              </a:ext>
            </a:extLst>
          </p:cNvPr>
          <p:cNvSpPr>
            <a:spLocks noChangeArrowheads="1"/>
          </p:cNvSpPr>
          <p:nvPr/>
        </p:nvSpPr>
        <p:spPr bwMode="auto">
          <a:xfrm>
            <a:off x="6794501" y="4805364"/>
            <a:ext cx="288925" cy="517525"/>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3802" name="Line 12">
            <a:extLst>
              <a:ext uri="{FF2B5EF4-FFF2-40B4-BE49-F238E27FC236}">
                <a16:creationId xmlns:a16="http://schemas.microsoft.com/office/drawing/2014/main" id="{4FAFD309-EF1C-CA1F-63F4-B6C5D2CEAB99}"/>
              </a:ext>
            </a:extLst>
          </p:cNvPr>
          <p:cNvSpPr>
            <a:spLocks noChangeShapeType="1"/>
          </p:cNvSpPr>
          <p:nvPr/>
        </p:nvSpPr>
        <p:spPr bwMode="auto">
          <a:xfrm>
            <a:off x="7027864" y="5330826"/>
            <a:ext cx="1044575" cy="561975"/>
          </a:xfrm>
          <a:prstGeom prst="line">
            <a:avLst/>
          </a:prstGeom>
          <a:noFill/>
          <a:ln w="12700">
            <a:solidFill>
              <a:srgbClr val="646464"/>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
        <p:nvSpPr>
          <p:cNvPr id="33803" name="Text Box 13">
            <a:extLst>
              <a:ext uri="{FF2B5EF4-FFF2-40B4-BE49-F238E27FC236}">
                <a16:creationId xmlns:a16="http://schemas.microsoft.com/office/drawing/2014/main" id="{F5952A52-2BD4-3FB4-451D-7CBBE5CFB62A}"/>
              </a:ext>
            </a:extLst>
          </p:cNvPr>
          <p:cNvSpPr txBox="1">
            <a:spLocks noChangeArrowheads="1"/>
          </p:cNvSpPr>
          <p:nvPr/>
        </p:nvSpPr>
        <p:spPr bwMode="auto">
          <a:xfrm>
            <a:off x="8072439" y="5710239"/>
            <a:ext cx="1495425" cy="306387"/>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Viscosity</a:t>
            </a:r>
            <a:endParaRPr lang="en-US" altLang="en-US" sz="1400"/>
          </a:p>
        </p:txBody>
      </p:sp>
      <p:pic>
        <p:nvPicPr>
          <p:cNvPr id="33804" name="Picture 25" descr="alonso0001">
            <a:extLst>
              <a:ext uri="{FF2B5EF4-FFF2-40B4-BE49-F238E27FC236}">
                <a16:creationId xmlns:a16="http://schemas.microsoft.com/office/drawing/2014/main" id="{395ED47C-CAA7-49CB-1621-C36BDFEF4F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4363" y="1038225"/>
            <a:ext cx="3255962" cy="531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a:extLst>
              <a:ext uri="{FF2B5EF4-FFF2-40B4-BE49-F238E27FC236}">
                <a16:creationId xmlns:a16="http://schemas.microsoft.com/office/drawing/2014/main" id="{F5C101DD-3CFA-AA94-4002-BE683B2AEA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29121AD9-8DA8-42F5-AEA9-9D838A3A0A98}" type="slidenum">
              <a:rPr lang="en-US" altLang="en-US" sz="800"/>
              <a:pPr>
                <a:lnSpc>
                  <a:spcPct val="100000"/>
                </a:lnSpc>
                <a:spcBef>
                  <a:spcPct val="0"/>
                </a:spcBef>
                <a:buClr>
                  <a:srgbClr val="F68933"/>
                </a:buClr>
                <a:buFontTx/>
                <a:buNone/>
              </a:pPr>
              <a:t>10</a:t>
            </a:fld>
            <a:endParaRPr lang="en-US" altLang="en-US" sz="800"/>
          </a:p>
        </p:txBody>
      </p:sp>
      <p:sp>
        <p:nvSpPr>
          <p:cNvPr id="35843" name="Rectangle 2">
            <a:extLst>
              <a:ext uri="{FF2B5EF4-FFF2-40B4-BE49-F238E27FC236}">
                <a16:creationId xmlns:a16="http://schemas.microsoft.com/office/drawing/2014/main" id="{B5D1C415-27B5-33A8-7EC9-6CD487318C8D}"/>
              </a:ext>
            </a:extLst>
          </p:cNvPr>
          <p:cNvSpPr>
            <a:spLocks noGrp="1" noChangeArrowheads="1"/>
          </p:cNvSpPr>
          <p:nvPr>
            <p:ph type="title"/>
          </p:nvPr>
        </p:nvSpPr>
        <p:spPr/>
        <p:txBody>
          <a:bodyPr/>
          <a:lstStyle/>
          <a:p>
            <a:pPr eaLnBrk="1" hangingPunct="1"/>
            <a:r>
              <a:rPr lang="en-GB" altLang="en-US"/>
              <a:t>Basic transport mechanisms</a:t>
            </a:r>
            <a:endParaRPr lang="en-US" altLang="en-US"/>
          </a:p>
        </p:txBody>
      </p:sp>
      <p:grpSp>
        <p:nvGrpSpPr>
          <p:cNvPr id="35844" name="Group 12">
            <a:extLst>
              <a:ext uri="{FF2B5EF4-FFF2-40B4-BE49-F238E27FC236}">
                <a16:creationId xmlns:a16="http://schemas.microsoft.com/office/drawing/2014/main" id="{15F70BD5-C241-C60D-CB84-7719E2D6FEB6}"/>
              </a:ext>
            </a:extLst>
          </p:cNvPr>
          <p:cNvGrpSpPr>
            <a:grpSpLocks/>
          </p:cNvGrpSpPr>
          <p:nvPr/>
        </p:nvGrpSpPr>
        <p:grpSpPr bwMode="auto">
          <a:xfrm>
            <a:off x="6715125" y="3175001"/>
            <a:ext cx="2959100" cy="2017713"/>
            <a:chOff x="3285" y="2334"/>
            <a:chExt cx="1864" cy="1271"/>
          </a:xfrm>
        </p:grpSpPr>
        <p:sp>
          <p:nvSpPr>
            <p:cNvPr id="35849" name="AutoShape 13">
              <a:extLst>
                <a:ext uri="{FF2B5EF4-FFF2-40B4-BE49-F238E27FC236}">
                  <a16:creationId xmlns:a16="http://schemas.microsoft.com/office/drawing/2014/main" id="{853F34F0-0765-E8D9-B910-3EF35B65A4A8}"/>
                </a:ext>
              </a:extLst>
            </p:cNvPr>
            <p:cNvSpPr>
              <a:spLocks noChangeArrowheads="1"/>
            </p:cNvSpPr>
            <p:nvPr/>
          </p:nvSpPr>
          <p:spPr bwMode="auto">
            <a:xfrm>
              <a:off x="3830" y="2881"/>
              <a:ext cx="678" cy="535"/>
            </a:xfrm>
            <a:prstGeom prst="flowChartProcess">
              <a:avLst/>
            </a:prstGeom>
            <a:solidFill>
              <a:schemeClr val="accent1"/>
            </a:solidFill>
            <a:ln w="9525">
              <a:miter lim="800000"/>
              <a:headEnd/>
              <a:tailEnd/>
            </a:ln>
            <a:scene3d>
              <a:camera prst="legacyObliqueTopRight"/>
              <a:lightRig rig="legacyFlat3" dir="b"/>
            </a:scene3d>
            <a:sp3d extrusionH="887400" prstMaterial="legacyMatte">
              <a:bevelT w="13500" h="13500" prst="angle"/>
              <a:bevelB w="13500" h="13500" prst="angle"/>
              <a:extrusionClr>
                <a:schemeClr val="accent1"/>
              </a:extrusionClr>
              <a:contourClr>
                <a:schemeClr val="accent1"/>
              </a:contourClr>
            </a:sp3d>
          </p:spPr>
          <p:txBody>
            <a:bodyPr wrap="none" anchor="ctr">
              <a:flatTx/>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5850" name="Line 14">
              <a:extLst>
                <a:ext uri="{FF2B5EF4-FFF2-40B4-BE49-F238E27FC236}">
                  <a16:creationId xmlns:a16="http://schemas.microsoft.com/office/drawing/2014/main" id="{83D633CE-3083-705F-2BAC-89CDDC62474A}"/>
                </a:ext>
              </a:extLst>
            </p:cNvPr>
            <p:cNvSpPr>
              <a:spLocks noChangeShapeType="1"/>
            </p:cNvSpPr>
            <p:nvPr/>
          </p:nvSpPr>
          <p:spPr bwMode="auto">
            <a:xfrm>
              <a:off x="3285" y="3062"/>
              <a:ext cx="525"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5851" name="Line 15">
              <a:extLst>
                <a:ext uri="{FF2B5EF4-FFF2-40B4-BE49-F238E27FC236}">
                  <a16:creationId xmlns:a16="http://schemas.microsoft.com/office/drawing/2014/main" id="{58DD2D6D-F77C-18B5-0D56-9A6D43B7A124}"/>
                </a:ext>
              </a:extLst>
            </p:cNvPr>
            <p:cNvSpPr>
              <a:spLocks noChangeShapeType="1"/>
            </p:cNvSpPr>
            <p:nvPr/>
          </p:nvSpPr>
          <p:spPr bwMode="auto">
            <a:xfrm>
              <a:off x="4624" y="3067"/>
              <a:ext cx="525"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5852" name="Line 16">
              <a:extLst>
                <a:ext uri="{FF2B5EF4-FFF2-40B4-BE49-F238E27FC236}">
                  <a16:creationId xmlns:a16="http://schemas.microsoft.com/office/drawing/2014/main" id="{224C7294-F4FD-F6AD-76F7-8240B68D334D}"/>
                </a:ext>
              </a:extLst>
            </p:cNvPr>
            <p:cNvSpPr>
              <a:spLocks noChangeShapeType="1"/>
            </p:cNvSpPr>
            <p:nvPr/>
          </p:nvSpPr>
          <p:spPr bwMode="auto">
            <a:xfrm flipH="1" flipV="1">
              <a:off x="4392" y="2334"/>
              <a:ext cx="10" cy="349"/>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5853" name="Text Box 17">
              <a:extLst>
                <a:ext uri="{FF2B5EF4-FFF2-40B4-BE49-F238E27FC236}">
                  <a16:creationId xmlns:a16="http://schemas.microsoft.com/office/drawing/2014/main" id="{059A68BF-7AA3-8798-1C06-037BBA2B4967}"/>
                </a:ext>
              </a:extLst>
            </p:cNvPr>
            <p:cNvSpPr txBox="1">
              <a:spLocks noChangeArrowheads="1"/>
            </p:cNvSpPr>
            <p:nvPr/>
          </p:nvSpPr>
          <p:spPr bwMode="auto">
            <a:xfrm>
              <a:off x="4457" y="2375"/>
              <a:ext cx="30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v</a:t>
              </a:r>
              <a:r>
                <a:rPr lang="en-GB" altLang="en-US" sz="2000" baseline="-25000"/>
                <a:t>y</a:t>
              </a:r>
              <a:endParaRPr lang="en-US" altLang="en-US" sz="2000"/>
            </a:p>
          </p:txBody>
        </p:sp>
        <p:sp>
          <p:nvSpPr>
            <p:cNvPr id="35854" name="Text Box 18">
              <a:extLst>
                <a:ext uri="{FF2B5EF4-FFF2-40B4-BE49-F238E27FC236}">
                  <a16:creationId xmlns:a16="http://schemas.microsoft.com/office/drawing/2014/main" id="{DA72293F-0A41-9C6A-83F4-C342B15CABEB}"/>
                </a:ext>
              </a:extLst>
            </p:cNvPr>
            <p:cNvSpPr txBox="1">
              <a:spLocks noChangeArrowheads="1"/>
            </p:cNvSpPr>
            <p:nvPr/>
          </p:nvSpPr>
          <p:spPr bwMode="auto">
            <a:xfrm>
              <a:off x="3396" y="3112"/>
              <a:ext cx="33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j</a:t>
              </a:r>
              <a:r>
                <a:rPr lang="en-GB" altLang="en-US" sz="2000" baseline="-25000"/>
                <a:t>p</a:t>
              </a:r>
              <a:endParaRPr lang="en-US" altLang="en-US" sz="2000"/>
            </a:p>
          </p:txBody>
        </p:sp>
        <p:sp>
          <p:nvSpPr>
            <p:cNvPr id="35855" name="Text Box 19">
              <a:extLst>
                <a:ext uri="{FF2B5EF4-FFF2-40B4-BE49-F238E27FC236}">
                  <a16:creationId xmlns:a16="http://schemas.microsoft.com/office/drawing/2014/main" id="{3A1432ED-E491-E414-77C0-F44D9D0A97B5}"/>
                </a:ext>
              </a:extLst>
            </p:cNvPr>
            <p:cNvSpPr txBox="1">
              <a:spLocks noChangeArrowheads="1"/>
            </p:cNvSpPr>
            <p:nvPr/>
          </p:nvSpPr>
          <p:spPr bwMode="auto">
            <a:xfrm>
              <a:off x="4704" y="3158"/>
              <a:ext cx="33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j’</a:t>
              </a:r>
              <a:r>
                <a:rPr lang="en-GB" altLang="en-US" sz="2000" baseline="-25000"/>
                <a:t>p</a:t>
              </a:r>
              <a:endParaRPr lang="en-US" altLang="en-US" sz="2000"/>
            </a:p>
          </p:txBody>
        </p:sp>
        <p:sp>
          <p:nvSpPr>
            <p:cNvPr id="35856" name="Text Box 20">
              <a:extLst>
                <a:ext uri="{FF2B5EF4-FFF2-40B4-BE49-F238E27FC236}">
                  <a16:creationId xmlns:a16="http://schemas.microsoft.com/office/drawing/2014/main" id="{133FD414-7DB6-2BD8-2283-2451A704BCC1}"/>
                </a:ext>
              </a:extLst>
            </p:cNvPr>
            <p:cNvSpPr txBox="1">
              <a:spLocks noChangeArrowheads="1"/>
            </p:cNvSpPr>
            <p:nvPr/>
          </p:nvSpPr>
          <p:spPr bwMode="auto">
            <a:xfrm>
              <a:off x="3961" y="3365"/>
              <a:ext cx="41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dx</a:t>
              </a:r>
              <a:endParaRPr lang="en-US" altLang="en-US" sz="2000"/>
            </a:p>
          </p:txBody>
        </p:sp>
        <p:sp>
          <p:nvSpPr>
            <p:cNvPr id="35857" name="Text Box 21">
              <a:extLst>
                <a:ext uri="{FF2B5EF4-FFF2-40B4-BE49-F238E27FC236}">
                  <a16:creationId xmlns:a16="http://schemas.microsoft.com/office/drawing/2014/main" id="{1F6C48D8-C866-DB22-6525-0A51573A8455}"/>
                </a:ext>
              </a:extLst>
            </p:cNvPr>
            <p:cNvSpPr txBox="1">
              <a:spLocks noChangeArrowheads="1"/>
            </p:cNvSpPr>
            <p:nvPr/>
          </p:nvSpPr>
          <p:spPr bwMode="auto">
            <a:xfrm>
              <a:off x="4486" y="2840"/>
              <a:ext cx="303"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a:t>
              </a:r>
              <a:endParaRPr lang="en-US" altLang="en-US" sz="2000"/>
            </a:p>
          </p:txBody>
        </p:sp>
      </p:grpSp>
      <p:graphicFrame>
        <p:nvGraphicFramePr>
          <p:cNvPr id="35845" name="Object 22">
            <a:extLst>
              <a:ext uri="{FF2B5EF4-FFF2-40B4-BE49-F238E27FC236}">
                <a16:creationId xmlns:a16="http://schemas.microsoft.com/office/drawing/2014/main" id="{82FEC83E-ED53-46EE-BF1E-0BABF1516908}"/>
              </a:ext>
            </a:extLst>
          </p:cNvPr>
          <p:cNvGraphicFramePr>
            <a:graphicFrameLocks noChangeAspect="1"/>
          </p:cNvGraphicFramePr>
          <p:nvPr/>
        </p:nvGraphicFramePr>
        <p:xfrm>
          <a:off x="1757363" y="1073151"/>
          <a:ext cx="6191250" cy="5478463"/>
        </p:xfrm>
        <a:graphic>
          <a:graphicData uri="http://schemas.openxmlformats.org/presentationml/2006/ole">
            <mc:AlternateContent xmlns:mc="http://schemas.openxmlformats.org/markup-compatibility/2006">
              <mc:Choice xmlns:v="urn:schemas-microsoft-com:vml" Requires="v">
                <p:oleObj name="Equation" r:id="rId3" imgW="4305300" imgH="3810000" progId="Equation.DSMT4">
                  <p:embed/>
                </p:oleObj>
              </mc:Choice>
              <mc:Fallback>
                <p:oleObj name="Equation" r:id="rId3" imgW="4305300" imgH="3810000" progId="Equation.DSMT4">
                  <p:embed/>
                  <p:pic>
                    <p:nvPicPr>
                      <p:cNvPr id="35845" name="Object 22">
                        <a:extLst>
                          <a:ext uri="{FF2B5EF4-FFF2-40B4-BE49-F238E27FC236}">
                            <a16:creationId xmlns:a16="http://schemas.microsoft.com/office/drawing/2014/main" id="{82FEC83E-ED53-46EE-BF1E-0BABF15169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7363" y="1073151"/>
                        <a:ext cx="6191250" cy="5478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6" name="Oval 24">
            <a:extLst>
              <a:ext uri="{FF2B5EF4-FFF2-40B4-BE49-F238E27FC236}">
                <a16:creationId xmlns:a16="http://schemas.microsoft.com/office/drawing/2014/main" id="{6A4413C6-2306-277E-AD68-D11222D85DDA}"/>
              </a:ext>
            </a:extLst>
          </p:cNvPr>
          <p:cNvSpPr>
            <a:spLocks noChangeArrowheads="1"/>
          </p:cNvSpPr>
          <p:nvPr/>
        </p:nvSpPr>
        <p:spPr bwMode="auto">
          <a:xfrm>
            <a:off x="1603376" y="5183189"/>
            <a:ext cx="1571625" cy="979487"/>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5847" name="Line 25">
            <a:extLst>
              <a:ext uri="{FF2B5EF4-FFF2-40B4-BE49-F238E27FC236}">
                <a16:creationId xmlns:a16="http://schemas.microsoft.com/office/drawing/2014/main" id="{19C7751C-57B2-797A-73CE-C2BB2A71E73B}"/>
              </a:ext>
            </a:extLst>
          </p:cNvPr>
          <p:cNvSpPr>
            <a:spLocks noChangeShapeType="1"/>
          </p:cNvSpPr>
          <p:nvPr/>
        </p:nvSpPr>
        <p:spPr bwMode="auto">
          <a:xfrm>
            <a:off x="3192463" y="5678488"/>
            <a:ext cx="609600" cy="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5848" name="Text Box 26">
            <a:extLst>
              <a:ext uri="{FF2B5EF4-FFF2-40B4-BE49-F238E27FC236}">
                <a16:creationId xmlns:a16="http://schemas.microsoft.com/office/drawing/2014/main" id="{04FA0159-6F7E-C248-C4FF-C260AAEEBF49}"/>
              </a:ext>
            </a:extLst>
          </p:cNvPr>
          <p:cNvSpPr txBox="1">
            <a:spLocks noChangeArrowheads="1"/>
          </p:cNvSpPr>
          <p:nvPr/>
        </p:nvSpPr>
        <p:spPr bwMode="auto">
          <a:xfrm>
            <a:off x="4043364" y="5421314"/>
            <a:ext cx="2052637" cy="568325"/>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b="1"/>
              <a:t>Very similar to second Fick’s law</a:t>
            </a:r>
            <a:endParaRPr lang="en-US" altLang="en-US" sz="1600" b="1"/>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a:extLst>
              <a:ext uri="{FF2B5EF4-FFF2-40B4-BE49-F238E27FC236}">
                <a16:creationId xmlns:a16="http://schemas.microsoft.com/office/drawing/2014/main" id="{D10F7E5B-3F19-2C34-4643-8A1BCF54E49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14236D8-D1CA-4901-928B-3B33F20E501E}" type="slidenum">
              <a:rPr lang="en-US" altLang="en-US" sz="800"/>
              <a:pPr>
                <a:lnSpc>
                  <a:spcPct val="100000"/>
                </a:lnSpc>
                <a:spcBef>
                  <a:spcPct val="0"/>
                </a:spcBef>
                <a:buClr>
                  <a:srgbClr val="F68933"/>
                </a:buClr>
                <a:buFontTx/>
                <a:buNone/>
              </a:pPr>
              <a:t>11</a:t>
            </a:fld>
            <a:endParaRPr lang="en-US" altLang="en-US" sz="800"/>
          </a:p>
        </p:txBody>
      </p:sp>
      <p:sp>
        <p:nvSpPr>
          <p:cNvPr id="37891" name="Rectangle 2">
            <a:extLst>
              <a:ext uri="{FF2B5EF4-FFF2-40B4-BE49-F238E27FC236}">
                <a16:creationId xmlns:a16="http://schemas.microsoft.com/office/drawing/2014/main" id="{64D0E883-F58E-6F4F-BAE5-14E682994971}"/>
              </a:ext>
            </a:extLst>
          </p:cNvPr>
          <p:cNvSpPr>
            <a:spLocks noGrp="1" noChangeArrowheads="1"/>
          </p:cNvSpPr>
          <p:nvPr>
            <p:ph type="title"/>
          </p:nvPr>
        </p:nvSpPr>
        <p:spPr/>
        <p:txBody>
          <a:bodyPr/>
          <a:lstStyle/>
          <a:p>
            <a:pPr eaLnBrk="1" hangingPunct="1"/>
            <a:r>
              <a:rPr lang="en-GB" altLang="en-US"/>
              <a:t>A simple example</a:t>
            </a:r>
            <a:endParaRPr lang="en-US" altLang="en-US"/>
          </a:p>
        </p:txBody>
      </p:sp>
      <p:sp>
        <p:nvSpPr>
          <p:cNvPr id="37892" name="Text Box 7">
            <a:extLst>
              <a:ext uri="{FF2B5EF4-FFF2-40B4-BE49-F238E27FC236}">
                <a16:creationId xmlns:a16="http://schemas.microsoft.com/office/drawing/2014/main" id="{A8FC81C7-790A-DC2E-62E8-F486D732E39A}"/>
              </a:ext>
            </a:extLst>
          </p:cNvPr>
          <p:cNvSpPr txBox="1">
            <a:spLocks noChangeArrowheads="1"/>
          </p:cNvSpPr>
          <p:nvPr/>
        </p:nvSpPr>
        <p:spPr bwMode="auto">
          <a:xfrm>
            <a:off x="1892301" y="1266825"/>
            <a:ext cx="373856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Fluid motion  between parallel plates in stationary condition.</a:t>
            </a:r>
            <a:endParaRPr lang="en-US" altLang="en-US" sz="2000" b="1"/>
          </a:p>
        </p:txBody>
      </p:sp>
      <p:graphicFrame>
        <p:nvGraphicFramePr>
          <p:cNvPr id="37893" name="Object 8">
            <a:extLst>
              <a:ext uri="{FF2B5EF4-FFF2-40B4-BE49-F238E27FC236}">
                <a16:creationId xmlns:a16="http://schemas.microsoft.com/office/drawing/2014/main" id="{13AAC9C1-9405-ACD4-1084-2F0F756595C9}"/>
              </a:ext>
            </a:extLst>
          </p:cNvPr>
          <p:cNvGraphicFramePr>
            <a:graphicFrameLocks noChangeAspect="1"/>
          </p:cNvGraphicFramePr>
          <p:nvPr/>
        </p:nvGraphicFramePr>
        <p:xfrm>
          <a:off x="2179639" y="2355851"/>
          <a:ext cx="3824287" cy="3781425"/>
        </p:xfrm>
        <a:graphic>
          <a:graphicData uri="http://schemas.openxmlformats.org/presentationml/2006/ole">
            <mc:AlternateContent xmlns:mc="http://schemas.openxmlformats.org/markup-compatibility/2006">
              <mc:Choice xmlns:v="urn:schemas-microsoft-com:vml" Requires="v">
                <p:oleObj name="Equation" r:id="rId3" imgW="2260600" imgH="2235200" progId="Equation.DSMT4">
                  <p:embed/>
                </p:oleObj>
              </mc:Choice>
              <mc:Fallback>
                <p:oleObj name="Equation" r:id="rId3" imgW="2260600" imgH="2235200" progId="Equation.DSMT4">
                  <p:embed/>
                  <p:pic>
                    <p:nvPicPr>
                      <p:cNvPr id="37893" name="Object 8">
                        <a:extLst>
                          <a:ext uri="{FF2B5EF4-FFF2-40B4-BE49-F238E27FC236}">
                            <a16:creationId xmlns:a16="http://schemas.microsoft.com/office/drawing/2014/main" id="{13AAC9C1-9405-ACD4-1084-2F0F756595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9639" y="2355851"/>
                        <a:ext cx="3824287" cy="3781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94" name="Text Box 9">
            <a:extLst>
              <a:ext uri="{FF2B5EF4-FFF2-40B4-BE49-F238E27FC236}">
                <a16:creationId xmlns:a16="http://schemas.microsoft.com/office/drawing/2014/main" id="{F6332AF1-026D-5FF9-CC09-AC5D9CDFAD93}"/>
              </a:ext>
            </a:extLst>
          </p:cNvPr>
          <p:cNvSpPr txBox="1">
            <a:spLocks noChangeArrowheads="1"/>
          </p:cNvSpPr>
          <p:nvPr/>
        </p:nvSpPr>
        <p:spPr bwMode="auto">
          <a:xfrm>
            <a:off x="6238876" y="3883025"/>
            <a:ext cx="3883025" cy="186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For a tube of radius a, it can be demonstrated (in a similar way) that:</a:t>
            </a:r>
          </a:p>
          <a:p>
            <a:pPr eaLnBrk="1" hangingPunct="1">
              <a:spcBef>
                <a:spcPct val="50000"/>
              </a:spcBef>
              <a:buFont typeface="Times" panose="02020603050405020304" pitchFamily="18" charset="0"/>
              <a:buNone/>
            </a:pPr>
            <a:endParaRPr lang="en-GB" altLang="en-US" sz="2000"/>
          </a:p>
          <a:p>
            <a:pPr eaLnBrk="1" hangingPunct="1">
              <a:spcBef>
                <a:spcPct val="50000"/>
              </a:spcBef>
              <a:buFont typeface="Times" panose="02020603050405020304" pitchFamily="18" charset="0"/>
              <a:buNone/>
            </a:pPr>
            <a:endParaRPr lang="en-US" altLang="en-US" sz="2000"/>
          </a:p>
        </p:txBody>
      </p:sp>
      <p:sp>
        <p:nvSpPr>
          <p:cNvPr id="37895" name="Oval 10">
            <a:extLst>
              <a:ext uri="{FF2B5EF4-FFF2-40B4-BE49-F238E27FC236}">
                <a16:creationId xmlns:a16="http://schemas.microsoft.com/office/drawing/2014/main" id="{5BC9D845-596F-AC5C-6DB6-1E8EE6E7BC57}"/>
              </a:ext>
            </a:extLst>
          </p:cNvPr>
          <p:cNvSpPr>
            <a:spLocks noChangeArrowheads="1"/>
          </p:cNvSpPr>
          <p:nvPr/>
        </p:nvSpPr>
        <p:spPr bwMode="auto">
          <a:xfrm>
            <a:off x="8358189" y="5503864"/>
            <a:ext cx="803275" cy="803275"/>
          </a:xfrm>
          <a:prstGeom prst="ellipse">
            <a:avLst/>
          </a:prstGeom>
          <a:solidFill>
            <a:schemeClr val="bg1"/>
          </a:solidFill>
          <a:ln w="9525">
            <a:round/>
            <a:headEnd/>
            <a:tailEnd/>
          </a:ln>
          <a:scene3d>
            <a:camera prst="legacyObliqueTopRight"/>
            <a:lightRig rig="legacyFlat3" dir="b"/>
          </a:scene3d>
          <a:sp3d extrusionH="1801800" prstMaterial="legacyMatte">
            <a:bevelT w="13500" h="13500" prst="angle"/>
            <a:bevelB w="13500" h="13500" prst="angle"/>
            <a:extrusionClr>
              <a:schemeClr val="bg1"/>
            </a:extrusionClr>
            <a:contourClr>
              <a:schemeClr val="bg1"/>
            </a:contourClr>
          </a:sp3d>
        </p:spPr>
        <p:txBody>
          <a:bodyPr wrap="none" anchor="ctr">
            <a:flatTx/>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7896" name="Line 11">
            <a:extLst>
              <a:ext uri="{FF2B5EF4-FFF2-40B4-BE49-F238E27FC236}">
                <a16:creationId xmlns:a16="http://schemas.microsoft.com/office/drawing/2014/main" id="{E92ADB17-D058-7B3F-D9CB-1FE9B047EE4F}"/>
              </a:ext>
            </a:extLst>
          </p:cNvPr>
          <p:cNvSpPr>
            <a:spLocks noChangeShapeType="1"/>
          </p:cNvSpPr>
          <p:nvPr/>
        </p:nvSpPr>
        <p:spPr bwMode="auto">
          <a:xfrm>
            <a:off x="8694738" y="5502276"/>
            <a:ext cx="31750" cy="434975"/>
          </a:xfrm>
          <a:prstGeom prst="line">
            <a:avLst/>
          </a:prstGeom>
          <a:noFill/>
          <a:ln w="12700">
            <a:solidFill>
              <a:srgbClr val="646464"/>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7897" name="Text Box 12">
            <a:extLst>
              <a:ext uri="{FF2B5EF4-FFF2-40B4-BE49-F238E27FC236}">
                <a16:creationId xmlns:a16="http://schemas.microsoft.com/office/drawing/2014/main" id="{4FF00806-1CB5-3BB6-4FFE-2AF7249DEE90}"/>
              </a:ext>
            </a:extLst>
          </p:cNvPr>
          <p:cNvSpPr txBox="1">
            <a:spLocks noChangeArrowheads="1"/>
          </p:cNvSpPr>
          <p:nvPr/>
        </p:nvSpPr>
        <p:spPr bwMode="auto">
          <a:xfrm>
            <a:off x="8664575" y="5472113"/>
            <a:ext cx="3683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a</a:t>
            </a:r>
            <a:endParaRPr lang="en-US" altLang="en-US" sz="2000" b="1"/>
          </a:p>
        </p:txBody>
      </p:sp>
      <p:sp>
        <p:nvSpPr>
          <p:cNvPr id="37898" name="Line 13">
            <a:extLst>
              <a:ext uri="{FF2B5EF4-FFF2-40B4-BE49-F238E27FC236}">
                <a16:creationId xmlns:a16="http://schemas.microsoft.com/office/drawing/2014/main" id="{8D67F48D-4B9F-56E8-60EE-4FAA3B18F709}"/>
              </a:ext>
            </a:extLst>
          </p:cNvPr>
          <p:cNvSpPr>
            <a:spLocks noChangeShapeType="1"/>
          </p:cNvSpPr>
          <p:nvPr/>
        </p:nvSpPr>
        <p:spPr bwMode="auto">
          <a:xfrm flipV="1">
            <a:off x="8599489" y="4700589"/>
            <a:ext cx="1330325" cy="1347787"/>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7899" name="Text Box 14">
            <a:extLst>
              <a:ext uri="{FF2B5EF4-FFF2-40B4-BE49-F238E27FC236}">
                <a16:creationId xmlns:a16="http://schemas.microsoft.com/office/drawing/2014/main" id="{0CC05253-A9DC-C156-B2C6-6C09CE85665D}"/>
              </a:ext>
            </a:extLst>
          </p:cNvPr>
          <p:cNvSpPr txBox="1">
            <a:spLocks noChangeArrowheads="1"/>
          </p:cNvSpPr>
          <p:nvPr/>
        </p:nvSpPr>
        <p:spPr bwMode="auto">
          <a:xfrm>
            <a:off x="9737726" y="4764088"/>
            <a:ext cx="7223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b="1"/>
              <a:t>z</a:t>
            </a:r>
            <a:endParaRPr lang="en-US" altLang="en-US" sz="2000" b="1"/>
          </a:p>
        </p:txBody>
      </p:sp>
      <p:graphicFrame>
        <p:nvGraphicFramePr>
          <p:cNvPr id="37900" name="Object 15">
            <a:extLst>
              <a:ext uri="{FF2B5EF4-FFF2-40B4-BE49-F238E27FC236}">
                <a16:creationId xmlns:a16="http://schemas.microsoft.com/office/drawing/2014/main" id="{A40BDFD0-7B66-5E41-16D1-6901A0A96DEA}"/>
              </a:ext>
            </a:extLst>
          </p:cNvPr>
          <p:cNvGraphicFramePr>
            <a:graphicFrameLocks noChangeAspect="1"/>
          </p:cNvGraphicFramePr>
          <p:nvPr/>
        </p:nvGraphicFramePr>
        <p:xfrm>
          <a:off x="5726114" y="5016501"/>
          <a:ext cx="2759075" cy="835025"/>
        </p:xfrm>
        <a:graphic>
          <a:graphicData uri="http://schemas.openxmlformats.org/presentationml/2006/ole">
            <mc:AlternateContent xmlns:mc="http://schemas.openxmlformats.org/markup-compatibility/2006">
              <mc:Choice xmlns:v="urn:schemas-microsoft-com:vml" Requires="v">
                <p:oleObj name="Equation" r:id="rId5" imgW="1384300" imgH="419100" progId="Equation.DSMT4">
                  <p:embed/>
                </p:oleObj>
              </mc:Choice>
              <mc:Fallback>
                <p:oleObj name="Equation" r:id="rId5" imgW="1384300" imgH="419100" progId="Equation.DSMT4">
                  <p:embed/>
                  <p:pic>
                    <p:nvPicPr>
                      <p:cNvPr id="37900" name="Object 15">
                        <a:extLst>
                          <a:ext uri="{FF2B5EF4-FFF2-40B4-BE49-F238E27FC236}">
                            <a16:creationId xmlns:a16="http://schemas.microsoft.com/office/drawing/2014/main" id="{A40BDFD0-7B66-5E41-16D1-6901A0A96DE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26114" y="5016501"/>
                        <a:ext cx="2759075" cy="835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01" name="Text Box 16">
            <a:extLst>
              <a:ext uri="{FF2B5EF4-FFF2-40B4-BE49-F238E27FC236}">
                <a16:creationId xmlns:a16="http://schemas.microsoft.com/office/drawing/2014/main" id="{73622F14-2C90-DC50-E7F5-3CC7E9573AD5}"/>
              </a:ext>
            </a:extLst>
          </p:cNvPr>
          <p:cNvSpPr txBox="1">
            <a:spLocks noChangeArrowheads="1"/>
          </p:cNvSpPr>
          <p:nvPr/>
        </p:nvSpPr>
        <p:spPr bwMode="auto">
          <a:xfrm>
            <a:off x="5053013" y="5935663"/>
            <a:ext cx="3224212" cy="50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Where we chose the force f to be the pressure gradient in the tube</a:t>
            </a:r>
            <a:endParaRPr lang="en-US" altLang="en-US" sz="1400"/>
          </a:p>
        </p:txBody>
      </p:sp>
      <p:pic>
        <p:nvPicPr>
          <p:cNvPr id="37902" name="Picture 17" descr="alonso0002">
            <a:extLst>
              <a:ext uri="{FF2B5EF4-FFF2-40B4-BE49-F238E27FC236}">
                <a16:creationId xmlns:a16="http://schemas.microsoft.com/office/drawing/2014/main" id="{DB6EF5D4-0F02-50B3-D3C2-607C96F4176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16997" b="25697"/>
          <a:stretch>
            <a:fillRect/>
          </a:stretch>
        </p:blipFill>
        <p:spPr bwMode="auto">
          <a:xfrm>
            <a:off x="7270751" y="1250950"/>
            <a:ext cx="2651125"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a:extLst>
              <a:ext uri="{FF2B5EF4-FFF2-40B4-BE49-F238E27FC236}">
                <a16:creationId xmlns:a16="http://schemas.microsoft.com/office/drawing/2014/main" id="{F0B9CB33-8EC9-17A8-0058-EDA75A4DEA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E792E6D8-C345-4129-83BC-E47CDDBCB8A6}" type="slidenum">
              <a:rPr lang="en-US" altLang="en-US" sz="800"/>
              <a:pPr>
                <a:lnSpc>
                  <a:spcPct val="100000"/>
                </a:lnSpc>
                <a:spcBef>
                  <a:spcPct val="0"/>
                </a:spcBef>
                <a:buClr>
                  <a:srgbClr val="F68933"/>
                </a:buClr>
                <a:buFontTx/>
                <a:buNone/>
              </a:pPr>
              <a:t>12</a:t>
            </a:fld>
            <a:endParaRPr lang="en-US" altLang="en-US" sz="800"/>
          </a:p>
        </p:txBody>
      </p:sp>
      <p:sp>
        <p:nvSpPr>
          <p:cNvPr id="39939" name="Rectangle 2">
            <a:extLst>
              <a:ext uri="{FF2B5EF4-FFF2-40B4-BE49-F238E27FC236}">
                <a16:creationId xmlns:a16="http://schemas.microsoft.com/office/drawing/2014/main" id="{4E245678-076F-E9F6-1F35-41D05044EB19}"/>
              </a:ext>
            </a:extLst>
          </p:cNvPr>
          <p:cNvSpPr>
            <a:spLocks noGrp="1" noChangeArrowheads="1"/>
          </p:cNvSpPr>
          <p:nvPr>
            <p:ph type="title"/>
          </p:nvPr>
        </p:nvSpPr>
        <p:spPr/>
        <p:txBody>
          <a:bodyPr/>
          <a:lstStyle/>
          <a:p>
            <a:pPr eaLnBrk="1" hangingPunct="1"/>
            <a:r>
              <a:rPr lang="en-GB" altLang="en-US"/>
              <a:t>Boundary or stagnant layer</a:t>
            </a:r>
            <a:endParaRPr lang="en-US" altLang="en-US"/>
          </a:p>
        </p:txBody>
      </p:sp>
      <p:sp>
        <p:nvSpPr>
          <p:cNvPr id="39940" name="Rectangle 3">
            <a:extLst>
              <a:ext uri="{FF2B5EF4-FFF2-40B4-BE49-F238E27FC236}">
                <a16:creationId xmlns:a16="http://schemas.microsoft.com/office/drawing/2014/main" id="{7107408F-E0A6-DD09-9B61-32B6BCF8CE46}"/>
              </a:ext>
            </a:extLst>
          </p:cNvPr>
          <p:cNvSpPr>
            <a:spLocks noGrp="1" noChangeArrowheads="1"/>
          </p:cNvSpPr>
          <p:nvPr>
            <p:ph type="body" idx="1"/>
          </p:nvPr>
        </p:nvSpPr>
        <p:spPr/>
        <p:txBody>
          <a:bodyPr/>
          <a:lstStyle/>
          <a:p>
            <a:pPr eaLnBrk="1" hangingPunct="1"/>
            <a:r>
              <a:rPr lang="en-GB" altLang="en-US" sz="2000"/>
              <a:t>If a “plug” flow (i.e. with a uniform velocity U</a:t>
            </a:r>
            <a:r>
              <a:rPr lang="en-GB" altLang="en-US" sz="2000" baseline="-25000">
                <a:cs typeface="Arial" panose="020B0604020202020204" pitchFamily="34" charset="0"/>
              </a:rPr>
              <a:t>∞</a:t>
            </a:r>
            <a:r>
              <a:rPr lang="en-GB" altLang="en-US" sz="2000">
                <a:cs typeface="Arial" panose="020B0604020202020204" pitchFamily="34" charset="0"/>
              </a:rPr>
              <a:t>)</a:t>
            </a:r>
            <a:r>
              <a:rPr lang="en-GB" altLang="en-US" sz="2000"/>
              <a:t>  is inserted in a tube, it changes from uniform to parabolic over a distance </a:t>
            </a:r>
            <a:endParaRPr lang="en-US" altLang="en-US" sz="2000"/>
          </a:p>
        </p:txBody>
      </p:sp>
      <p:graphicFrame>
        <p:nvGraphicFramePr>
          <p:cNvPr id="39941" name="Object 4">
            <a:extLst>
              <a:ext uri="{FF2B5EF4-FFF2-40B4-BE49-F238E27FC236}">
                <a16:creationId xmlns:a16="http://schemas.microsoft.com/office/drawing/2014/main" id="{740C3398-4EB3-8633-5717-BE90F4EC7F68}"/>
              </a:ext>
            </a:extLst>
          </p:cNvPr>
          <p:cNvGraphicFramePr>
            <a:graphicFrameLocks noChangeAspect="1"/>
          </p:cNvGraphicFramePr>
          <p:nvPr/>
        </p:nvGraphicFramePr>
        <p:xfrm>
          <a:off x="2836863" y="2271713"/>
          <a:ext cx="1528762" cy="1528762"/>
        </p:xfrm>
        <a:graphic>
          <a:graphicData uri="http://schemas.openxmlformats.org/presentationml/2006/ole">
            <mc:AlternateContent xmlns:mc="http://schemas.openxmlformats.org/markup-compatibility/2006">
              <mc:Choice xmlns:v="urn:schemas-microsoft-com:vml" Requires="v">
                <p:oleObj name="Equation" r:id="rId3" imgW="838200" imgH="838200" progId="Equation.DSMT4">
                  <p:embed/>
                </p:oleObj>
              </mc:Choice>
              <mc:Fallback>
                <p:oleObj name="Equation" r:id="rId3" imgW="838200" imgH="838200" progId="Equation.DSMT4">
                  <p:embed/>
                  <p:pic>
                    <p:nvPicPr>
                      <p:cNvPr id="39941" name="Object 4">
                        <a:extLst>
                          <a:ext uri="{FF2B5EF4-FFF2-40B4-BE49-F238E27FC236}">
                            <a16:creationId xmlns:a16="http://schemas.microsoft.com/office/drawing/2014/main" id="{740C3398-4EB3-8633-5717-BE90F4EC7F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6863" y="2271713"/>
                        <a:ext cx="1528762" cy="1528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2" name="Oval 5">
            <a:extLst>
              <a:ext uri="{FF2B5EF4-FFF2-40B4-BE49-F238E27FC236}">
                <a16:creationId xmlns:a16="http://schemas.microsoft.com/office/drawing/2014/main" id="{E24BA2E9-7C4E-0146-C1D3-BBD94FF7CA8E}"/>
              </a:ext>
            </a:extLst>
          </p:cNvPr>
          <p:cNvSpPr>
            <a:spLocks noChangeArrowheads="1"/>
          </p:cNvSpPr>
          <p:nvPr/>
        </p:nvSpPr>
        <p:spPr bwMode="auto">
          <a:xfrm>
            <a:off x="3883025" y="3032126"/>
            <a:ext cx="217488" cy="396875"/>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9943" name="Line 6">
            <a:extLst>
              <a:ext uri="{FF2B5EF4-FFF2-40B4-BE49-F238E27FC236}">
                <a16:creationId xmlns:a16="http://schemas.microsoft.com/office/drawing/2014/main" id="{A90CA5EC-FC2D-630E-3543-48FED8E15582}"/>
              </a:ext>
            </a:extLst>
          </p:cNvPr>
          <p:cNvSpPr>
            <a:spLocks noChangeShapeType="1"/>
          </p:cNvSpPr>
          <p:nvPr/>
        </p:nvSpPr>
        <p:spPr bwMode="auto">
          <a:xfrm flipH="1">
            <a:off x="4086225" y="2962276"/>
            <a:ext cx="647700" cy="123825"/>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9944" name="Text Box 7">
            <a:extLst>
              <a:ext uri="{FF2B5EF4-FFF2-40B4-BE49-F238E27FC236}">
                <a16:creationId xmlns:a16="http://schemas.microsoft.com/office/drawing/2014/main" id="{FA1E4CF8-7D47-D90B-836A-9E2E4E3A849E}"/>
              </a:ext>
            </a:extLst>
          </p:cNvPr>
          <p:cNvSpPr txBox="1">
            <a:spLocks noChangeArrowheads="1"/>
          </p:cNvSpPr>
          <p:nvPr/>
        </p:nvSpPr>
        <p:spPr bwMode="auto">
          <a:xfrm>
            <a:off x="4733925" y="2590800"/>
            <a:ext cx="2209800" cy="393700"/>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000"/>
              <a:t>Characteristic length of the chamber (e.g. radius a)</a:t>
            </a:r>
            <a:endParaRPr lang="en-US" altLang="en-US" sz="1000"/>
          </a:p>
        </p:txBody>
      </p:sp>
      <p:sp>
        <p:nvSpPr>
          <p:cNvPr id="39945" name="Text Box 8">
            <a:extLst>
              <a:ext uri="{FF2B5EF4-FFF2-40B4-BE49-F238E27FC236}">
                <a16:creationId xmlns:a16="http://schemas.microsoft.com/office/drawing/2014/main" id="{6AF1137C-34BD-05B9-D6A7-F85C97B35D7C}"/>
              </a:ext>
            </a:extLst>
          </p:cNvPr>
          <p:cNvSpPr txBox="1">
            <a:spLocks noChangeArrowheads="1"/>
          </p:cNvSpPr>
          <p:nvPr/>
        </p:nvSpPr>
        <p:spPr bwMode="auto">
          <a:xfrm>
            <a:off x="2060576" y="4267200"/>
            <a:ext cx="806926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If N</a:t>
            </a:r>
            <a:r>
              <a:rPr lang="en-GB" altLang="en-US" sz="1600" baseline="-25000"/>
              <a:t>re </a:t>
            </a:r>
            <a:r>
              <a:rPr lang="en-GB" altLang="en-US" sz="1600"/>
              <a:t>is large enough (but not to induce turbulent flow) broad regions of the gas flow have approx. uniform velocity U</a:t>
            </a:r>
            <a:r>
              <a:rPr lang="en-GB" altLang="en-US" sz="1600" baseline="-25000">
                <a:cs typeface="Arial" panose="020B0604020202020204" pitchFamily="34" charset="0"/>
              </a:rPr>
              <a:t>∞. </a:t>
            </a:r>
            <a:r>
              <a:rPr lang="en-GB" altLang="en-US" sz="1600">
                <a:cs typeface="Arial" panose="020B0604020202020204" pitchFamily="34" charset="0"/>
              </a:rPr>
              <a:t>The velocity profile can be thus approximated as constant along r, apart form a </a:t>
            </a:r>
            <a:r>
              <a:rPr lang="en-GB" altLang="en-US" sz="1600" b="1">
                <a:cs typeface="Arial" panose="020B0604020202020204" pitchFamily="34" charset="0"/>
              </a:rPr>
              <a:t>boundary or stagnant layer</a:t>
            </a:r>
            <a:r>
              <a:rPr lang="en-GB" altLang="en-US" sz="1600">
                <a:cs typeface="Arial" panose="020B0604020202020204" pitchFamily="34" charset="0"/>
              </a:rPr>
              <a:t> </a:t>
            </a:r>
            <a:r>
              <a:rPr lang="en-GB" altLang="en-US" sz="1600">
                <a:latin typeface="Symbol" panose="05050102010706020507" pitchFamily="18" charset="2"/>
                <a:cs typeface="Arial" panose="020B0604020202020204" pitchFamily="34" charset="0"/>
              </a:rPr>
              <a:t>d</a:t>
            </a:r>
            <a:r>
              <a:rPr lang="en-GB" altLang="en-US" sz="1600">
                <a:cs typeface="Arial" panose="020B0604020202020204" pitchFamily="34" charset="0"/>
              </a:rPr>
              <a:t>, where the flow is 0.</a:t>
            </a:r>
          </a:p>
        </p:txBody>
      </p:sp>
      <p:sp>
        <p:nvSpPr>
          <p:cNvPr id="39946" name="Oval 9">
            <a:extLst>
              <a:ext uri="{FF2B5EF4-FFF2-40B4-BE49-F238E27FC236}">
                <a16:creationId xmlns:a16="http://schemas.microsoft.com/office/drawing/2014/main" id="{EECB6ACA-ACAC-2D31-09D1-A0C8596AD016}"/>
              </a:ext>
            </a:extLst>
          </p:cNvPr>
          <p:cNvSpPr>
            <a:spLocks noChangeArrowheads="1"/>
          </p:cNvSpPr>
          <p:nvPr/>
        </p:nvSpPr>
        <p:spPr bwMode="auto">
          <a:xfrm>
            <a:off x="2824163" y="3176588"/>
            <a:ext cx="481012" cy="512762"/>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39947" name="Line 10">
            <a:extLst>
              <a:ext uri="{FF2B5EF4-FFF2-40B4-BE49-F238E27FC236}">
                <a16:creationId xmlns:a16="http://schemas.microsoft.com/office/drawing/2014/main" id="{B9D3B1DD-39EC-7F97-A422-719C109CEFF0}"/>
              </a:ext>
            </a:extLst>
          </p:cNvPr>
          <p:cNvSpPr>
            <a:spLocks noChangeShapeType="1"/>
          </p:cNvSpPr>
          <p:nvPr/>
        </p:nvSpPr>
        <p:spPr bwMode="auto">
          <a:xfrm flipH="1" flipV="1">
            <a:off x="3224213" y="3641725"/>
            <a:ext cx="144462" cy="304800"/>
          </a:xfrm>
          <a:prstGeom prst="line">
            <a:avLst/>
          </a:prstGeom>
          <a:noFill/>
          <a:ln w="12700">
            <a:solidFill>
              <a:srgbClr val="646464"/>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39948" name="Text Box 11">
            <a:extLst>
              <a:ext uri="{FF2B5EF4-FFF2-40B4-BE49-F238E27FC236}">
                <a16:creationId xmlns:a16="http://schemas.microsoft.com/office/drawing/2014/main" id="{736CBEBF-1E1B-613A-2395-B567C7BA273B}"/>
              </a:ext>
            </a:extLst>
          </p:cNvPr>
          <p:cNvSpPr txBox="1">
            <a:spLocks noChangeArrowheads="1"/>
          </p:cNvSpPr>
          <p:nvPr/>
        </p:nvSpPr>
        <p:spPr bwMode="auto">
          <a:xfrm>
            <a:off x="3362325" y="3817939"/>
            <a:ext cx="2209800" cy="306387"/>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Reynolds number</a:t>
            </a:r>
            <a:endParaRPr lang="en-US" altLang="en-US" sz="1400"/>
          </a:p>
        </p:txBody>
      </p:sp>
      <p:sp>
        <p:nvSpPr>
          <p:cNvPr id="39949" name="Text Box 12">
            <a:extLst>
              <a:ext uri="{FF2B5EF4-FFF2-40B4-BE49-F238E27FC236}">
                <a16:creationId xmlns:a16="http://schemas.microsoft.com/office/drawing/2014/main" id="{B2B4B144-E07A-1701-6595-45AF25563E2C}"/>
              </a:ext>
            </a:extLst>
          </p:cNvPr>
          <p:cNvSpPr txBox="1">
            <a:spLocks noChangeArrowheads="1"/>
          </p:cNvSpPr>
          <p:nvPr/>
        </p:nvSpPr>
        <p:spPr bwMode="auto">
          <a:xfrm>
            <a:off x="1812926" y="5278439"/>
            <a:ext cx="79406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It can be demonstrated that</a:t>
            </a:r>
            <a:endParaRPr lang="en-US" altLang="en-US" sz="1800"/>
          </a:p>
        </p:txBody>
      </p:sp>
      <p:graphicFrame>
        <p:nvGraphicFramePr>
          <p:cNvPr id="39950" name="Object 13">
            <a:extLst>
              <a:ext uri="{FF2B5EF4-FFF2-40B4-BE49-F238E27FC236}">
                <a16:creationId xmlns:a16="http://schemas.microsoft.com/office/drawing/2014/main" id="{EF51E323-0EB6-196E-6960-EDA25D1E3150}"/>
              </a:ext>
            </a:extLst>
          </p:cNvPr>
          <p:cNvGraphicFramePr>
            <a:graphicFrameLocks noChangeAspect="1"/>
          </p:cNvGraphicFramePr>
          <p:nvPr/>
        </p:nvGraphicFramePr>
        <p:xfrm>
          <a:off x="4865688" y="5637213"/>
          <a:ext cx="1604962" cy="825500"/>
        </p:xfrm>
        <a:graphic>
          <a:graphicData uri="http://schemas.openxmlformats.org/presentationml/2006/ole">
            <mc:AlternateContent xmlns:mc="http://schemas.openxmlformats.org/markup-compatibility/2006">
              <mc:Choice xmlns:v="urn:schemas-microsoft-com:vml" Requires="v">
                <p:oleObj name="Equation" r:id="rId5" imgW="939392" imgH="482391" progId="Equation.DSMT4">
                  <p:embed/>
                </p:oleObj>
              </mc:Choice>
              <mc:Fallback>
                <p:oleObj name="Equation" r:id="rId5" imgW="939392" imgH="482391" progId="Equation.DSMT4">
                  <p:embed/>
                  <p:pic>
                    <p:nvPicPr>
                      <p:cNvPr id="39950" name="Object 13">
                        <a:extLst>
                          <a:ext uri="{FF2B5EF4-FFF2-40B4-BE49-F238E27FC236}">
                            <a16:creationId xmlns:a16="http://schemas.microsoft.com/office/drawing/2014/main" id="{EF51E323-0EB6-196E-6960-EDA25D1E315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5688" y="5637213"/>
                        <a:ext cx="160496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A25C64B5-74F4-B9A4-86BA-55A60DF1A3C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5A392A4-D96E-4167-8AA0-EED499FF5CFA}" type="slidenum">
              <a:rPr lang="en-US" altLang="en-US" sz="800"/>
              <a:pPr>
                <a:lnSpc>
                  <a:spcPct val="100000"/>
                </a:lnSpc>
                <a:spcBef>
                  <a:spcPct val="0"/>
                </a:spcBef>
                <a:buClr>
                  <a:srgbClr val="F68933"/>
                </a:buClr>
                <a:buFontTx/>
                <a:buNone/>
              </a:pPr>
              <a:t>13</a:t>
            </a:fld>
            <a:endParaRPr lang="en-US" altLang="en-US" sz="800"/>
          </a:p>
        </p:txBody>
      </p:sp>
      <p:sp>
        <p:nvSpPr>
          <p:cNvPr id="41987" name="Rectangle 2">
            <a:extLst>
              <a:ext uri="{FF2B5EF4-FFF2-40B4-BE49-F238E27FC236}">
                <a16:creationId xmlns:a16="http://schemas.microsoft.com/office/drawing/2014/main" id="{5002297A-34BC-27F4-38CE-F434EB039A2B}"/>
              </a:ext>
            </a:extLst>
          </p:cNvPr>
          <p:cNvSpPr>
            <a:spLocks noGrp="1" noChangeArrowheads="1"/>
          </p:cNvSpPr>
          <p:nvPr>
            <p:ph type="title"/>
          </p:nvPr>
        </p:nvSpPr>
        <p:spPr/>
        <p:txBody>
          <a:bodyPr/>
          <a:lstStyle/>
          <a:p>
            <a:pPr eaLnBrk="1" hangingPunct="1"/>
            <a:r>
              <a:rPr lang="en-GB" altLang="en-US"/>
              <a:t>Boundary or stagnant layer</a:t>
            </a:r>
            <a:endParaRPr lang="en-US" altLang="en-US"/>
          </a:p>
        </p:txBody>
      </p:sp>
      <p:pic>
        <p:nvPicPr>
          <p:cNvPr id="41988" name="Picture 5" descr="Plummer_pictures0001">
            <a:extLst>
              <a:ext uri="{FF2B5EF4-FFF2-40B4-BE49-F238E27FC236}">
                <a16:creationId xmlns:a16="http://schemas.microsoft.com/office/drawing/2014/main" id="{D8AE668F-ED01-A665-963E-877A47225E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9675" y="977901"/>
            <a:ext cx="6230938"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9" name="Picture 6">
            <a:extLst>
              <a:ext uri="{FF2B5EF4-FFF2-40B4-BE49-F238E27FC236}">
                <a16:creationId xmlns:a16="http://schemas.microsoft.com/office/drawing/2014/main" id="{8F5C7321-7C70-1E13-DC34-52F09FDA85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4615"/>
          <a:stretch>
            <a:fillRect/>
          </a:stretch>
        </p:blipFill>
        <p:spPr bwMode="auto">
          <a:xfrm>
            <a:off x="4294189" y="3587750"/>
            <a:ext cx="3667125" cy="292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a:extLst>
              <a:ext uri="{FF2B5EF4-FFF2-40B4-BE49-F238E27FC236}">
                <a16:creationId xmlns:a16="http://schemas.microsoft.com/office/drawing/2014/main" id="{BAEA5FA7-6CD8-73E5-77A5-C1E2593CA4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FD399309-7CE5-4A01-83CE-1159F57BB9DF}" type="slidenum">
              <a:rPr lang="en-US" altLang="en-US" sz="800"/>
              <a:pPr>
                <a:lnSpc>
                  <a:spcPct val="100000"/>
                </a:lnSpc>
                <a:spcBef>
                  <a:spcPct val="0"/>
                </a:spcBef>
                <a:buClr>
                  <a:srgbClr val="F68933"/>
                </a:buClr>
                <a:buFontTx/>
                <a:buNone/>
              </a:pPr>
              <a:t>14</a:t>
            </a:fld>
            <a:endParaRPr lang="en-US" altLang="en-US" sz="800"/>
          </a:p>
        </p:txBody>
      </p:sp>
      <p:sp>
        <p:nvSpPr>
          <p:cNvPr id="44035" name="Rectangle 2">
            <a:extLst>
              <a:ext uri="{FF2B5EF4-FFF2-40B4-BE49-F238E27FC236}">
                <a16:creationId xmlns:a16="http://schemas.microsoft.com/office/drawing/2014/main" id="{EE20FED0-0050-010F-1F4B-5DF46DD20B77}"/>
              </a:ext>
            </a:extLst>
          </p:cNvPr>
          <p:cNvSpPr>
            <a:spLocks noGrp="1" noChangeArrowheads="1"/>
          </p:cNvSpPr>
          <p:nvPr>
            <p:ph type="title"/>
          </p:nvPr>
        </p:nvSpPr>
        <p:spPr/>
        <p:txBody>
          <a:bodyPr/>
          <a:lstStyle/>
          <a:p>
            <a:pPr eaLnBrk="1" hangingPunct="1"/>
            <a:r>
              <a:rPr lang="en-GB" altLang="en-US"/>
              <a:t>Basic mechanism in a APCVD chamber</a:t>
            </a:r>
            <a:endParaRPr lang="en-US" altLang="en-US"/>
          </a:p>
        </p:txBody>
      </p:sp>
      <p:graphicFrame>
        <p:nvGraphicFramePr>
          <p:cNvPr id="44036" name="Object 4">
            <a:extLst>
              <a:ext uri="{FF2B5EF4-FFF2-40B4-BE49-F238E27FC236}">
                <a16:creationId xmlns:a16="http://schemas.microsoft.com/office/drawing/2014/main" id="{D06510E4-ED32-9B49-AB03-4F1C8C6AF443}"/>
              </a:ext>
            </a:extLst>
          </p:cNvPr>
          <p:cNvGraphicFramePr>
            <a:graphicFrameLocks noGrp="1" noChangeAspect="1"/>
          </p:cNvGraphicFramePr>
          <p:nvPr>
            <p:ph type="body" idx="1"/>
          </p:nvPr>
        </p:nvGraphicFramePr>
        <p:xfrm>
          <a:off x="1524000" y="1330326"/>
          <a:ext cx="4737100" cy="2098675"/>
        </p:xfrm>
        <a:graphic>
          <a:graphicData uri="http://schemas.openxmlformats.org/presentationml/2006/ole">
            <mc:AlternateContent xmlns:mc="http://schemas.openxmlformats.org/markup-compatibility/2006">
              <mc:Choice xmlns:v="urn:schemas-microsoft-com:vml" Requires="v">
                <p:oleObj name="Document" r:id="rId3" imgW="4800600" imgH="2127504" progId="Word.Document.8">
                  <p:embed/>
                </p:oleObj>
              </mc:Choice>
              <mc:Fallback>
                <p:oleObj name="Document" r:id="rId3" imgW="4800600" imgH="2127504" progId="Word.Document.8">
                  <p:embed/>
                  <p:pic>
                    <p:nvPicPr>
                      <p:cNvPr id="44036" name="Object 4">
                        <a:extLst>
                          <a:ext uri="{FF2B5EF4-FFF2-40B4-BE49-F238E27FC236}">
                            <a16:creationId xmlns:a16="http://schemas.microsoft.com/office/drawing/2014/main" id="{D06510E4-ED32-9B49-AB03-4F1C8C6AF4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330326"/>
                        <a:ext cx="4737100" cy="2098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Text Box 6">
            <a:extLst>
              <a:ext uri="{FF2B5EF4-FFF2-40B4-BE49-F238E27FC236}">
                <a16:creationId xmlns:a16="http://schemas.microsoft.com/office/drawing/2014/main" id="{63FAA84C-0D30-5771-AADC-7F269772D699}"/>
              </a:ext>
            </a:extLst>
          </p:cNvPr>
          <p:cNvSpPr txBox="1">
            <a:spLocks noChangeArrowheads="1"/>
          </p:cNvSpPr>
          <p:nvPr/>
        </p:nvSpPr>
        <p:spPr bwMode="auto">
          <a:xfrm>
            <a:off x="6621464" y="1350963"/>
            <a:ext cx="3775075" cy="5010150"/>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AutoNum type="arabicPeriod"/>
            </a:pPr>
            <a:r>
              <a:rPr lang="en-US" altLang="en-US" sz="1600"/>
              <a:t> Transport of reactants to the deposition region.</a:t>
            </a:r>
          </a:p>
          <a:p>
            <a:pPr eaLnBrk="1" hangingPunct="1">
              <a:spcBef>
                <a:spcPct val="50000"/>
              </a:spcBef>
              <a:buFont typeface="Times" panose="02020603050405020304" pitchFamily="18" charset="0"/>
              <a:buAutoNum type="arabicPeriod"/>
            </a:pPr>
            <a:r>
              <a:rPr lang="en-US" altLang="en-US" sz="1600"/>
              <a:t> Transport of reactants from the main gas stream through the boundary layer to the wafer surface.</a:t>
            </a:r>
          </a:p>
          <a:p>
            <a:pPr eaLnBrk="1" hangingPunct="1">
              <a:spcBef>
                <a:spcPct val="50000"/>
              </a:spcBef>
              <a:buFont typeface="Times" panose="02020603050405020304" pitchFamily="18" charset="0"/>
              <a:buAutoNum type="arabicPeriod"/>
            </a:pPr>
            <a:r>
              <a:rPr lang="en-US" altLang="en-US" sz="1600"/>
              <a:t> Adsorption of reactants on the wafer surface.</a:t>
            </a:r>
          </a:p>
          <a:p>
            <a:pPr eaLnBrk="1" hangingPunct="1">
              <a:spcBef>
                <a:spcPct val="50000"/>
              </a:spcBef>
              <a:buFont typeface="Times" panose="02020603050405020304" pitchFamily="18" charset="0"/>
              <a:buAutoNum type="arabicPeriod"/>
            </a:pPr>
            <a:r>
              <a:rPr lang="en-US" altLang="en-US" sz="1600"/>
              <a:t> Surface reactions, including: chemical decomposition or reaction, surface migration to attachment sites (kinks and ledges); site incorporation; and other surface reactions (emission and re-deposition for example).</a:t>
            </a:r>
          </a:p>
          <a:p>
            <a:pPr eaLnBrk="1" hangingPunct="1">
              <a:spcBef>
                <a:spcPct val="50000"/>
              </a:spcBef>
              <a:buFont typeface="Times" panose="02020603050405020304" pitchFamily="18" charset="0"/>
              <a:buAutoNum type="arabicPeriod"/>
            </a:pPr>
            <a:r>
              <a:rPr lang="en-US" altLang="en-US" sz="1600"/>
              <a:t> Desorption of byproducts.</a:t>
            </a:r>
          </a:p>
          <a:p>
            <a:pPr eaLnBrk="1" hangingPunct="1">
              <a:spcBef>
                <a:spcPct val="50000"/>
              </a:spcBef>
              <a:buFont typeface="Times" panose="02020603050405020304" pitchFamily="18" charset="0"/>
              <a:buAutoNum type="arabicPeriod"/>
            </a:pPr>
            <a:r>
              <a:rPr lang="en-US" altLang="en-US" sz="1600"/>
              <a:t>Transport of byproducts through boundary layer.</a:t>
            </a:r>
          </a:p>
          <a:p>
            <a:pPr eaLnBrk="1" hangingPunct="1">
              <a:spcBef>
                <a:spcPct val="50000"/>
              </a:spcBef>
              <a:buFont typeface="Times" panose="02020603050405020304" pitchFamily="18" charset="0"/>
              <a:buAutoNum type="arabicPeriod"/>
            </a:pPr>
            <a:r>
              <a:rPr lang="en-US" altLang="en-US" sz="1600"/>
              <a:t>Transport of byproducts away from the deposition region.</a:t>
            </a:r>
          </a:p>
        </p:txBody>
      </p:sp>
      <p:sp>
        <p:nvSpPr>
          <p:cNvPr id="44038" name="Text Box 7">
            <a:extLst>
              <a:ext uri="{FF2B5EF4-FFF2-40B4-BE49-F238E27FC236}">
                <a16:creationId xmlns:a16="http://schemas.microsoft.com/office/drawing/2014/main" id="{3D5F86E6-42A7-8542-39C4-51CE62A24B1A}"/>
              </a:ext>
            </a:extLst>
          </p:cNvPr>
          <p:cNvSpPr txBox="1">
            <a:spLocks noChangeArrowheads="1"/>
          </p:cNvSpPr>
          <p:nvPr/>
        </p:nvSpPr>
        <p:spPr bwMode="auto">
          <a:xfrm>
            <a:off x="1603376" y="3871913"/>
            <a:ext cx="4708525" cy="2216150"/>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We will not consider:</a:t>
            </a:r>
          </a:p>
          <a:p>
            <a:pPr eaLnBrk="1" hangingPunct="1">
              <a:spcBef>
                <a:spcPct val="50000"/>
              </a:spcBef>
            </a:pPr>
            <a:r>
              <a:rPr lang="en-GB" altLang="en-US" sz="1600"/>
              <a:t>Gas-phase reactions</a:t>
            </a:r>
          </a:p>
          <a:p>
            <a:pPr eaLnBrk="1" hangingPunct="1">
              <a:spcBef>
                <a:spcPct val="50000"/>
              </a:spcBef>
            </a:pPr>
            <a:r>
              <a:rPr lang="en-GB" altLang="en-US" sz="1600"/>
              <a:t>Details of Surface migration/diffusion/re-emission</a:t>
            </a:r>
          </a:p>
          <a:p>
            <a:pPr eaLnBrk="1" hangingPunct="1">
              <a:spcBef>
                <a:spcPct val="50000"/>
              </a:spcBef>
              <a:buFont typeface="Times" panose="02020603050405020304" pitchFamily="18" charset="0"/>
              <a:buNone/>
            </a:pPr>
            <a:r>
              <a:rPr lang="en-GB" altLang="en-US" sz="1600" b="1">
                <a:solidFill>
                  <a:schemeClr val="tx2"/>
                </a:solidFill>
              </a:rPr>
              <a:t>We will concentrate on:</a:t>
            </a:r>
          </a:p>
          <a:p>
            <a:pPr eaLnBrk="1" hangingPunct="1">
              <a:spcBef>
                <a:spcPct val="50000"/>
              </a:spcBef>
              <a:buFont typeface="Times" panose="02020603050405020304" pitchFamily="18" charset="0"/>
              <a:buNone/>
            </a:pPr>
            <a:r>
              <a:rPr lang="en-GB" altLang="en-US" sz="1600" b="1">
                <a:solidFill>
                  <a:schemeClr val="tx2"/>
                </a:solidFill>
              </a:rPr>
              <a:t>Step 2 (mass transfer) and step 3-5 (surface reactions)</a:t>
            </a:r>
            <a:endParaRPr lang="en-US" altLang="en-US" sz="1600" b="1">
              <a:solidFill>
                <a:schemeClr val="tx2"/>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a:extLst>
              <a:ext uri="{FF2B5EF4-FFF2-40B4-BE49-F238E27FC236}">
                <a16:creationId xmlns:a16="http://schemas.microsoft.com/office/drawing/2014/main" id="{3384C0C4-1B40-2DB0-2A75-49AB8F6B26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974573FC-3BD0-44AD-8768-3DE2F6B01A92}" type="slidenum">
              <a:rPr lang="en-US" altLang="en-US" sz="800"/>
              <a:pPr>
                <a:lnSpc>
                  <a:spcPct val="100000"/>
                </a:lnSpc>
                <a:spcBef>
                  <a:spcPct val="0"/>
                </a:spcBef>
                <a:buClr>
                  <a:srgbClr val="F68933"/>
                </a:buClr>
                <a:buFontTx/>
                <a:buNone/>
              </a:pPr>
              <a:t>15</a:t>
            </a:fld>
            <a:endParaRPr lang="en-US" altLang="en-US" sz="800"/>
          </a:p>
        </p:txBody>
      </p:sp>
      <p:sp>
        <p:nvSpPr>
          <p:cNvPr id="46083" name="Rectangle 2">
            <a:extLst>
              <a:ext uri="{FF2B5EF4-FFF2-40B4-BE49-F238E27FC236}">
                <a16:creationId xmlns:a16="http://schemas.microsoft.com/office/drawing/2014/main" id="{43BDE8A4-C7EF-473E-680A-FD12C37A3868}"/>
              </a:ext>
            </a:extLst>
          </p:cNvPr>
          <p:cNvSpPr>
            <a:spLocks noGrp="1" noChangeArrowheads="1"/>
          </p:cNvSpPr>
          <p:nvPr>
            <p:ph type="title"/>
          </p:nvPr>
        </p:nvSpPr>
        <p:spPr/>
        <p:txBody>
          <a:bodyPr/>
          <a:lstStyle/>
          <a:p>
            <a:pPr eaLnBrk="1" hangingPunct="1"/>
            <a:r>
              <a:rPr lang="en-GB" altLang="en-US"/>
              <a:t>Flux equations for APCVD</a:t>
            </a:r>
            <a:endParaRPr lang="en-US" altLang="en-US"/>
          </a:p>
        </p:txBody>
      </p:sp>
      <p:graphicFrame>
        <p:nvGraphicFramePr>
          <p:cNvPr id="46084" name="Object 4">
            <a:extLst>
              <a:ext uri="{FF2B5EF4-FFF2-40B4-BE49-F238E27FC236}">
                <a16:creationId xmlns:a16="http://schemas.microsoft.com/office/drawing/2014/main" id="{2673AD07-EAAD-E714-C5F3-BA468B218AD4}"/>
              </a:ext>
            </a:extLst>
          </p:cNvPr>
          <p:cNvGraphicFramePr>
            <a:graphicFrameLocks noChangeAspect="1"/>
          </p:cNvGraphicFramePr>
          <p:nvPr/>
        </p:nvGraphicFramePr>
        <p:xfrm>
          <a:off x="1817689" y="1184275"/>
          <a:ext cx="2651125" cy="3124200"/>
        </p:xfrm>
        <a:graphic>
          <a:graphicData uri="http://schemas.openxmlformats.org/presentationml/2006/ole">
            <mc:AlternateContent xmlns:mc="http://schemas.openxmlformats.org/markup-compatibility/2006">
              <mc:Choice xmlns:v="urn:schemas-microsoft-com:vml" Requires="v">
                <p:oleObj name="Document" r:id="rId3" imgW="2362200" imgH="2782824" progId="Word.Document.8">
                  <p:embed/>
                </p:oleObj>
              </mc:Choice>
              <mc:Fallback>
                <p:oleObj name="Document" r:id="rId3" imgW="2362200" imgH="2782824" progId="Word.Document.8">
                  <p:embed/>
                  <p:pic>
                    <p:nvPicPr>
                      <p:cNvPr id="46084" name="Object 4">
                        <a:extLst>
                          <a:ext uri="{FF2B5EF4-FFF2-40B4-BE49-F238E27FC236}">
                            <a16:creationId xmlns:a16="http://schemas.microsoft.com/office/drawing/2014/main" id="{2673AD07-EAAD-E714-C5F3-BA468B218A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7689" y="1184275"/>
                        <a:ext cx="2651125"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5">
            <a:extLst>
              <a:ext uri="{FF2B5EF4-FFF2-40B4-BE49-F238E27FC236}">
                <a16:creationId xmlns:a16="http://schemas.microsoft.com/office/drawing/2014/main" id="{15E81EE8-320A-1984-7877-6B88065D4013}"/>
              </a:ext>
            </a:extLst>
          </p:cNvPr>
          <p:cNvGraphicFramePr>
            <a:graphicFrameLocks noChangeAspect="1"/>
          </p:cNvGraphicFramePr>
          <p:nvPr/>
        </p:nvGraphicFramePr>
        <p:xfrm>
          <a:off x="5132388" y="1557339"/>
          <a:ext cx="5249862" cy="1684337"/>
        </p:xfrm>
        <a:graphic>
          <a:graphicData uri="http://schemas.openxmlformats.org/presentationml/2006/ole">
            <mc:AlternateContent xmlns:mc="http://schemas.openxmlformats.org/markup-compatibility/2006">
              <mc:Choice xmlns:v="urn:schemas-microsoft-com:vml" Requires="v">
                <p:oleObj name="Equation" r:id="rId5" imgW="3721100" imgH="1193800" progId="Equation.DSMT4">
                  <p:embed/>
                </p:oleObj>
              </mc:Choice>
              <mc:Fallback>
                <p:oleObj name="Equation" r:id="rId5" imgW="3721100" imgH="1193800" progId="Equation.DSMT4">
                  <p:embed/>
                  <p:pic>
                    <p:nvPicPr>
                      <p:cNvPr id="46085" name="Object 5">
                        <a:extLst>
                          <a:ext uri="{FF2B5EF4-FFF2-40B4-BE49-F238E27FC236}">
                            <a16:creationId xmlns:a16="http://schemas.microsoft.com/office/drawing/2014/main" id="{15E81EE8-320A-1984-7877-6B88065D401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2388" y="1557339"/>
                        <a:ext cx="5249862" cy="168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6" name="Text Box 6">
            <a:extLst>
              <a:ext uri="{FF2B5EF4-FFF2-40B4-BE49-F238E27FC236}">
                <a16:creationId xmlns:a16="http://schemas.microsoft.com/office/drawing/2014/main" id="{134245AF-8A49-EFFB-0B5D-630AA87FC653}"/>
              </a:ext>
            </a:extLst>
          </p:cNvPr>
          <p:cNvSpPr txBox="1">
            <a:spLocks noChangeArrowheads="1"/>
          </p:cNvSpPr>
          <p:nvPr/>
        </p:nvSpPr>
        <p:spPr bwMode="auto">
          <a:xfrm>
            <a:off x="4562475" y="3935413"/>
            <a:ext cx="49799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Since F</a:t>
            </a:r>
            <a:r>
              <a:rPr lang="en-GB" altLang="en-US" sz="2000" baseline="-25000"/>
              <a:t>1</a:t>
            </a:r>
            <a:r>
              <a:rPr lang="en-GB" altLang="en-US" sz="2000"/>
              <a:t>=F</a:t>
            </a:r>
            <a:r>
              <a:rPr lang="en-GB" altLang="en-US" sz="2000" baseline="-25000"/>
              <a:t>2</a:t>
            </a:r>
            <a:r>
              <a:rPr lang="en-GB" altLang="en-US" sz="2000"/>
              <a:t> we can write</a:t>
            </a:r>
            <a:endParaRPr lang="en-US" altLang="en-US" sz="2000"/>
          </a:p>
        </p:txBody>
      </p:sp>
      <p:graphicFrame>
        <p:nvGraphicFramePr>
          <p:cNvPr id="46087" name="Object 7">
            <a:extLst>
              <a:ext uri="{FF2B5EF4-FFF2-40B4-BE49-F238E27FC236}">
                <a16:creationId xmlns:a16="http://schemas.microsoft.com/office/drawing/2014/main" id="{B3807B79-FF89-981C-5524-FC85A675AC6C}"/>
              </a:ext>
            </a:extLst>
          </p:cNvPr>
          <p:cNvGraphicFramePr>
            <a:graphicFrameLocks noChangeAspect="1"/>
          </p:cNvGraphicFramePr>
          <p:nvPr/>
        </p:nvGraphicFramePr>
        <p:xfrm>
          <a:off x="1789114" y="4276726"/>
          <a:ext cx="3343275" cy="2157413"/>
        </p:xfrm>
        <a:graphic>
          <a:graphicData uri="http://schemas.openxmlformats.org/presentationml/2006/ole">
            <mc:AlternateContent xmlns:mc="http://schemas.openxmlformats.org/markup-compatibility/2006">
              <mc:Choice xmlns:v="urn:schemas-microsoft-com:vml" Requires="v">
                <p:oleObj name="Equation" r:id="rId7" imgW="2184400" imgH="1409700" progId="Equation.DSMT4">
                  <p:embed/>
                </p:oleObj>
              </mc:Choice>
              <mc:Fallback>
                <p:oleObj name="Equation" r:id="rId7" imgW="2184400" imgH="1409700" progId="Equation.DSMT4">
                  <p:embed/>
                  <p:pic>
                    <p:nvPicPr>
                      <p:cNvPr id="46087" name="Object 7">
                        <a:extLst>
                          <a:ext uri="{FF2B5EF4-FFF2-40B4-BE49-F238E27FC236}">
                            <a16:creationId xmlns:a16="http://schemas.microsoft.com/office/drawing/2014/main" id="{B3807B79-FF89-981C-5524-FC85A675AC6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9114" y="4276726"/>
                        <a:ext cx="3343275" cy="215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8" name="Text Box 8">
            <a:extLst>
              <a:ext uri="{FF2B5EF4-FFF2-40B4-BE49-F238E27FC236}">
                <a16:creationId xmlns:a16="http://schemas.microsoft.com/office/drawing/2014/main" id="{B4ED8338-F0A7-DF0E-E5F9-4E3B01238D63}"/>
              </a:ext>
            </a:extLst>
          </p:cNvPr>
          <p:cNvSpPr txBox="1">
            <a:spLocks noChangeArrowheads="1"/>
          </p:cNvSpPr>
          <p:nvPr/>
        </p:nvSpPr>
        <p:spPr bwMode="auto">
          <a:xfrm>
            <a:off x="5589589" y="5257800"/>
            <a:ext cx="1779587"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where</a:t>
            </a:r>
            <a:endParaRPr lang="en-US" altLang="en-US" sz="2000"/>
          </a:p>
        </p:txBody>
      </p:sp>
      <p:sp>
        <p:nvSpPr>
          <p:cNvPr id="46089" name="Text Box 9">
            <a:extLst>
              <a:ext uri="{FF2B5EF4-FFF2-40B4-BE49-F238E27FC236}">
                <a16:creationId xmlns:a16="http://schemas.microsoft.com/office/drawing/2014/main" id="{8A01AC7D-858F-4A77-3770-90B05DFABC11}"/>
              </a:ext>
            </a:extLst>
          </p:cNvPr>
          <p:cNvSpPr txBox="1">
            <a:spLocks noChangeArrowheads="1"/>
          </p:cNvSpPr>
          <p:nvPr/>
        </p:nvSpPr>
        <p:spPr bwMode="auto">
          <a:xfrm>
            <a:off x="6683376" y="4408488"/>
            <a:ext cx="3984625" cy="208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600"/>
              <a:t>N = density (number of atoms incorporated per unit volume)</a:t>
            </a:r>
          </a:p>
          <a:p>
            <a:pPr eaLnBrk="1" hangingPunct="1">
              <a:spcBef>
                <a:spcPct val="50000"/>
              </a:spcBef>
              <a:buFont typeface="Times" panose="02020603050405020304" pitchFamily="18" charset="0"/>
              <a:buNone/>
            </a:pPr>
            <a:r>
              <a:rPr lang="en-GB" altLang="en-US" sz="1600"/>
              <a:t>Y= molar fraction</a:t>
            </a:r>
          </a:p>
          <a:p>
            <a:pPr eaLnBrk="1" hangingPunct="1">
              <a:spcBef>
                <a:spcPct val="50000"/>
              </a:spcBef>
              <a:buFont typeface="Times" panose="02020603050405020304" pitchFamily="18" charset="0"/>
              <a:buNone/>
            </a:pPr>
            <a:r>
              <a:rPr lang="en-GB" altLang="en-US" sz="1600"/>
              <a:t>C</a:t>
            </a:r>
            <a:r>
              <a:rPr lang="en-GB" altLang="en-US" sz="1600" baseline="-25000"/>
              <a:t>T</a:t>
            </a:r>
            <a:r>
              <a:rPr lang="en-GB" altLang="en-US" sz="1600"/>
              <a:t>=total concentration of gaseous species</a:t>
            </a:r>
          </a:p>
          <a:p>
            <a:pPr eaLnBrk="1" hangingPunct="1">
              <a:spcBef>
                <a:spcPct val="50000"/>
              </a:spcBef>
              <a:buFont typeface="Times" panose="02020603050405020304" pitchFamily="18" charset="0"/>
              <a:buNone/>
            </a:pPr>
            <a:r>
              <a:rPr lang="en-GB" altLang="en-US" sz="1600"/>
              <a:t>P</a:t>
            </a:r>
            <a:r>
              <a:rPr lang="en-GB" altLang="en-US" sz="1600" baseline="-25000"/>
              <a:t>g</a:t>
            </a:r>
            <a:r>
              <a:rPr lang="en-GB" altLang="en-US" sz="1600"/>
              <a:t>,P</a:t>
            </a:r>
            <a:r>
              <a:rPr lang="en-GB" altLang="en-US" sz="1600" baseline="-25000"/>
              <a:t>T </a:t>
            </a:r>
            <a:r>
              <a:rPr lang="en-GB" altLang="en-US" sz="1600"/>
              <a:t>= partial pressure of incorporating species, total pressure </a:t>
            </a:r>
            <a:endParaRPr lang="en-US" altLang="en-US" sz="160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a:extLst>
              <a:ext uri="{FF2B5EF4-FFF2-40B4-BE49-F238E27FC236}">
                <a16:creationId xmlns:a16="http://schemas.microsoft.com/office/drawing/2014/main" id="{7F356FB2-FA45-DF6D-DDDB-D349F095FC7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9D6D3AF-ADDB-4A98-BACB-CFDCB86F5966}" type="slidenum">
              <a:rPr lang="en-US" altLang="en-US" sz="800"/>
              <a:pPr>
                <a:lnSpc>
                  <a:spcPct val="100000"/>
                </a:lnSpc>
                <a:spcBef>
                  <a:spcPct val="0"/>
                </a:spcBef>
                <a:buClr>
                  <a:srgbClr val="F68933"/>
                </a:buClr>
                <a:buFontTx/>
                <a:buNone/>
              </a:pPr>
              <a:t>16</a:t>
            </a:fld>
            <a:endParaRPr lang="en-US" altLang="en-US" sz="800"/>
          </a:p>
        </p:txBody>
      </p:sp>
      <p:sp>
        <p:nvSpPr>
          <p:cNvPr id="48131" name="Rectangle 6">
            <a:extLst>
              <a:ext uri="{FF2B5EF4-FFF2-40B4-BE49-F238E27FC236}">
                <a16:creationId xmlns:a16="http://schemas.microsoft.com/office/drawing/2014/main" id="{01B226B0-8B16-1373-466B-A90028974303}"/>
              </a:ext>
            </a:extLst>
          </p:cNvPr>
          <p:cNvSpPr>
            <a:spLocks noChangeArrowheads="1"/>
          </p:cNvSpPr>
          <p:nvPr/>
        </p:nvSpPr>
        <p:spPr bwMode="auto">
          <a:xfrm>
            <a:off x="1587500" y="2714625"/>
            <a:ext cx="4572000" cy="3429000"/>
          </a:xfrm>
          <a:prstGeom prst="rect">
            <a:avLst/>
          </a:prstGeom>
          <a:solidFill>
            <a:schemeClr val="bg1"/>
          </a:solidFill>
          <a:ln w="12700" algn="ctr">
            <a:solidFill>
              <a:srgbClr val="FF7F00"/>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48132" name="Rectangle 2">
            <a:extLst>
              <a:ext uri="{FF2B5EF4-FFF2-40B4-BE49-F238E27FC236}">
                <a16:creationId xmlns:a16="http://schemas.microsoft.com/office/drawing/2014/main" id="{C8811968-4986-499D-835D-6BEEDC1F80DB}"/>
              </a:ext>
            </a:extLst>
          </p:cNvPr>
          <p:cNvSpPr>
            <a:spLocks noGrp="1" noChangeArrowheads="1"/>
          </p:cNvSpPr>
          <p:nvPr>
            <p:ph type="title"/>
          </p:nvPr>
        </p:nvSpPr>
        <p:spPr/>
        <p:txBody>
          <a:bodyPr/>
          <a:lstStyle/>
          <a:p>
            <a:pPr eaLnBrk="1" hangingPunct="1"/>
            <a:r>
              <a:rPr lang="en-GB" altLang="en-US"/>
              <a:t>Mass transfer and surface reaction regimes</a:t>
            </a:r>
            <a:endParaRPr lang="en-US" altLang="en-US"/>
          </a:p>
        </p:txBody>
      </p:sp>
      <p:graphicFrame>
        <p:nvGraphicFramePr>
          <p:cNvPr id="48133" name="Object 4">
            <a:extLst>
              <a:ext uri="{FF2B5EF4-FFF2-40B4-BE49-F238E27FC236}">
                <a16:creationId xmlns:a16="http://schemas.microsoft.com/office/drawing/2014/main" id="{EF9CF848-E731-151C-0C9F-575861A034E9}"/>
              </a:ext>
            </a:extLst>
          </p:cNvPr>
          <p:cNvGraphicFramePr>
            <a:graphicFrameLocks noChangeAspect="1"/>
          </p:cNvGraphicFramePr>
          <p:nvPr/>
        </p:nvGraphicFramePr>
        <p:xfrm>
          <a:off x="1833563" y="2905125"/>
          <a:ext cx="3986212" cy="3276600"/>
        </p:xfrm>
        <a:graphic>
          <a:graphicData uri="http://schemas.openxmlformats.org/presentationml/2006/ole">
            <mc:AlternateContent xmlns:mc="http://schemas.openxmlformats.org/markup-compatibility/2006">
              <mc:Choice xmlns:v="urn:schemas-microsoft-com:vml" Requires="v">
                <p:oleObj name="Document" r:id="rId3" imgW="3986784" imgH="3276600" progId="Word.Document.8">
                  <p:embed/>
                </p:oleObj>
              </mc:Choice>
              <mc:Fallback>
                <p:oleObj name="Document" r:id="rId3" imgW="3986784" imgH="3276600" progId="Word.Document.8">
                  <p:embed/>
                  <p:pic>
                    <p:nvPicPr>
                      <p:cNvPr id="48133" name="Object 4">
                        <a:extLst>
                          <a:ext uri="{FF2B5EF4-FFF2-40B4-BE49-F238E27FC236}">
                            <a16:creationId xmlns:a16="http://schemas.microsoft.com/office/drawing/2014/main" id="{EF9CF848-E731-151C-0C9F-575861A034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3563" y="2905125"/>
                        <a:ext cx="3986212" cy="327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4" name="Object 5">
            <a:extLst>
              <a:ext uri="{FF2B5EF4-FFF2-40B4-BE49-F238E27FC236}">
                <a16:creationId xmlns:a16="http://schemas.microsoft.com/office/drawing/2014/main" id="{EC2ED2E6-3A8D-F6E5-FA7E-6CEE76D3EF82}"/>
              </a:ext>
            </a:extLst>
          </p:cNvPr>
          <p:cNvGraphicFramePr>
            <a:graphicFrameLocks noChangeAspect="1"/>
          </p:cNvGraphicFramePr>
          <p:nvPr/>
        </p:nvGraphicFramePr>
        <p:xfrm>
          <a:off x="2074863" y="1368425"/>
          <a:ext cx="2449512" cy="1003300"/>
        </p:xfrm>
        <a:graphic>
          <a:graphicData uri="http://schemas.openxmlformats.org/presentationml/2006/ole">
            <mc:AlternateContent xmlns:mc="http://schemas.openxmlformats.org/markup-compatibility/2006">
              <mc:Choice xmlns:v="urn:schemas-microsoft-com:vml" Requires="v">
                <p:oleObj name="Equation" r:id="rId5" imgW="1054100" imgH="431800" progId="Equation.DSMT4">
                  <p:embed/>
                </p:oleObj>
              </mc:Choice>
              <mc:Fallback>
                <p:oleObj name="Equation" r:id="rId5" imgW="1054100" imgH="431800" progId="Equation.DSMT4">
                  <p:embed/>
                  <p:pic>
                    <p:nvPicPr>
                      <p:cNvPr id="48134" name="Object 5">
                        <a:extLst>
                          <a:ext uri="{FF2B5EF4-FFF2-40B4-BE49-F238E27FC236}">
                            <a16:creationId xmlns:a16="http://schemas.microsoft.com/office/drawing/2014/main" id="{EC2ED2E6-3A8D-F6E5-FA7E-6CEE76D3EF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4863" y="1368425"/>
                        <a:ext cx="2449512"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135" name="Text Box 7">
            <a:extLst>
              <a:ext uri="{FF2B5EF4-FFF2-40B4-BE49-F238E27FC236}">
                <a16:creationId xmlns:a16="http://schemas.microsoft.com/office/drawing/2014/main" id="{B9AEC91B-5A33-3470-0848-800EC1AC5338}"/>
              </a:ext>
            </a:extLst>
          </p:cNvPr>
          <p:cNvSpPr txBox="1">
            <a:spLocks noChangeArrowheads="1"/>
          </p:cNvSpPr>
          <p:nvPr/>
        </p:nvSpPr>
        <p:spPr bwMode="auto">
          <a:xfrm>
            <a:off x="6454776" y="1362075"/>
            <a:ext cx="3870325" cy="5058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As for Si oxidation we observe 2 distinct growth regimes.</a:t>
            </a:r>
          </a:p>
          <a:p>
            <a:pPr eaLnBrk="1" hangingPunct="1">
              <a:buFont typeface="Times" panose="02020603050405020304" pitchFamily="18" charset="0"/>
              <a:buAutoNum type="arabicPeriod"/>
            </a:pPr>
            <a:r>
              <a:rPr lang="en-US" altLang="en-US" sz="2000"/>
              <a:t>If kS &lt;&lt; hG, then we have the surface reaction controlled case:</a:t>
            </a:r>
          </a:p>
          <a:p>
            <a:pPr eaLnBrk="1" hangingPunct="1">
              <a:buFont typeface="Times" panose="02020603050405020304" pitchFamily="18" charset="0"/>
              <a:buAutoNum type="arabicPeriod"/>
            </a:pPr>
            <a:r>
              <a:rPr lang="en-US" altLang="en-US" sz="2000"/>
              <a:t>If hG &lt;&lt; kS,  we have the mass transfer, or gas phase diffusion, controlled case</a:t>
            </a:r>
          </a:p>
          <a:p>
            <a:pPr>
              <a:lnSpc>
                <a:spcPct val="100000"/>
              </a:lnSpc>
              <a:spcBef>
                <a:spcPct val="0"/>
              </a:spcBef>
              <a:buClrTx/>
              <a:buFont typeface="Times" panose="02020603050405020304" pitchFamily="18" charset="0"/>
              <a:buAutoNum type="arabicPeriod"/>
            </a:pPr>
            <a:endParaRPr lang="en-GB" altLang="en-US" sz="2000"/>
          </a:p>
          <a:p>
            <a:pPr eaLnBrk="1" hangingPunct="1">
              <a:spcBef>
                <a:spcPct val="50000"/>
              </a:spcBef>
              <a:buFont typeface="Times" panose="02020603050405020304" pitchFamily="18" charset="0"/>
              <a:buNone/>
            </a:pPr>
            <a:r>
              <a:rPr lang="en-GB" altLang="en-US" sz="1800"/>
              <a:t>Note that:</a:t>
            </a:r>
          </a:p>
          <a:p>
            <a:pPr eaLnBrk="1" hangingPunct="1">
              <a:spcBef>
                <a:spcPct val="50000"/>
              </a:spcBef>
            </a:pPr>
            <a:r>
              <a:rPr lang="en-GB" altLang="en-US" sz="1800"/>
              <a:t>They are both linear with time ( reaction is always at the surface, not at Si/SiO</a:t>
            </a:r>
            <a:r>
              <a:rPr lang="en-GB" altLang="en-US" sz="1800" baseline="-25000"/>
              <a:t>2</a:t>
            </a:r>
            <a:r>
              <a:rPr lang="en-GB" altLang="en-US" sz="1800"/>
              <a:t> interface as in Si ox.)</a:t>
            </a:r>
          </a:p>
          <a:p>
            <a:pPr eaLnBrk="1" hangingPunct="1">
              <a:spcBef>
                <a:spcPct val="50000"/>
              </a:spcBef>
            </a:pPr>
            <a:r>
              <a:rPr lang="en-GB" altLang="en-US" sz="1800"/>
              <a:t>K</a:t>
            </a:r>
            <a:r>
              <a:rPr lang="en-GB" altLang="en-US" sz="1800" baseline="-25000"/>
              <a:t>s</a:t>
            </a:r>
            <a:r>
              <a:rPr lang="en-GB" altLang="en-US" sz="1800"/>
              <a:t> has an Arrhenius dependence on T</a:t>
            </a:r>
          </a:p>
          <a:p>
            <a:pPr eaLnBrk="1" hangingPunct="1">
              <a:spcBef>
                <a:spcPct val="50000"/>
              </a:spcBef>
            </a:pPr>
            <a:r>
              <a:rPr lang="en-GB" altLang="en-US" sz="1800"/>
              <a:t>h</a:t>
            </a:r>
            <a:r>
              <a:rPr lang="en-GB" altLang="en-US" sz="1800" baseline="-25000"/>
              <a:t>G</a:t>
            </a:r>
            <a:r>
              <a:rPr lang="en-GB" altLang="en-US" sz="1800"/>
              <a:t> shows little dependency on T</a:t>
            </a:r>
            <a:endParaRPr lang="en-US" altLang="en-US" sz="180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3">
            <a:extLst>
              <a:ext uri="{FF2B5EF4-FFF2-40B4-BE49-F238E27FC236}">
                <a16:creationId xmlns:a16="http://schemas.microsoft.com/office/drawing/2014/main" id="{F07F2470-FF24-664D-7CC4-5668BC61A18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2242892-EA0C-45A1-BAE4-BB11943295ED}" type="slidenum">
              <a:rPr lang="en-US" altLang="en-US" sz="800"/>
              <a:pPr>
                <a:lnSpc>
                  <a:spcPct val="100000"/>
                </a:lnSpc>
                <a:spcBef>
                  <a:spcPct val="0"/>
                </a:spcBef>
                <a:buClr>
                  <a:srgbClr val="F68933"/>
                </a:buClr>
                <a:buFontTx/>
                <a:buNone/>
              </a:pPr>
              <a:t>17</a:t>
            </a:fld>
            <a:endParaRPr lang="en-US" altLang="en-US" sz="800"/>
          </a:p>
        </p:txBody>
      </p:sp>
      <p:sp>
        <p:nvSpPr>
          <p:cNvPr id="50179" name="Rectangle 2">
            <a:extLst>
              <a:ext uri="{FF2B5EF4-FFF2-40B4-BE49-F238E27FC236}">
                <a16:creationId xmlns:a16="http://schemas.microsoft.com/office/drawing/2014/main" id="{750A85CF-D085-C5F3-770C-A311BF101EA5}"/>
              </a:ext>
            </a:extLst>
          </p:cNvPr>
          <p:cNvSpPr>
            <a:spLocks noGrp="1" noChangeArrowheads="1"/>
          </p:cNvSpPr>
          <p:nvPr>
            <p:ph type="title"/>
          </p:nvPr>
        </p:nvSpPr>
        <p:spPr>
          <a:xfrm>
            <a:off x="1893889" y="0"/>
            <a:ext cx="8402637" cy="1143000"/>
          </a:xfrm>
        </p:spPr>
        <p:txBody>
          <a:bodyPr/>
          <a:lstStyle/>
          <a:p>
            <a:pPr eaLnBrk="1" hangingPunct="1"/>
            <a:r>
              <a:rPr lang="en-GB" altLang="en-US"/>
              <a:t>Mass transfer and surface reaction regimes</a:t>
            </a:r>
            <a:endParaRPr lang="en-US" altLang="en-US"/>
          </a:p>
        </p:txBody>
      </p:sp>
      <p:graphicFrame>
        <p:nvGraphicFramePr>
          <p:cNvPr id="50180" name="Object 4">
            <a:extLst>
              <a:ext uri="{FF2B5EF4-FFF2-40B4-BE49-F238E27FC236}">
                <a16:creationId xmlns:a16="http://schemas.microsoft.com/office/drawing/2014/main" id="{199B23EE-B6D4-BC94-3018-B7F437AB3FAE}"/>
              </a:ext>
            </a:extLst>
          </p:cNvPr>
          <p:cNvGraphicFramePr>
            <a:graphicFrameLocks noChangeAspect="1"/>
          </p:cNvGraphicFramePr>
          <p:nvPr/>
        </p:nvGraphicFramePr>
        <p:xfrm>
          <a:off x="1524000" y="942975"/>
          <a:ext cx="3949700" cy="3187700"/>
        </p:xfrm>
        <a:graphic>
          <a:graphicData uri="http://schemas.openxmlformats.org/presentationml/2006/ole">
            <mc:AlternateContent xmlns:mc="http://schemas.openxmlformats.org/markup-compatibility/2006">
              <mc:Choice xmlns:v="urn:schemas-microsoft-com:vml" Requires="v">
                <p:oleObj name="Document" r:id="rId3" imgW="3950208" imgH="3188208" progId="Word.Document.8">
                  <p:embed/>
                </p:oleObj>
              </mc:Choice>
              <mc:Fallback>
                <p:oleObj name="Document" r:id="rId3" imgW="3950208" imgH="3188208" progId="Word.Document.8">
                  <p:embed/>
                  <p:pic>
                    <p:nvPicPr>
                      <p:cNvPr id="50180" name="Object 4">
                        <a:extLst>
                          <a:ext uri="{FF2B5EF4-FFF2-40B4-BE49-F238E27FC236}">
                            <a16:creationId xmlns:a16="http://schemas.microsoft.com/office/drawing/2014/main" id="{199B23EE-B6D4-BC94-3018-B7F437AB3F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942975"/>
                        <a:ext cx="3949700" cy="318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1" name="Text Box 5">
            <a:extLst>
              <a:ext uri="{FF2B5EF4-FFF2-40B4-BE49-F238E27FC236}">
                <a16:creationId xmlns:a16="http://schemas.microsoft.com/office/drawing/2014/main" id="{B2CC70E1-73D6-BE1C-1799-5B940080D522}"/>
              </a:ext>
            </a:extLst>
          </p:cNvPr>
          <p:cNvSpPr txBox="1">
            <a:spLocks noChangeArrowheads="1"/>
          </p:cNvSpPr>
          <p:nvPr/>
        </p:nvSpPr>
        <p:spPr bwMode="auto">
          <a:xfrm>
            <a:off x="5376864" y="1123950"/>
            <a:ext cx="5291137"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US" altLang="en-US" sz="1800" b="1">
                <a:solidFill>
                  <a:schemeClr val="tx2"/>
                </a:solidFill>
              </a:rPr>
              <a:t>Key points:</a:t>
            </a:r>
          </a:p>
          <a:p>
            <a:pPr eaLnBrk="1" hangingPunct="1">
              <a:spcBef>
                <a:spcPct val="50000"/>
              </a:spcBef>
            </a:pPr>
            <a:r>
              <a:rPr lang="en-US" altLang="en-US" sz="1800"/>
              <a:t> k</a:t>
            </a:r>
            <a:r>
              <a:rPr lang="en-US" altLang="en-US" sz="1800" baseline="-25000"/>
              <a:t>S</a:t>
            </a:r>
            <a:r>
              <a:rPr lang="en-US" altLang="en-US" sz="1800"/>
              <a:t> limited deposition is VERY temperature sensitive.</a:t>
            </a:r>
          </a:p>
          <a:p>
            <a:pPr eaLnBrk="1" hangingPunct="1">
              <a:spcBef>
                <a:spcPct val="50000"/>
              </a:spcBef>
            </a:pPr>
            <a:r>
              <a:rPr lang="en-US" altLang="en-US" sz="1800"/>
              <a:t> h</a:t>
            </a:r>
            <a:r>
              <a:rPr lang="en-US" altLang="en-US" sz="1800" baseline="-25000"/>
              <a:t>G </a:t>
            </a:r>
            <a:r>
              <a:rPr lang="en-US" altLang="en-US" sz="1800"/>
              <a:t>limited deposition is VERY geometry (boundary layer) sensitive.</a:t>
            </a:r>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r>
              <a:rPr lang="en-GB" altLang="en-US" sz="1800" b="1"/>
              <a:t>Example:</a:t>
            </a:r>
            <a:endParaRPr lang="en-US" altLang="en-US" sz="1800" b="1"/>
          </a:p>
          <a:p>
            <a:pPr eaLnBrk="1" hangingPunct="1">
              <a:spcBef>
                <a:spcPct val="50000"/>
              </a:spcBef>
              <a:buFont typeface="Times" panose="02020603050405020304" pitchFamily="18" charset="0"/>
              <a:buNone/>
            </a:pPr>
            <a:r>
              <a:rPr lang="en-US" altLang="en-US" sz="1800"/>
              <a:t>Si epi deposition often done at high T to get high quality single crystal growth</a:t>
            </a:r>
            <a:r>
              <a:rPr lang="en-US" altLang="en-US" sz="1800">
                <a:sym typeface="Wingdings" panose="05000000000000000000" pitchFamily="2" charset="2"/>
              </a:rPr>
              <a:t></a:t>
            </a:r>
            <a:r>
              <a:rPr lang="en-US" altLang="en-US" sz="1800"/>
              <a:t> h</a:t>
            </a:r>
            <a:r>
              <a:rPr lang="en-US" altLang="en-US" sz="1800" baseline="-25000"/>
              <a:t>G</a:t>
            </a:r>
            <a:r>
              <a:rPr lang="en-US" altLang="en-US" sz="1800"/>
              <a:t> controlled </a:t>
            </a:r>
            <a:r>
              <a:rPr lang="en-US" altLang="en-US" sz="1800">
                <a:sym typeface="Wingdings" panose="05000000000000000000" pitchFamily="2" charset="2"/>
              </a:rPr>
              <a:t> </a:t>
            </a:r>
            <a:r>
              <a:rPr lang="en-US" altLang="en-US" sz="1800"/>
              <a:t>horizontal reactor configuration.</a:t>
            </a:r>
          </a:p>
          <a:p>
            <a:pPr eaLnBrk="1" hangingPunct="1">
              <a:spcBef>
                <a:spcPct val="50000"/>
              </a:spcBef>
              <a:buFont typeface="Times" panose="02020603050405020304" pitchFamily="18" charset="0"/>
              <a:buNone/>
            </a:pPr>
            <a:endParaRPr lang="en-US" altLang="en-US" sz="1800"/>
          </a:p>
        </p:txBody>
      </p:sp>
      <p:graphicFrame>
        <p:nvGraphicFramePr>
          <p:cNvPr id="50182" name="Object 6">
            <a:extLst>
              <a:ext uri="{FF2B5EF4-FFF2-40B4-BE49-F238E27FC236}">
                <a16:creationId xmlns:a16="http://schemas.microsoft.com/office/drawing/2014/main" id="{02B04838-6C95-CC6E-0BEC-EB5F5BBDE32F}"/>
              </a:ext>
            </a:extLst>
          </p:cNvPr>
          <p:cNvGraphicFramePr>
            <a:graphicFrameLocks noChangeAspect="1"/>
          </p:cNvGraphicFramePr>
          <p:nvPr/>
        </p:nvGraphicFramePr>
        <p:xfrm>
          <a:off x="5603876" y="4722813"/>
          <a:ext cx="5064125" cy="1574800"/>
        </p:xfrm>
        <a:graphic>
          <a:graphicData uri="http://schemas.openxmlformats.org/presentationml/2006/ole">
            <mc:AlternateContent xmlns:mc="http://schemas.openxmlformats.org/markup-compatibility/2006">
              <mc:Choice xmlns:v="urn:schemas-microsoft-com:vml" Requires="v">
                <p:oleObj name="Document" r:id="rId5" imgW="5068824" imgH="1575816" progId="Word.Document.8">
                  <p:embed/>
                </p:oleObj>
              </mc:Choice>
              <mc:Fallback>
                <p:oleObj name="Document" r:id="rId5" imgW="5068824" imgH="1575816" progId="Word.Document.8">
                  <p:embed/>
                  <p:pic>
                    <p:nvPicPr>
                      <p:cNvPr id="50182" name="Object 6">
                        <a:extLst>
                          <a:ext uri="{FF2B5EF4-FFF2-40B4-BE49-F238E27FC236}">
                            <a16:creationId xmlns:a16="http://schemas.microsoft.com/office/drawing/2014/main" id="{02B04838-6C95-CC6E-0BEC-EB5F5BBDE32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3876" y="4722813"/>
                        <a:ext cx="5064125" cy="157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3" name="Text Box 7">
            <a:extLst>
              <a:ext uri="{FF2B5EF4-FFF2-40B4-BE49-F238E27FC236}">
                <a16:creationId xmlns:a16="http://schemas.microsoft.com/office/drawing/2014/main" id="{84A1107D-1194-04F4-C4EE-65BF623A8EAC}"/>
              </a:ext>
            </a:extLst>
          </p:cNvPr>
          <p:cNvSpPr txBox="1">
            <a:spLocks noChangeArrowheads="1"/>
          </p:cNvSpPr>
          <p:nvPr/>
        </p:nvSpPr>
        <p:spPr bwMode="auto">
          <a:xfrm>
            <a:off x="1720851" y="5062538"/>
            <a:ext cx="3135313" cy="971550"/>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Bur remember that </a:t>
            </a:r>
            <a:r>
              <a:rPr lang="en-GB" altLang="en-US" sz="2000">
                <a:latin typeface="Symbol" panose="05050102010706020507" pitchFamily="18" charset="2"/>
              </a:rPr>
              <a:t>d</a:t>
            </a:r>
            <a:r>
              <a:rPr lang="en-GB" altLang="en-US" sz="2000" baseline="-25000"/>
              <a:t>s</a:t>
            </a:r>
            <a:r>
              <a:rPr lang="en-GB" altLang="en-US" sz="2000"/>
              <a:t> is not constant as a function of z !</a:t>
            </a:r>
            <a:endParaRPr lang="en-US" altLang="en-US" sz="2000"/>
          </a:p>
        </p:txBody>
      </p:sp>
      <p:sp>
        <p:nvSpPr>
          <p:cNvPr id="50184" name="AutoShape 8">
            <a:extLst>
              <a:ext uri="{FF2B5EF4-FFF2-40B4-BE49-F238E27FC236}">
                <a16:creationId xmlns:a16="http://schemas.microsoft.com/office/drawing/2014/main" id="{0AF9DF8C-3B1A-E8E7-0409-FE5A9FC91751}"/>
              </a:ext>
            </a:extLst>
          </p:cNvPr>
          <p:cNvSpPr>
            <a:spLocks noChangeArrowheads="1"/>
          </p:cNvSpPr>
          <p:nvPr/>
        </p:nvSpPr>
        <p:spPr bwMode="auto">
          <a:xfrm>
            <a:off x="4986338" y="5405439"/>
            <a:ext cx="457200" cy="325437"/>
          </a:xfrm>
          <a:prstGeom prst="rightArrow">
            <a:avLst>
              <a:gd name="adj1" fmla="val 50000"/>
              <a:gd name="adj2" fmla="val 35122"/>
            </a:avLst>
          </a:prstGeom>
          <a:solidFill>
            <a:schemeClr val="accent1"/>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a:extLst>
              <a:ext uri="{FF2B5EF4-FFF2-40B4-BE49-F238E27FC236}">
                <a16:creationId xmlns:a16="http://schemas.microsoft.com/office/drawing/2014/main" id="{F5A32374-3200-B8F7-4071-88998A5FDE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4FE85AD-D2C2-4066-AC39-97DF2DE51BF3}" type="slidenum">
              <a:rPr lang="en-US" altLang="en-US" sz="800"/>
              <a:pPr>
                <a:lnSpc>
                  <a:spcPct val="100000"/>
                </a:lnSpc>
                <a:spcBef>
                  <a:spcPct val="0"/>
                </a:spcBef>
                <a:buClr>
                  <a:srgbClr val="F68933"/>
                </a:buClr>
                <a:buFontTx/>
                <a:buNone/>
              </a:pPr>
              <a:t>18</a:t>
            </a:fld>
            <a:endParaRPr lang="en-US" altLang="en-US" sz="800"/>
          </a:p>
        </p:txBody>
      </p:sp>
      <p:sp>
        <p:nvSpPr>
          <p:cNvPr id="52227" name="Rectangle 2">
            <a:extLst>
              <a:ext uri="{FF2B5EF4-FFF2-40B4-BE49-F238E27FC236}">
                <a16:creationId xmlns:a16="http://schemas.microsoft.com/office/drawing/2014/main" id="{7C8D4B01-EB20-2326-3242-EF50938A286C}"/>
              </a:ext>
            </a:extLst>
          </p:cNvPr>
          <p:cNvSpPr>
            <a:spLocks noGrp="1" noChangeArrowheads="1"/>
          </p:cNvSpPr>
          <p:nvPr>
            <p:ph type="title"/>
          </p:nvPr>
        </p:nvSpPr>
        <p:spPr/>
        <p:txBody>
          <a:bodyPr/>
          <a:lstStyle/>
          <a:p>
            <a:pPr eaLnBrk="1" hangingPunct="1"/>
            <a:r>
              <a:rPr lang="en-GB" altLang="en-US"/>
              <a:t>Mass transport vs Surface reaction</a:t>
            </a:r>
            <a:endParaRPr lang="en-US" altLang="en-US"/>
          </a:p>
        </p:txBody>
      </p:sp>
      <p:sp>
        <p:nvSpPr>
          <p:cNvPr id="52228" name="Rectangle 3">
            <a:extLst>
              <a:ext uri="{FF2B5EF4-FFF2-40B4-BE49-F238E27FC236}">
                <a16:creationId xmlns:a16="http://schemas.microsoft.com/office/drawing/2014/main" id="{5C4D08B3-10E7-756F-9675-36EF251372F4}"/>
              </a:ext>
            </a:extLst>
          </p:cNvPr>
          <p:cNvSpPr>
            <a:spLocks noGrp="1" noChangeArrowheads="1"/>
          </p:cNvSpPr>
          <p:nvPr>
            <p:ph type="body" idx="1"/>
          </p:nvPr>
        </p:nvSpPr>
        <p:spPr>
          <a:xfrm>
            <a:off x="1893889" y="1371600"/>
            <a:ext cx="8402637" cy="1697038"/>
          </a:xfrm>
        </p:spPr>
        <p:txBody>
          <a:bodyPr/>
          <a:lstStyle/>
          <a:p>
            <a:pPr eaLnBrk="1" hangingPunct="1"/>
            <a:r>
              <a:rPr lang="en-GB" altLang="en-US" sz="2000"/>
              <a:t>Mass transport regime is very sensitive to boundary layer geometry:</a:t>
            </a:r>
          </a:p>
          <a:p>
            <a:pPr lvl="1" eaLnBrk="1" hangingPunct="1"/>
            <a:r>
              <a:rPr lang="en-GB" altLang="en-US"/>
              <a:t>Special care must be put in assuring that the same reactant flow reach all the wafers an the whole wafer surface</a:t>
            </a:r>
          </a:p>
          <a:p>
            <a:pPr lvl="1" eaLnBrk="1" hangingPunct="1"/>
            <a:r>
              <a:rPr lang="en-GB" altLang="en-US"/>
              <a:t>Uniformity (or throughput: wafer must placed side by side) problems may arise</a:t>
            </a:r>
          </a:p>
          <a:p>
            <a:pPr lvl="1" eaLnBrk="1" hangingPunct="1">
              <a:buFontTx/>
              <a:buNone/>
            </a:pPr>
            <a:endParaRPr lang="en-GB" altLang="en-US"/>
          </a:p>
          <a:p>
            <a:pPr lvl="1" eaLnBrk="1" hangingPunct="1"/>
            <a:endParaRPr lang="en-GB" altLang="en-US"/>
          </a:p>
          <a:p>
            <a:pPr lvl="1" eaLnBrk="1" hangingPunct="1"/>
            <a:endParaRPr lang="en-US" altLang="en-US"/>
          </a:p>
        </p:txBody>
      </p:sp>
      <p:sp>
        <p:nvSpPr>
          <p:cNvPr id="52229" name="Text Box 4">
            <a:extLst>
              <a:ext uri="{FF2B5EF4-FFF2-40B4-BE49-F238E27FC236}">
                <a16:creationId xmlns:a16="http://schemas.microsoft.com/office/drawing/2014/main" id="{419D459D-92DA-FE6D-46E2-1356307ACC30}"/>
              </a:ext>
            </a:extLst>
          </p:cNvPr>
          <p:cNvSpPr txBox="1">
            <a:spLocks noChangeArrowheads="1"/>
          </p:cNvSpPr>
          <p:nvPr/>
        </p:nvSpPr>
        <p:spPr bwMode="auto">
          <a:xfrm>
            <a:off x="1843088" y="3640138"/>
            <a:ext cx="768985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447675" indent="-2476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GB" altLang="en-US" sz="2000"/>
              <a:t>A way to switch to surface reaction regime is lowering T, but:</a:t>
            </a:r>
          </a:p>
          <a:p>
            <a:pPr lvl="1" eaLnBrk="1" hangingPunct="1"/>
            <a:r>
              <a:rPr lang="en-GB" altLang="en-US" sz="1800"/>
              <a:t> Very low deposition rates</a:t>
            </a:r>
          </a:p>
          <a:p>
            <a:pPr lvl="1" eaLnBrk="1" hangingPunct="1"/>
            <a:r>
              <a:rPr lang="en-GB" altLang="en-US" sz="1800"/>
              <a:t> Poor film quality</a:t>
            </a:r>
          </a:p>
          <a:p>
            <a:pPr lvl="1" eaLnBrk="1" hangingPunct="1"/>
            <a:endParaRPr lang="en-US" altLang="en-US" sz="180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a:extLst>
              <a:ext uri="{FF2B5EF4-FFF2-40B4-BE49-F238E27FC236}">
                <a16:creationId xmlns:a16="http://schemas.microsoft.com/office/drawing/2014/main" id="{F245BCFC-9781-F72D-4B53-D7BF77A0D4D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6EF1B06-9B9B-407F-A4CE-4185C35B3EDD}" type="slidenum">
              <a:rPr lang="en-US" altLang="en-US" sz="800"/>
              <a:pPr>
                <a:lnSpc>
                  <a:spcPct val="100000"/>
                </a:lnSpc>
                <a:spcBef>
                  <a:spcPct val="0"/>
                </a:spcBef>
                <a:buClr>
                  <a:srgbClr val="F68933"/>
                </a:buClr>
                <a:buFontTx/>
                <a:buNone/>
              </a:pPr>
              <a:t>19</a:t>
            </a:fld>
            <a:endParaRPr lang="en-US" altLang="en-US" sz="800"/>
          </a:p>
        </p:txBody>
      </p:sp>
      <p:sp>
        <p:nvSpPr>
          <p:cNvPr id="54275" name="Rectangle 2">
            <a:extLst>
              <a:ext uri="{FF2B5EF4-FFF2-40B4-BE49-F238E27FC236}">
                <a16:creationId xmlns:a16="http://schemas.microsoft.com/office/drawing/2014/main" id="{FD6A6496-1B6F-3999-5399-0D0315A2ADA4}"/>
              </a:ext>
            </a:extLst>
          </p:cNvPr>
          <p:cNvSpPr>
            <a:spLocks noGrp="1" noChangeArrowheads="1"/>
          </p:cNvSpPr>
          <p:nvPr>
            <p:ph type="title"/>
          </p:nvPr>
        </p:nvSpPr>
        <p:spPr/>
        <p:txBody>
          <a:bodyPr/>
          <a:lstStyle/>
          <a:p>
            <a:pPr eaLnBrk="1" hangingPunct="1"/>
            <a:r>
              <a:rPr lang="en-GB" altLang="en-US"/>
              <a:t>LPCVD</a:t>
            </a:r>
            <a:endParaRPr lang="en-US" altLang="en-US"/>
          </a:p>
        </p:txBody>
      </p:sp>
      <p:grpSp>
        <p:nvGrpSpPr>
          <p:cNvPr id="54276" name="Group 6">
            <a:extLst>
              <a:ext uri="{FF2B5EF4-FFF2-40B4-BE49-F238E27FC236}">
                <a16:creationId xmlns:a16="http://schemas.microsoft.com/office/drawing/2014/main" id="{5E430B95-05E8-7A28-BDAA-566066B63264}"/>
              </a:ext>
            </a:extLst>
          </p:cNvPr>
          <p:cNvGrpSpPr>
            <a:grpSpLocks/>
          </p:cNvGrpSpPr>
          <p:nvPr/>
        </p:nvGrpSpPr>
        <p:grpSpPr bwMode="auto">
          <a:xfrm>
            <a:off x="6340475" y="3429000"/>
            <a:ext cx="4114800" cy="2922588"/>
            <a:chOff x="3034" y="2160"/>
            <a:chExt cx="2592" cy="1841"/>
          </a:xfrm>
        </p:grpSpPr>
        <p:sp>
          <p:nvSpPr>
            <p:cNvPr id="54288" name="Rectangle 5">
              <a:extLst>
                <a:ext uri="{FF2B5EF4-FFF2-40B4-BE49-F238E27FC236}">
                  <a16:creationId xmlns:a16="http://schemas.microsoft.com/office/drawing/2014/main" id="{0DBE949A-248E-7D06-6EC3-F487D8116A9C}"/>
                </a:ext>
              </a:extLst>
            </p:cNvPr>
            <p:cNvSpPr>
              <a:spLocks noChangeArrowheads="1"/>
            </p:cNvSpPr>
            <p:nvPr/>
          </p:nvSpPr>
          <p:spPr bwMode="auto">
            <a:xfrm>
              <a:off x="3034" y="2160"/>
              <a:ext cx="2592" cy="1841"/>
            </a:xfrm>
            <a:prstGeom prst="rect">
              <a:avLst/>
            </a:prstGeom>
            <a:solidFill>
              <a:schemeClr val="bg1"/>
            </a:solidFill>
            <a:ln w="12700" algn="ctr">
              <a:solidFill>
                <a:srgbClr val="FF7F00"/>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graphicFrame>
          <p:nvGraphicFramePr>
            <p:cNvPr id="54289" name="Object 4">
              <a:extLst>
                <a:ext uri="{FF2B5EF4-FFF2-40B4-BE49-F238E27FC236}">
                  <a16:creationId xmlns:a16="http://schemas.microsoft.com/office/drawing/2014/main" id="{E2A939EA-C7C9-9FC2-88A0-E9E0F903D585}"/>
                </a:ext>
              </a:extLst>
            </p:cNvPr>
            <p:cNvGraphicFramePr>
              <a:graphicFrameLocks noChangeAspect="1"/>
            </p:cNvGraphicFramePr>
            <p:nvPr/>
          </p:nvGraphicFramePr>
          <p:xfrm>
            <a:off x="3232" y="2160"/>
            <a:ext cx="2287" cy="1833"/>
          </p:xfrm>
          <a:graphic>
            <a:graphicData uri="http://schemas.openxmlformats.org/presentationml/2006/ole">
              <mc:AlternateContent xmlns:mc="http://schemas.openxmlformats.org/markup-compatibility/2006">
                <mc:Choice xmlns:v="urn:schemas-microsoft-com:vml" Requires="v">
                  <p:oleObj name="Document" r:id="rId3" imgW="4331208" imgH="3471672" progId="Word.Document.8">
                    <p:embed/>
                  </p:oleObj>
                </mc:Choice>
                <mc:Fallback>
                  <p:oleObj name="Document" r:id="rId3" imgW="4331208" imgH="3471672" progId="Word.Document.8">
                    <p:embed/>
                    <p:pic>
                      <p:nvPicPr>
                        <p:cNvPr id="54289" name="Object 4">
                          <a:extLst>
                            <a:ext uri="{FF2B5EF4-FFF2-40B4-BE49-F238E27FC236}">
                              <a16:creationId xmlns:a16="http://schemas.microsoft.com/office/drawing/2014/main" id="{E2A939EA-C7C9-9FC2-88A0-E9E0F903D5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2" y="2160"/>
                          <a:ext cx="2287" cy="18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7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4277" name="Object 7">
            <a:extLst>
              <a:ext uri="{FF2B5EF4-FFF2-40B4-BE49-F238E27FC236}">
                <a16:creationId xmlns:a16="http://schemas.microsoft.com/office/drawing/2014/main" id="{EF5C6A67-AE1F-A43C-5D8F-4AD5A0B237C8}"/>
              </a:ext>
            </a:extLst>
          </p:cNvPr>
          <p:cNvGraphicFramePr>
            <a:graphicFrameLocks noChangeAspect="1"/>
          </p:cNvGraphicFramePr>
          <p:nvPr/>
        </p:nvGraphicFramePr>
        <p:xfrm>
          <a:off x="2074863" y="1368425"/>
          <a:ext cx="2449512" cy="1003300"/>
        </p:xfrm>
        <a:graphic>
          <a:graphicData uri="http://schemas.openxmlformats.org/presentationml/2006/ole">
            <mc:AlternateContent xmlns:mc="http://schemas.openxmlformats.org/markup-compatibility/2006">
              <mc:Choice xmlns:v="urn:schemas-microsoft-com:vml" Requires="v">
                <p:oleObj name="Equation" r:id="rId5" imgW="1054100" imgH="431800" progId="Equation.DSMT4">
                  <p:embed/>
                </p:oleObj>
              </mc:Choice>
              <mc:Fallback>
                <p:oleObj name="Equation" r:id="rId5" imgW="1054100" imgH="431800" progId="Equation.DSMT4">
                  <p:embed/>
                  <p:pic>
                    <p:nvPicPr>
                      <p:cNvPr id="54277" name="Object 7">
                        <a:extLst>
                          <a:ext uri="{FF2B5EF4-FFF2-40B4-BE49-F238E27FC236}">
                            <a16:creationId xmlns:a16="http://schemas.microsoft.com/office/drawing/2014/main" id="{EF5C6A67-AE1F-A43C-5D8F-4AD5A0B237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4863" y="1368425"/>
                        <a:ext cx="2449512" cy="100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278" name="Text Box 8">
            <a:extLst>
              <a:ext uri="{FF2B5EF4-FFF2-40B4-BE49-F238E27FC236}">
                <a16:creationId xmlns:a16="http://schemas.microsoft.com/office/drawing/2014/main" id="{2F72B843-3DAA-B201-AD66-776A55831544}"/>
              </a:ext>
            </a:extLst>
          </p:cNvPr>
          <p:cNvSpPr txBox="1">
            <a:spLocks noChangeArrowheads="1"/>
          </p:cNvSpPr>
          <p:nvPr/>
        </p:nvSpPr>
        <p:spPr bwMode="auto">
          <a:xfrm>
            <a:off x="5343526" y="1763713"/>
            <a:ext cx="150336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endParaRPr lang="en-US" altLang="en-US" sz="2000"/>
          </a:p>
        </p:txBody>
      </p:sp>
      <p:sp>
        <p:nvSpPr>
          <p:cNvPr id="54279" name="Oval 9">
            <a:extLst>
              <a:ext uri="{FF2B5EF4-FFF2-40B4-BE49-F238E27FC236}">
                <a16:creationId xmlns:a16="http://schemas.microsoft.com/office/drawing/2014/main" id="{DEF4251E-011E-9279-8C71-FA973EB081E5}"/>
              </a:ext>
            </a:extLst>
          </p:cNvPr>
          <p:cNvSpPr>
            <a:spLocks noChangeArrowheads="1"/>
          </p:cNvSpPr>
          <p:nvPr/>
        </p:nvSpPr>
        <p:spPr bwMode="auto">
          <a:xfrm>
            <a:off x="3074989" y="1208089"/>
            <a:ext cx="490537" cy="636587"/>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54280" name="Line 10">
            <a:extLst>
              <a:ext uri="{FF2B5EF4-FFF2-40B4-BE49-F238E27FC236}">
                <a16:creationId xmlns:a16="http://schemas.microsoft.com/office/drawing/2014/main" id="{50BDE32F-B704-25EF-AC3C-8905283BFC2D}"/>
              </a:ext>
            </a:extLst>
          </p:cNvPr>
          <p:cNvSpPr>
            <a:spLocks noChangeShapeType="1"/>
          </p:cNvSpPr>
          <p:nvPr/>
        </p:nvSpPr>
        <p:spPr bwMode="auto">
          <a:xfrm>
            <a:off x="3581400" y="1436688"/>
            <a:ext cx="1976438" cy="0"/>
          </a:xfrm>
          <a:prstGeom prst="line">
            <a:avLst/>
          </a:prstGeom>
          <a:noFill/>
          <a:ln w="12700">
            <a:solidFill>
              <a:srgbClr val="808080"/>
            </a:solidFill>
            <a:round/>
            <a:headEnd/>
            <a:tailEnd type="triangle" w="med" len="med"/>
          </a:ln>
          <a:extLst>
            <a:ext uri="{909E8E84-426E-40DD-AFC4-6F175D3DCCD1}">
              <a14:hiddenFill xmlns:a14="http://schemas.microsoft.com/office/drawing/2010/main">
                <a:noFill/>
              </a14:hiddenFill>
            </a:ext>
          </a:extLst>
        </p:spPr>
        <p:txBody>
          <a:bodyPr anchor="ctr"/>
          <a:lstStyle/>
          <a:p>
            <a:endParaRPr lang="en-US"/>
          </a:p>
        </p:txBody>
      </p:sp>
      <p:graphicFrame>
        <p:nvGraphicFramePr>
          <p:cNvPr id="54281" name="Object 11">
            <a:extLst>
              <a:ext uri="{FF2B5EF4-FFF2-40B4-BE49-F238E27FC236}">
                <a16:creationId xmlns:a16="http://schemas.microsoft.com/office/drawing/2014/main" id="{B0754B6C-495C-2C13-9A34-D7B938B7254A}"/>
              </a:ext>
            </a:extLst>
          </p:cNvPr>
          <p:cNvGraphicFramePr>
            <a:graphicFrameLocks noChangeAspect="1"/>
          </p:cNvGraphicFramePr>
          <p:nvPr/>
        </p:nvGraphicFramePr>
        <p:xfrm>
          <a:off x="5549900" y="1089026"/>
          <a:ext cx="1644650" cy="2093913"/>
        </p:xfrm>
        <a:graphic>
          <a:graphicData uri="http://schemas.openxmlformats.org/presentationml/2006/ole">
            <mc:AlternateContent xmlns:mc="http://schemas.openxmlformats.org/markup-compatibility/2006">
              <mc:Choice xmlns:v="urn:schemas-microsoft-com:vml" Requires="v">
                <p:oleObj name="Equation" r:id="rId7" imgW="698500" imgH="889000" progId="Equation.DSMT4">
                  <p:embed/>
                </p:oleObj>
              </mc:Choice>
              <mc:Fallback>
                <p:oleObj name="Equation" r:id="rId7" imgW="698500" imgH="889000" progId="Equation.DSMT4">
                  <p:embed/>
                  <p:pic>
                    <p:nvPicPr>
                      <p:cNvPr id="54281" name="Object 11">
                        <a:extLst>
                          <a:ext uri="{FF2B5EF4-FFF2-40B4-BE49-F238E27FC236}">
                            <a16:creationId xmlns:a16="http://schemas.microsoft.com/office/drawing/2014/main" id="{B0754B6C-495C-2C13-9A34-D7B938B725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49900" y="1089026"/>
                        <a:ext cx="1644650" cy="2093913"/>
                      </a:xfrm>
                      <a:prstGeom prst="rect">
                        <a:avLst/>
                      </a:prstGeom>
                      <a:noFill/>
                      <a:ln w="9525">
                        <a:solidFill>
                          <a:srgbClr val="808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82" name="Oval 12">
            <a:extLst>
              <a:ext uri="{FF2B5EF4-FFF2-40B4-BE49-F238E27FC236}">
                <a16:creationId xmlns:a16="http://schemas.microsoft.com/office/drawing/2014/main" id="{A9BBF455-79BC-2D41-B478-067553B7B30D}"/>
              </a:ext>
            </a:extLst>
          </p:cNvPr>
          <p:cNvSpPr>
            <a:spLocks noChangeArrowheads="1"/>
          </p:cNvSpPr>
          <p:nvPr/>
        </p:nvSpPr>
        <p:spPr bwMode="auto">
          <a:xfrm>
            <a:off x="6262689" y="1077913"/>
            <a:ext cx="604837" cy="488950"/>
          </a:xfrm>
          <a:prstGeom prst="ellipse">
            <a:avLst/>
          </a:prstGeom>
          <a:noFill/>
          <a:ln w="12700" algn="ctr">
            <a:solidFill>
              <a:srgbClr val="646464"/>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sp>
        <p:nvSpPr>
          <p:cNvPr id="54283" name="Line 13">
            <a:extLst>
              <a:ext uri="{FF2B5EF4-FFF2-40B4-BE49-F238E27FC236}">
                <a16:creationId xmlns:a16="http://schemas.microsoft.com/office/drawing/2014/main" id="{C6EFA914-7DC5-FA29-BFCD-95EB2B7F32EA}"/>
              </a:ext>
            </a:extLst>
          </p:cNvPr>
          <p:cNvSpPr>
            <a:spLocks noChangeShapeType="1"/>
          </p:cNvSpPr>
          <p:nvPr/>
        </p:nvSpPr>
        <p:spPr bwMode="auto">
          <a:xfrm>
            <a:off x="6878638" y="1290639"/>
            <a:ext cx="1422400" cy="668337"/>
          </a:xfrm>
          <a:prstGeom prst="line">
            <a:avLst/>
          </a:prstGeom>
          <a:noFill/>
          <a:ln w="12700">
            <a:solidFill>
              <a:srgbClr val="646464"/>
            </a:solidFill>
            <a:round/>
            <a:headEnd type="triangle" w="med" len="med"/>
            <a:tailEnd/>
          </a:ln>
          <a:extLst>
            <a:ext uri="{909E8E84-426E-40DD-AFC4-6F175D3DCCD1}">
              <a14:hiddenFill xmlns:a14="http://schemas.microsoft.com/office/drawing/2010/main">
                <a:noFill/>
              </a14:hiddenFill>
            </a:ext>
          </a:extLst>
        </p:spPr>
        <p:txBody>
          <a:bodyPr anchor="ctr"/>
          <a:lstStyle/>
          <a:p>
            <a:endParaRPr lang="en-US"/>
          </a:p>
        </p:txBody>
      </p:sp>
      <p:sp>
        <p:nvSpPr>
          <p:cNvPr id="54284" name="Text Box 14">
            <a:extLst>
              <a:ext uri="{FF2B5EF4-FFF2-40B4-BE49-F238E27FC236}">
                <a16:creationId xmlns:a16="http://schemas.microsoft.com/office/drawing/2014/main" id="{C48F68AA-9C75-2CBD-BBD6-4EE84D6B203D}"/>
              </a:ext>
            </a:extLst>
          </p:cNvPr>
          <p:cNvSpPr txBox="1">
            <a:spLocks noChangeArrowheads="1"/>
          </p:cNvSpPr>
          <p:nvPr/>
        </p:nvSpPr>
        <p:spPr bwMode="auto">
          <a:xfrm>
            <a:off x="8320089" y="1797050"/>
            <a:ext cx="1550987" cy="508000"/>
          </a:xfrm>
          <a:prstGeom prst="rect">
            <a:avLst/>
          </a:prstGeom>
          <a:noFill/>
          <a:ln w="12700" algn="ctr">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400"/>
              <a:t>Reactant gas diffusivity</a:t>
            </a:r>
            <a:endParaRPr lang="en-US" altLang="en-US" sz="1400"/>
          </a:p>
        </p:txBody>
      </p:sp>
      <p:sp>
        <p:nvSpPr>
          <p:cNvPr id="54285" name="Text Box 15">
            <a:extLst>
              <a:ext uri="{FF2B5EF4-FFF2-40B4-BE49-F238E27FC236}">
                <a16:creationId xmlns:a16="http://schemas.microsoft.com/office/drawing/2014/main" id="{D59F38F1-6AA6-B5EA-F019-4B6B232DF38C}"/>
              </a:ext>
            </a:extLst>
          </p:cNvPr>
          <p:cNvSpPr txBox="1">
            <a:spLocks noChangeArrowheads="1"/>
          </p:cNvSpPr>
          <p:nvPr/>
        </p:nvSpPr>
        <p:spPr bwMode="auto">
          <a:xfrm>
            <a:off x="1835151" y="3852864"/>
            <a:ext cx="4016375" cy="1990725"/>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A way to move to surface reaction controlled regimes is lowering the pressure.</a:t>
            </a:r>
          </a:p>
          <a:p>
            <a:pPr eaLnBrk="1" hangingPunct="1">
              <a:spcBef>
                <a:spcPct val="50000"/>
              </a:spcBef>
              <a:buFont typeface="Times" panose="02020603050405020304" pitchFamily="18" charset="0"/>
              <a:buNone/>
            </a:pPr>
            <a:r>
              <a:rPr lang="en-GB" altLang="en-US" sz="2000"/>
              <a:t>Low Pressure Chemical Vapour Deposition is now  vastly diffused in IC manufacturing</a:t>
            </a:r>
            <a:endParaRPr lang="en-US" altLang="en-US" sz="2000"/>
          </a:p>
        </p:txBody>
      </p:sp>
      <p:sp>
        <p:nvSpPr>
          <p:cNvPr id="54286" name="Text Box 16">
            <a:extLst>
              <a:ext uri="{FF2B5EF4-FFF2-40B4-BE49-F238E27FC236}">
                <a16:creationId xmlns:a16="http://schemas.microsoft.com/office/drawing/2014/main" id="{01CDDB3B-0A27-EE2A-8714-4F9A46AC34E7}"/>
              </a:ext>
            </a:extLst>
          </p:cNvPr>
          <p:cNvSpPr txBox="1">
            <a:spLocks noChangeArrowheads="1"/>
          </p:cNvSpPr>
          <p:nvPr/>
        </p:nvSpPr>
        <p:spPr bwMode="auto">
          <a:xfrm>
            <a:off x="1900238" y="6091238"/>
            <a:ext cx="419576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 reported to be </a:t>
            </a:r>
            <a:endParaRPr lang="en-US" altLang="en-US" sz="2000"/>
          </a:p>
        </p:txBody>
      </p:sp>
      <p:graphicFrame>
        <p:nvGraphicFramePr>
          <p:cNvPr id="54287" name="Object 17">
            <a:extLst>
              <a:ext uri="{FF2B5EF4-FFF2-40B4-BE49-F238E27FC236}">
                <a16:creationId xmlns:a16="http://schemas.microsoft.com/office/drawing/2014/main" id="{52449FFB-87AF-F6F5-4D28-4BBE543E977C}"/>
              </a:ext>
            </a:extLst>
          </p:cNvPr>
          <p:cNvGraphicFramePr>
            <a:graphicFrameLocks noChangeAspect="1"/>
          </p:cNvGraphicFramePr>
          <p:nvPr/>
        </p:nvGraphicFramePr>
        <p:xfrm>
          <a:off x="4097339" y="5992814"/>
          <a:ext cx="1158875" cy="661987"/>
        </p:xfrm>
        <a:graphic>
          <a:graphicData uri="http://schemas.openxmlformats.org/presentationml/2006/ole">
            <mc:AlternateContent xmlns:mc="http://schemas.openxmlformats.org/markup-compatibility/2006">
              <mc:Choice xmlns:v="urn:schemas-microsoft-com:vml" Requires="v">
                <p:oleObj name="Equation" r:id="rId9" imgW="800100" imgH="457200" progId="Equation.DSMT4">
                  <p:embed/>
                </p:oleObj>
              </mc:Choice>
              <mc:Fallback>
                <p:oleObj name="Equation" r:id="rId9" imgW="800100" imgH="457200" progId="Equation.DSMT4">
                  <p:embed/>
                  <p:pic>
                    <p:nvPicPr>
                      <p:cNvPr id="54287" name="Object 17">
                        <a:extLst>
                          <a:ext uri="{FF2B5EF4-FFF2-40B4-BE49-F238E27FC236}">
                            <a16:creationId xmlns:a16="http://schemas.microsoft.com/office/drawing/2014/main" id="{52449FFB-87AF-F6F5-4D28-4BBE543E977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7339" y="5992814"/>
                        <a:ext cx="1158875"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3">
            <a:extLst>
              <a:ext uri="{FF2B5EF4-FFF2-40B4-BE49-F238E27FC236}">
                <a16:creationId xmlns:a16="http://schemas.microsoft.com/office/drawing/2014/main" id="{F43AFA6E-5ED0-D1A0-016B-00C43E8B79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470DA21-A054-49B8-A772-08FA442C10E5}" type="slidenum">
              <a:rPr lang="en-US" altLang="en-US" sz="800"/>
              <a:pPr>
                <a:lnSpc>
                  <a:spcPct val="100000"/>
                </a:lnSpc>
                <a:spcBef>
                  <a:spcPct val="0"/>
                </a:spcBef>
                <a:buClr>
                  <a:srgbClr val="F68933"/>
                </a:buClr>
                <a:buFontTx/>
                <a:buNone/>
              </a:pPr>
              <a:t>20</a:t>
            </a:fld>
            <a:endParaRPr lang="en-US" altLang="en-US" sz="800"/>
          </a:p>
        </p:txBody>
      </p:sp>
      <p:pic>
        <p:nvPicPr>
          <p:cNvPr id="56323" name="Picture 5">
            <a:extLst>
              <a:ext uri="{FF2B5EF4-FFF2-40B4-BE49-F238E27FC236}">
                <a16:creationId xmlns:a16="http://schemas.microsoft.com/office/drawing/2014/main" id="{D9F9B0D2-ADD0-4FDD-71E1-67AA4D6097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988" y="1816101"/>
            <a:ext cx="7339012" cy="451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Rectangle 2">
            <a:extLst>
              <a:ext uri="{FF2B5EF4-FFF2-40B4-BE49-F238E27FC236}">
                <a16:creationId xmlns:a16="http://schemas.microsoft.com/office/drawing/2014/main" id="{73259690-DBAA-E83A-9090-93482E7AA038}"/>
              </a:ext>
            </a:extLst>
          </p:cNvPr>
          <p:cNvSpPr>
            <a:spLocks noGrp="1" noChangeArrowheads="1"/>
          </p:cNvSpPr>
          <p:nvPr>
            <p:ph type="title"/>
          </p:nvPr>
        </p:nvSpPr>
        <p:spPr/>
        <p:txBody>
          <a:bodyPr/>
          <a:lstStyle/>
          <a:p>
            <a:pPr eaLnBrk="1" hangingPunct="1"/>
            <a:r>
              <a:rPr lang="en-GB" altLang="en-US"/>
              <a:t>Advantages of LPCVD</a:t>
            </a:r>
            <a:endParaRPr lang="en-US" altLang="en-US"/>
          </a:p>
        </p:txBody>
      </p:sp>
      <p:sp>
        <p:nvSpPr>
          <p:cNvPr id="56325" name="Rectangle 3">
            <a:extLst>
              <a:ext uri="{FF2B5EF4-FFF2-40B4-BE49-F238E27FC236}">
                <a16:creationId xmlns:a16="http://schemas.microsoft.com/office/drawing/2014/main" id="{199846B4-A1C9-71C3-0BF0-ABFCA6353AA9}"/>
              </a:ext>
            </a:extLst>
          </p:cNvPr>
          <p:cNvSpPr>
            <a:spLocks noGrp="1" noChangeArrowheads="1"/>
          </p:cNvSpPr>
          <p:nvPr>
            <p:ph type="body" idx="1"/>
          </p:nvPr>
        </p:nvSpPr>
        <p:spPr>
          <a:xfrm>
            <a:off x="1524000" y="1371600"/>
            <a:ext cx="4216400" cy="4114800"/>
          </a:xfrm>
        </p:spPr>
        <p:txBody>
          <a:bodyPr/>
          <a:lstStyle/>
          <a:p>
            <a:pPr lvl="1" eaLnBrk="1" hangingPunct="1"/>
            <a:r>
              <a:rPr lang="en-GB" altLang="en-US"/>
              <a:t>Wafers can be stacked</a:t>
            </a:r>
          </a:p>
          <a:p>
            <a:pPr lvl="1" eaLnBrk="1" hangingPunct="1"/>
            <a:r>
              <a:rPr lang="en-GB" altLang="en-US"/>
              <a:t>Less autodoping</a:t>
            </a:r>
          </a:p>
          <a:p>
            <a:pPr lvl="1" eaLnBrk="1" hangingPunct="1"/>
            <a:r>
              <a:rPr lang="en-GB" altLang="en-US"/>
              <a:t>Fewer gas phase reactions</a:t>
            </a:r>
          </a:p>
          <a:p>
            <a:pPr lvl="1" eaLnBrk="1" hangingPunct="1"/>
            <a:endParaRPr lang="en-US" alt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3">
            <a:extLst>
              <a:ext uri="{FF2B5EF4-FFF2-40B4-BE49-F238E27FC236}">
                <a16:creationId xmlns:a16="http://schemas.microsoft.com/office/drawing/2014/main" id="{7610F67A-74F2-25D2-B503-3A60F0247A5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7D81B68-100F-433A-B999-771D0E4CC6D4}" type="slidenum">
              <a:rPr lang="en-US" altLang="en-US" sz="800"/>
              <a:pPr>
                <a:lnSpc>
                  <a:spcPct val="100000"/>
                </a:lnSpc>
                <a:spcBef>
                  <a:spcPct val="0"/>
                </a:spcBef>
                <a:buClr>
                  <a:srgbClr val="F68933"/>
                </a:buClr>
                <a:buFontTx/>
                <a:buNone/>
              </a:pPr>
              <a:t>21</a:t>
            </a:fld>
            <a:endParaRPr lang="en-US" altLang="en-US" sz="800"/>
          </a:p>
        </p:txBody>
      </p:sp>
      <p:sp>
        <p:nvSpPr>
          <p:cNvPr id="58371" name="Rectangle 2">
            <a:extLst>
              <a:ext uri="{FF2B5EF4-FFF2-40B4-BE49-F238E27FC236}">
                <a16:creationId xmlns:a16="http://schemas.microsoft.com/office/drawing/2014/main" id="{9935BF79-EEC9-CCF3-B0EB-444BA7164C2D}"/>
              </a:ext>
            </a:extLst>
          </p:cNvPr>
          <p:cNvSpPr>
            <a:spLocks noGrp="1" noChangeArrowheads="1"/>
          </p:cNvSpPr>
          <p:nvPr>
            <p:ph type="title"/>
          </p:nvPr>
        </p:nvSpPr>
        <p:spPr/>
        <p:txBody>
          <a:bodyPr/>
          <a:lstStyle/>
          <a:p>
            <a:pPr eaLnBrk="1" hangingPunct="1"/>
            <a:r>
              <a:rPr lang="en-GB" altLang="en-US"/>
              <a:t>Plasma definition</a:t>
            </a:r>
            <a:endParaRPr lang="en-US" altLang="en-US"/>
          </a:p>
        </p:txBody>
      </p:sp>
      <p:sp>
        <p:nvSpPr>
          <p:cNvPr id="58372" name="Rectangle 3">
            <a:extLst>
              <a:ext uri="{FF2B5EF4-FFF2-40B4-BE49-F238E27FC236}">
                <a16:creationId xmlns:a16="http://schemas.microsoft.com/office/drawing/2014/main" id="{914086D6-5CFF-2A11-B69E-78676848BD5E}"/>
              </a:ext>
            </a:extLst>
          </p:cNvPr>
          <p:cNvSpPr>
            <a:spLocks noGrp="1" noChangeArrowheads="1"/>
          </p:cNvSpPr>
          <p:nvPr>
            <p:ph type="body" idx="1"/>
          </p:nvPr>
        </p:nvSpPr>
        <p:spPr>
          <a:xfrm>
            <a:off x="1893889" y="1262064"/>
            <a:ext cx="8402637" cy="1093787"/>
          </a:xfrm>
          <a:ln>
            <a:solidFill>
              <a:srgbClr val="FF7F00"/>
            </a:solidFill>
            <a:miter lim="800000"/>
            <a:headEnd/>
            <a:tailEnd/>
          </a:ln>
        </p:spPr>
        <p:txBody>
          <a:bodyPr/>
          <a:lstStyle/>
          <a:p>
            <a:pPr eaLnBrk="1" hangingPunct="1">
              <a:lnSpc>
                <a:spcPct val="85000"/>
              </a:lnSpc>
              <a:buFont typeface="Times" panose="02020603050405020304" pitchFamily="18" charset="0"/>
              <a:buNone/>
            </a:pPr>
            <a:r>
              <a:rPr lang="en-GB" altLang="en-US"/>
              <a:t>&lt;&lt;A plasma is a collection of free charged particles moving in random directions that is, on the average, electrically neutral&gt;&gt;</a:t>
            </a:r>
            <a:endParaRPr lang="en-US" altLang="en-US"/>
          </a:p>
        </p:txBody>
      </p:sp>
      <p:sp>
        <p:nvSpPr>
          <p:cNvPr id="58373" name="Text Box 5">
            <a:extLst>
              <a:ext uri="{FF2B5EF4-FFF2-40B4-BE49-F238E27FC236}">
                <a16:creationId xmlns:a16="http://schemas.microsoft.com/office/drawing/2014/main" id="{5CB085F5-6359-2B77-F690-620807AACF08}"/>
              </a:ext>
            </a:extLst>
          </p:cNvPr>
          <p:cNvSpPr txBox="1">
            <a:spLocks noChangeArrowheads="1"/>
          </p:cNvSpPr>
          <p:nvPr/>
        </p:nvSpPr>
        <p:spPr bwMode="auto">
          <a:xfrm>
            <a:off x="2682875" y="4130675"/>
            <a:ext cx="191135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Fig. 1.7 Lieberman pg 9</a:t>
            </a:r>
            <a:endParaRPr lang="en-US" altLang="en-US" sz="2000"/>
          </a:p>
        </p:txBody>
      </p:sp>
      <p:sp>
        <p:nvSpPr>
          <p:cNvPr id="58374" name="Text Box 6">
            <a:extLst>
              <a:ext uri="{FF2B5EF4-FFF2-40B4-BE49-F238E27FC236}">
                <a16:creationId xmlns:a16="http://schemas.microsoft.com/office/drawing/2014/main" id="{D8A375C5-785A-7F23-0F43-8EF94CFD32F8}"/>
              </a:ext>
            </a:extLst>
          </p:cNvPr>
          <p:cNvSpPr txBox="1">
            <a:spLocks noChangeArrowheads="1"/>
          </p:cNvSpPr>
          <p:nvPr/>
        </p:nvSpPr>
        <p:spPr bwMode="auto">
          <a:xfrm>
            <a:off x="6096001" y="2628901"/>
            <a:ext cx="4359275" cy="4078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2000"/>
              <a:t>If a gas is sufficiently heated, atoms decompose into freely moving electrons and ions</a:t>
            </a:r>
          </a:p>
          <a:p>
            <a:pPr eaLnBrk="1" hangingPunct="1">
              <a:spcBef>
                <a:spcPct val="50000"/>
              </a:spcBef>
            </a:pPr>
            <a:r>
              <a:rPr lang="en-GB" altLang="en-US" sz="2000"/>
              <a:t>In this conditions, at equilibrium</a:t>
            </a:r>
          </a:p>
          <a:p>
            <a:pPr eaLnBrk="1" hangingPunct="1">
              <a:spcBef>
                <a:spcPct val="50000"/>
              </a:spcBef>
              <a:buFont typeface="Times" panose="02020603050405020304" pitchFamily="18" charset="0"/>
              <a:buNone/>
            </a:pPr>
            <a:r>
              <a:rPr lang="en-GB" altLang="en-US" sz="2000"/>
              <a:t>n</a:t>
            </a:r>
            <a:r>
              <a:rPr lang="en-GB" altLang="en-US" sz="2000" baseline="-25000"/>
              <a:t>e</a:t>
            </a:r>
            <a:r>
              <a:rPr lang="en-GB" altLang="en-US" sz="2000">
                <a:cs typeface="Arial" panose="020B0604020202020204" pitchFamily="34" charset="0"/>
              </a:rPr>
              <a:t>≈n</a:t>
            </a:r>
            <a:r>
              <a:rPr lang="en-GB" altLang="en-US" sz="2000" baseline="-25000">
                <a:cs typeface="Arial" panose="020B0604020202020204" pitchFamily="34" charset="0"/>
              </a:rPr>
              <a:t>i</a:t>
            </a:r>
            <a:r>
              <a:rPr lang="en-GB" altLang="en-US" sz="2000">
                <a:cs typeface="Arial" panose="020B0604020202020204" pitchFamily="34" charset="0"/>
              </a:rPr>
              <a:t>≈n cm</a:t>
            </a:r>
            <a:r>
              <a:rPr lang="en-GB" altLang="en-US" sz="2000" baseline="30000">
                <a:cs typeface="Arial" panose="020B0604020202020204" pitchFamily="34" charset="0"/>
              </a:rPr>
              <a:t>-3</a:t>
            </a:r>
            <a:r>
              <a:rPr lang="en-GB" altLang="en-US" sz="2000">
                <a:cs typeface="Arial" panose="020B0604020202020204" pitchFamily="34" charset="0"/>
              </a:rPr>
              <a:t> and T</a:t>
            </a:r>
            <a:r>
              <a:rPr lang="en-GB" altLang="en-US" sz="2000" baseline="-25000"/>
              <a:t>e</a:t>
            </a:r>
            <a:r>
              <a:rPr lang="en-GB" altLang="en-US" sz="2000"/>
              <a:t>=T</a:t>
            </a:r>
            <a:r>
              <a:rPr lang="en-GB" altLang="en-US" sz="2000" baseline="-25000"/>
              <a:t>i</a:t>
            </a:r>
            <a:r>
              <a:rPr lang="en-GB" altLang="en-US" sz="2000"/>
              <a:t>=T </a:t>
            </a:r>
          </a:p>
          <a:p>
            <a:pPr eaLnBrk="1" hangingPunct="1">
              <a:spcBef>
                <a:spcPct val="50000"/>
              </a:spcBef>
            </a:pPr>
            <a:r>
              <a:rPr lang="en-GB" altLang="en-US" sz="2000"/>
              <a:t>Typical temperature to form plasmas at thermal equilibrium range from 4000 to 20000 K</a:t>
            </a:r>
          </a:p>
          <a:p>
            <a:pPr eaLnBrk="1" hangingPunct="1">
              <a:spcBef>
                <a:spcPct val="50000"/>
              </a:spcBef>
            </a:pPr>
            <a:r>
              <a:rPr lang="en-GB" altLang="en-US" sz="2000"/>
              <a:t>Much of the matter in the universe is in plasma state</a:t>
            </a:r>
          </a:p>
          <a:p>
            <a:pPr eaLnBrk="1" hangingPunct="1">
              <a:spcBef>
                <a:spcPct val="50000"/>
              </a:spcBef>
            </a:pPr>
            <a:endParaRPr lang="en-US" altLang="en-US" sz="2000"/>
          </a:p>
        </p:txBody>
      </p:sp>
      <p:pic>
        <p:nvPicPr>
          <p:cNvPr id="58375" name="Picture 7" descr="plasma0001">
            <a:extLst>
              <a:ext uri="{FF2B5EF4-FFF2-40B4-BE49-F238E27FC236}">
                <a16:creationId xmlns:a16="http://schemas.microsoft.com/office/drawing/2014/main" id="{419D15C3-F13A-8FC8-56E5-CF03A625AC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043"/>
          <a:stretch>
            <a:fillRect/>
          </a:stretch>
        </p:blipFill>
        <p:spPr bwMode="auto">
          <a:xfrm rot="5460000">
            <a:off x="1470820" y="2928145"/>
            <a:ext cx="4079875"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Text Box 8">
            <a:extLst>
              <a:ext uri="{FF2B5EF4-FFF2-40B4-BE49-F238E27FC236}">
                <a16:creationId xmlns:a16="http://schemas.microsoft.com/office/drawing/2014/main" id="{A936977C-3707-FF94-C054-A4D41652809D}"/>
              </a:ext>
            </a:extLst>
          </p:cNvPr>
          <p:cNvSpPr txBox="1">
            <a:spLocks noChangeArrowheads="1"/>
          </p:cNvSpPr>
          <p:nvPr/>
        </p:nvSpPr>
        <p:spPr bwMode="auto">
          <a:xfrm rot="16200000">
            <a:off x="1495426" y="4205288"/>
            <a:ext cx="979487"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000"/>
              <a:t>Log</a:t>
            </a:r>
            <a:r>
              <a:rPr lang="en-GB" altLang="en-US" sz="1000" baseline="-25000"/>
              <a:t>10</a:t>
            </a:r>
            <a:r>
              <a:rPr lang="en-GB" altLang="en-US" sz="1000"/>
              <a:t>n(cm</a:t>
            </a:r>
            <a:r>
              <a:rPr lang="en-GB" altLang="en-US" sz="1000" baseline="30000"/>
              <a:t>-3</a:t>
            </a:r>
            <a:r>
              <a:rPr lang="en-GB" altLang="en-US" sz="1000"/>
              <a:t>)</a:t>
            </a:r>
            <a:endParaRPr lang="en-US" altLang="en-US" sz="100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3">
            <a:extLst>
              <a:ext uri="{FF2B5EF4-FFF2-40B4-BE49-F238E27FC236}">
                <a16:creationId xmlns:a16="http://schemas.microsoft.com/office/drawing/2014/main" id="{19624741-6F86-0DF2-B932-776E7C10872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69AC9428-A59D-4F9C-8606-6E65B3C6624C}" type="slidenum">
              <a:rPr lang="en-US" altLang="en-US" sz="800"/>
              <a:pPr>
                <a:lnSpc>
                  <a:spcPct val="100000"/>
                </a:lnSpc>
                <a:spcBef>
                  <a:spcPct val="0"/>
                </a:spcBef>
                <a:buClr>
                  <a:srgbClr val="F68933"/>
                </a:buClr>
                <a:buFontTx/>
                <a:buNone/>
              </a:pPr>
              <a:t>22</a:t>
            </a:fld>
            <a:endParaRPr lang="en-US" altLang="en-US" sz="800"/>
          </a:p>
        </p:txBody>
      </p:sp>
      <p:sp>
        <p:nvSpPr>
          <p:cNvPr id="60419" name="Rectangle 2">
            <a:extLst>
              <a:ext uri="{FF2B5EF4-FFF2-40B4-BE49-F238E27FC236}">
                <a16:creationId xmlns:a16="http://schemas.microsoft.com/office/drawing/2014/main" id="{42C250C5-0461-65BC-8979-D34A2B887CC0}"/>
              </a:ext>
            </a:extLst>
          </p:cNvPr>
          <p:cNvSpPr>
            <a:spLocks noGrp="1" noChangeArrowheads="1"/>
          </p:cNvSpPr>
          <p:nvPr>
            <p:ph type="title"/>
          </p:nvPr>
        </p:nvSpPr>
        <p:spPr/>
        <p:txBody>
          <a:bodyPr/>
          <a:lstStyle/>
          <a:p>
            <a:pPr eaLnBrk="1" hangingPunct="1"/>
            <a:r>
              <a:rPr lang="en-GB" altLang="en-US"/>
              <a:t>Plasma definition</a:t>
            </a:r>
            <a:endParaRPr lang="en-US" altLang="en-US"/>
          </a:p>
        </p:txBody>
      </p:sp>
      <p:sp>
        <p:nvSpPr>
          <p:cNvPr id="60420" name="Rectangle 3">
            <a:extLst>
              <a:ext uri="{FF2B5EF4-FFF2-40B4-BE49-F238E27FC236}">
                <a16:creationId xmlns:a16="http://schemas.microsoft.com/office/drawing/2014/main" id="{713ABBD2-62AB-7DED-521A-EEA0F083B4F4}"/>
              </a:ext>
            </a:extLst>
          </p:cNvPr>
          <p:cNvSpPr>
            <a:spLocks noGrp="1" noChangeArrowheads="1"/>
          </p:cNvSpPr>
          <p:nvPr>
            <p:ph type="body" idx="1"/>
          </p:nvPr>
        </p:nvSpPr>
        <p:spPr/>
        <p:txBody>
          <a:bodyPr/>
          <a:lstStyle/>
          <a:p>
            <a:pPr eaLnBrk="1" hangingPunct="1"/>
            <a:r>
              <a:rPr lang="en-GB" altLang="en-US"/>
              <a:t>We are interested in weakly ionized plasmas:</a:t>
            </a:r>
          </a:p>
          <a:p>
            <a:pPr lvl="1" eaLnBrk="1" hangingPunct="1"/>
            <a:r>
              <a:rPr lang="en-GB" altLang="en-US"/>
              <a:t>Driven electrically</a:t>
            </a:r>
          </a:p>
          <a:p>
            <a:pPr lvl="1" eaLnBrk="1" hangingPunct="1"/>
            <a:r>
              <a:rPr lang="en-GB" altLang="en-US"/>
              <a:t>Charged particles collision with neutral molecules are important</a:t>
            </a:r>
          </a:p>
          <a:p>
            <a:pPr lvl="1" eaLnBrk="1" hangingPunct="1"/>
            <a:r>
              <a:rPr lang="en-GB" altLang="en-US"/>
              <a:t>Surface loss at boundaries is important</a:t>
            </a:r>
          </a:p>
          <a:p>
            <a:pPr lvl="1" eaLnBrk="1" hangingPunct="1"/>
            <a:r>
              <a:rPr lang="en-GB" altLang="en-US"/>
              <a:t>Ionization of neutrals sustain the plasma in steady state</a:t>
            </a:r>
          </a:p>
          <a:p>
            <a:pPr lvl="1" eaLnBrk="1" hangingPunct="1"/>
            <a:r>
              <a:rPr lang="en-GB" altLang="en-US"/>
              <a:t>Electrons are </a:t>
            </a:r>
            <a:r>
              <a:rPr lang="en-GB" altLang="en-US" b="1"/>
              <a:t>NOT</a:t>
            </a:r>
            <a:r>
              <a:rPr lang="en-GB" altLang="en-US"/>
              <a:t> in thermal equilibrium with ions</a:t>
            </a:r>
          </a:p>
          <a:p>
            <a:pPr lvl="1" eaLnBrk="1" hangingPunct="1"/>
            <a:endParaRPr lang="en-GB" altLang="en-US"/>
          </a:p>
          <a:p>
            <a:pPr lvl="1" eaLnBrk="1" hangingPunct="1"/>
            <a:endParaRPr lang="en-US" altLang="en-US"/>
          </a:p>
        </p:txBody>
      </p:sp>
      <p:sp>
        <p:nvSpPr>
          <p:cNvPr id="60421" name="Text Box 4">
            <a:extLst>
              <a:ext uri="{FF2B5EF4-FFF2-40B4-BE49-F238E27FC236}">
                <a16:creationId xmlns:a16="http://schemas.microsoft.com/office/drawing/2014/main" id="{736C8235-6A64-BDB0-6254-C24D1D38E525}"/>
              </a:ext>
            </a:extLst>
          </p:cNvPr>
          <p:cNvSpPr txBox="1">
            <a:spLocks noChangeArrowheads="1"/>
          </p:cNvSpPr>
          <p:nvPr/>
        </p:nvSpPr>
        <p:spPr bwMode="auto">
          <a:xfrm>
            <a:off x="1866901" y="4083051"/>
            <a:ext cx="6759575" cy="216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2000"/>
              <a:t>In typical low pressure glow discharges</a:t>
            </a:r>
          </a:p>
          <a:p>
            <a:pPr eaLnBrk="1" hangingPunct="1">
              <a:spcBef>
                <a:spcPct val="50000"/>
              </a:spcBef>
              <a:buFont typeface="Times" panose="02020603050405020304" pitchFamily="18" charset="0"/>
              <a:buNone/>
            </a:pPr>
            <a:endParaRPr lang="en-GB" altLang="en-US" sz="2000"/>
          </a:p>
          <a:p>
            <a:pPr lvl="2" eaLnBrk="1" hangingPunct="1">
              <a:spcBef>
                <a:spcPct val="50000"/>
              </a:spcBef>
              <a:buFont typeface="Times" panose="02020603050405020304" pitchFamily="18" charset="0"/>
              <a:buChar char="•"/>
            </a:pPr>
            <a:r>
              <a:rPr lang="en-GB" altLang="en-US" sz="2000"/>
              <a:t> p ≈ 1mTorr – 1Torr</a:t>
            </a:r>
          </a:p>
          <a:p>
            <a:pPr lvl="2" eaLnBrk="1" hangingPunct="1">
              <a:spcBef>
                <a:spcPct val="50000"/>
              </a:spcBef>
              <a:buFont typeface="Times" panose="02020603050405020304" pitchFamily="18" charset="0"/>
              <a:buChar char="•"/>
            </a:pPr>
            <a:r>
              <a:rPr lang="en-GB" altLang="en-US" sz="2000"/>
              <a:t> T</a:t>
            </a:r>
            <a:r>
              <a:rPr lang="en-GB" altLang="en-US" sz="2000" baseline="-25000"/>
              <a:t>e </a:t>
            </a:r>
            <a:r>
              <a:rPr lang="en-GB" altLang="en-US" sz="2000"/>
              <a:t>≈ 1-10 V and T</a:t>
            </a:r>
            <a:r>
              <a:rPr lang="en-GB" altLang="en-US" sz="2000" baseline="-25000"/>
              <a:t>e</a:t>
            </a:r>
            <a:r>
              <a:rPr lang="en-GB" altLang="en-US" sz="2000"/>
              <a:t>&gt;&gt;T</a:t>
            </a:r>
            <a:r>
              <a:rPr lang="en-GB" altLang="en-US" sz="2000" baseline="-25000"/>
              <a:t>i</a:t>
            </a:r>
          </a:p>
          <a:p>
            <a:pPr lvl="2" eaLnBrk="1" hangingPunct="1">
              <a:spcBef>
                <a:spcPct val="50000"/>
              </a:spcBef>
              <a:buFont typeface="Times" panose="02020603050405020304" pitchFamily="18" charset="0"/>
              <a:buChar char="•"/>
            </a:pPr>
            <a:r>
              <a:rPr lang="en-GB" altLang="en-US" sz="2000"/>
              <a:t> n ≈ 10</a:t>
            </a:r>
            <a:r>
              <a:rPr lang="en-GB" altLang="en-US" sz="2000" baseline="30000"/>
              <a:t>8</a:t>
            </a:r>
            <a:r>
              <a:rPr lang="en-GB" altLang="en-US" sz="2000"/>
              <a:t>-10</a:t>
            </a:r>
            <a:r>
              <a:rPr lang="en-GB" altLang="en-US" sz="2000" baseline="30000"/>
              <a:t>13</a:t>
            </a:r>
            <a:r>
              <a:rPr lang="en-GB" altLang="en-US" sz="2000"/>
              <a:t> cm</a:t>
            </a:r>
            <a:r>
              <a:rPr lang="en-GB" altLang="en-US" sz="2000" baseline="30000"/>
              <a:t>-3</a:t>
            </a:r>
            <a:r>
              <a:rPr lang="en-GB" altLang="en-US" sz="2000"/>
              <a:t> </a:t>
            </a:r>
            <a:endParaRPr lang="en-US" altLang="en-US" sz="2000"/>
          </a:p>
        </p:txBody>
      </p:sp>
      <p:pic>
        <p:nvPicPr>
          <p:cNvPr id="60422" name="Picture 7" descr="plasma0001">
            <a:extLst>
              <a:ext uri="{FF2B5EF4-FFF2-40B4-BE49-F238E27FC236}">
                <a16:creationId xmlns:a16="http://schemas.microsoft.com/office/drawing/2014/main" id="{1D943652-20F7-8BF3-FD11-50A86E03E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6338" y="3744913"/>
            <a:ext cx="1871662" cy="270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 Box 8">
            <a:extLst>
              <a:ext uri="{FF2B5EF4-FFF2-40B4-BE49-F238E27FC236}">
                <a16:creationId xmlns:a16="http://schemas.microsoft.com/office/drawing/2014/main" id="{EFB41CD7-E99C-46BB-9A21-DEDB336A3E3E}"/>
              </a:ext>
            </a:extLst>
          </p:cNvPr>
          <p:cNvSpPr txBox="1">
            <a:spLocks noChangeArrowheads="1"/>
          </p:cNvSpPr>
          <p:nvPr/>
        </p:nvSpPr>
        <p:spPr bwMode="auto">
          <a:xfrm rot="16200000">
            <a:off x="8175626" y="5011738"/>
            <a:ext cx="979487" cy="23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000"/>
              <a:t>Log</a:t>
            </a:r>
            <a:r>
              <a:rPr lang="en-GB" altLang="en-US" sz="1000" baseline="-25000"/>
              <a:t>10</a:t>
            </a:r>
            <a:r>
              <a:rPr lang="en-GB" altLang="en-US" sz="1000"/>
              <a:t>n(cm</a:t>
            </a:r>
            <a:r>
              <a:rPr lang="en-GB" altLang="en-US" sz="1000" baseline="30000"/>
              <a:t>-3</a:t>
            </a:r>
            <a:r>
              <a:rPr lang="en-GB" altLang="en-US" sz="1000"/>
              <a:t>)</a:t>
            </a:r>
            <a:endParaRPr lang="en-US" altLang="en-US" sz="100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3">
            <a:extLst>
              <a:ext uri="{FF2B5EF4-FFF2-40B4-BE49-F238E27FC236}">
                <a16:creationId xmlns:a16="http://schemas.microsoft.com/office/drawing/2014/main" id="{898B1D28-B860-3B12-5256-1AED97D3DB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DDFA57FF-6E0A-40B6-B20C-3CC4B01A6923}" type="slidenum">
              <a:rPr lang="en-US" altLang="en-US" sz="800"/>
              <a:pPr>
                <a:lnSpc>
                  <a:spcPct val="100000"/>
                </a:lnSpc>
                <a:spcBef>
                  <a:spcPct val="0"/>
                </a:spcBef>
                <a:buClr>
                  <a:srgbClr val="F68933"/>
                </a:buClr>
                <a:buFontTx/>
                <a:buNone/>
              </a:pPr>
              <a:t>23</a:t>
            </a:fld>
            <a:endParaRPr lang="en-US" altLang="en-US" sz="800"/>
          </a:p>
        </p:txBody>
      </p:sp>
      <p:sp>
        <p:nvSpPr>
          <p:cNvPr id="62467" name="Rectangle 16">
            <a:extLst>
              <a:ext uri="{FF2B5EF4-FFF2-40B4-BE49-F238E27FC236}">
                <a16:creationId xmlns:a16="http://schemas.microsoft.com/office/drawing/2014/main" id="{67A45E33-1948-0EBD-323C-0CBB4D3DD273}"/>
              </a:ext>
            </a:extLst>
          </p:cNvPr>
          <p:cNvSpPr>
            <a:spLocks noChangeArrowheads="1"/>
          </p:cNvSpPr>
          <p:nvPr/>
        </p:nvSpPr>
        <p:spPr bwMode="auto">
          <a:xfrm>
            <a:off x="6670676" y="4592638"/>
            <a:ext cx="3248025" cy="1731962"/>
          </a:xfrm>
          <a:prstGeom prst="rect">
            <a:avLst/>
          </a:prstGeom>
          <a:solidFill>
            <a:schemeClr val="bg1"/>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pic>
        <p:nvPicPr>
          <p:cNvPr id="62468" name="Picture 15" descr="plasma0004">
            <a:extLst>
              <a:ext uri="{FF2B5EF4-FFF2-40B4-BE49-F238E27FC236}">
                <a16:creationId xmlns:a16="http://schemas.microsoft.com/office/drawing/2014/main" id="{08237A71-18AA-281A-5D82-904BFA5E06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4248" r="11276"/>
          <a:stretch>
            <a:fillRect/>
          </a:stretch>
        </p:blipFill>
        <p:spPr bwMode="auto">
          <a:xfrm>
            <a:off x="8078789" y="4794251"/>
            <a:ext cx="1798637"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Rectangle 13">
            <a:extLst>
              <a:ext uri="{FF2B5EF4-FFF2-40B4-BE49-F238E27FC236}">
                <a16:creationId xmlns:a16="http://schemas.microsoft.com/office/drawing/2014/main" id="{7E59A2A6-2EA5-B2BE-9D32-D2362BEBBFFF}"/>
              </a:ext>
            </a:extLst>
          </p:cNvPr>
          <p:cNvSpPr>
            <a:spLocks noChangeArrowheads="1"/>
          </p:cNvSpPr>
          <p:nvPr/>
        </p:nvSpPr>
        <p:spPr bwMode="auto">
          <a:xfrm>
            <a:off x="2297114" y="4557713"/>
            <a:ext cx="3248025" cy="1731962"/>
          </a:xfrm>
          <a:prstGeom prst="rect">
            <a:avLst/>
          </a:prstGeom>
          <a:solidFill>
            <a:schemeClr val="bg1"/>
          </a:solidFill>
          <a:ln w="12700" algn="ctr">
            <a:solidFill>
              <a:srgbClr val="646464"/>
            </a:solidFill>
            <a:miter lim="800000"/>
            <a:headEnd/>
            <a:tailEnd/>
          </a:ln>
        </p:spPr>
        <p:txBody>
          <a:bodyPr wrap="none" anchor="ct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buFont typeface="Times" panose="02020603050405020304" pitchFamily="18" charset="0"/>
              <a:buNone/>
            </a:pPr>
            <a:endParaRPr lang="en-US" altLang="en-US" sz="1800"/>
          </a:p>
        </p:txBody>
      </p:sp>
      <p:pic>
        <p:nvPicPr>
          <p:cNvPr id="62470" name="Picture 12" descr="plasma0003">
            <a:extLst>
              <a:ext uri="{FF2B5EF4-FFF2-40B4-BE49-F238E27FC236}">
                <a16:creationId xmlns:a16="http://schemas.microsoft.com/office/drawing/2014/main" id="{E70FB784-45AD-AB22-E338-4B723861DE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8974" r="9224"/>
          <a:stretch>
            <a:fillRect/>
          </a:stretch>
        </p:blipFill>
        <p:spPr bwMode="auto">
          <a:xfrm>
            <a:off x="3554414" y="4745038"/>
            <a:ext cx="1933575" cy="1357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1" name="Rectangle 2">
            <a:extLst>
              <a:ext uri="{FF2B5EF4-FFF2-40B4-BE49-F238E27FC236}">
                <a16:creationId xmlns:a16="http://schemas.microsoft.com/office/drawing/2014/main" id="{5492A0A3-8A47-2241-5BEB-E423D41C2BB3}"/>
              </a:ext>
            </a:extLst>
          </p:cNvPr>
          <p:cNvSpPr>
            <a:spLocks noGrp="1" noChangeArrowheads="1"/>
          </p:cNvSpPr>
          <p:nvPr>
            <p:ph type="title"/>
          </p:nvPr>
        </p:nvSpPr>
        <p:spPr/>
        <p:txBody>
          <a:bodyPr/>
          <a:lstStyle/>
          <a:p>
            <a:pPr eaLnBrk="1" hangingPunct="1"/>
            <a:r>
              <a:rPr lang="en-GB" altLang="en-US"/>
              <a:t>Sheaths</a:t>
            </a:r>
            <a:endParaRPr lang="en-US" altLang="en-US"/>
          </a:p>
        </p:txBody>
      </p:sp>
      <p:sp>
        <p:nvSpPr>
          <p:cNvPr id="62472" name="Rectangle 3">
            <a:extLst>
              <a:ext uri="{FF2B5EF4-FFF2-40B4-BE49-F238E27FC236}">
                <a16:creationId xmlns:a16="http://schemas.microsoft.com/office/drawing/2014/main" id="{B3648E15-BDA4-EC57-431E-19FA3CC42DC2}"/>
              </a:ext>
            </a:extLst>
          </p:cNvPr>
          <p:cNvSpPr>
            <a:spLocks noGrp="1" noChangeArrowheads="1"/>
          </p:cNvSpPr>
          <p:nvPr>
            <p:ph type="body" idx="1"/>
          </p:nvPr>
        </p:nvSpPr>
        <p:spPr>
          <a:xfrm>
            <a:off x="1879600" y="1238250"/>
            <a:ext cx="8402638" cy="4114800"/>
          </a:xfrm>
        </p:spPr>
        <p:txBody>
          <a:bodyPr/>
          <a:lstStyle/>
          <a:p>
            <a:pPr eaLnBrk="1" hangingPunct="1"/>
            <a:r>
              <a:rPr lang="en-GB" altLang="en-US"/>
              <a:t>Plasmas are joined to wall surfaces by thin positive charged layers </a:t>
            </a:r>
            <a:r>
              <a:rPr lang="en-GB" altLang="en-US">
                <a:sym typeface="Wingdings" panose="05000000000000000000" pitchFamily="2" charset="2"/>
              </a:rPr>
              <a:t> sheaths</a:t>
            </a:r>
          </a:p>
          <a:p>
            <a:pPr eaLnBrk="1" hangingPunct="1">
              <a:buFont typeface="Times" panose="02020603050405020304" pitchFamily="18" charset="0"/>
              <a:buNone/>
            </a:pPr>
            <a:r>
              <a:rPr lang="en-GB" altLang="en-US"/>
              <a:t>Remember that</a:t>
            </a:r>
            <a:endParaRPr lang="en-US" altLang="en-US"/>
          </a:p>
        </p:txBody>
      </p:sp>
      <p:graphicFrame>
        <p:nvGraphicFramePr>
          <p:cNvPr id="62473" name="Object 4">
            <a:extLst>
              <a:ext uri="{FF2B5EF4-FFF2-40B4-BE49-F238E27FC236}">
                <a16:creationId xmlns:a16="http://schemas.microsoft.com/office/drawing/2014/main" id="{8622C274-6505-28A1-0BBC-30BF7CEB9185}"/>
              </a:ext>
            </a:extLst>
          </p:cNvPr>
          <p:cNvGraphicFramePr>
            <a:graphicFrameLocks noChangeAspect="1"/>
          </p:cNvGraphicFramePr>
          <p:nvPr/>
        </p:nvGraphicFramePr>
        <p:xfrm>
          <a:off x="3778250" y="1797051"/>
          <a:ext cx="2317750" cy="766763"/>
        </p:xfrm>
        <a:graphic>
          <a:graphicData uri="http://schemas.openxmlformats.org/presentationml/2006/ole">
            <mc:AlternateContent xmlns:mc="http://schemas.openxmlformats.org/markup-compatibility/2006">
              <mc:Choice xmlns:v="urn:schemas-microsoft-com:vml" Requires="v">
                <p:oleObj name="Equation" r:id="rId5" imgW="1727200" imgH="571500" progId="Equation.DSMT4">
                  <p:embed/>
                </p:oleObj>
              </mc:Choice>
              <mc:Fallback>
                <p:oleObj name="Equation" r:id="rId5" imgW="1727200" imgH="571500" progId="Equation.DSMT4">
                  <p:embed/>
                  <p:pic>
                    <p:nvPicPr>
                      <p:cNvPr id="62473" name="Object 4">
                        <a:extLst>
                          <a:ext uri="{FF2B5EF4-FFF2-40B4-BE49-F238E27FC236}">
                            <a16:creationId xmlns:a16="http://schemas.microsoft.com/office/drawing/2014/main" id="{8622C274-6505-28A1-0BBC-30BF7CEB91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8250" y="1797051"/>
                        <a:ext cx="2317750" cy="766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74" name="Text Box 5">
            <a:extLst>
              <a:ext uri="{FF2B5EF4-FFF2-40B4-BE49-F238E27FC236}">
                <a16:creationId xmlns:a16="http://schemas.microsoft.com/office/drawing/2014/main" id="{8DF3FE2C-791D-4B66-8859-716C91955AFE}"/>
              </a:ext>
            </a:extLst>
          </p:cNvPr>
          <p:cNvSpPr txBox="1">
            <a:spLocks noChangeArrowheads="1"/>
          </p:cNvSpPr>
          <p:nvPr/>
        </p:nvSpPr>
        <p:spPr bwMode="auto">
          <a:xfrm>
            <a:off x="1981201" y="2633664"/>
            <a:ext cx="7756525" cy="184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600"/>
              <a:t>Moreover: net charge density is 0, and the electric field is zero everywhere </a:t>
            </a:r>
            <a:r>
              <a:rPr lang="en-GB" altLang="en-US" sz="1600">
                <a:sym typeface="Wingdings" panose="05000000000000000000" pitchFamily="2" charset="2"/>
              </a:rPr>
              <a:t> electrons are not confined</a:t>
            </a:r>
          </a:p>
          <a:p>
            <a:pPr lvl="1" eaLnBrk="1" hangingPunct="1">
              <a:spcBef>
                <a:spcPct val="50000"/>
              </a:spcBef>
              <a:buFont typeface="Times" panose="02020603050405020304" pitchFamily="18" charset="0"/>
              <a:buChar char="•"/>
            </a:pPr>
            <a:r>
              <a:rPr lang="en-GB" altLang="en-US" sz="1600"/>
              <a:t> Faster electrons are lost at the walls in a very short time scale</a:t>
            </a:r>
          </a:p>
          <a:p>
            <a:pPr lvl="1" eaLnBrk="1" hangingPunct="1">
              <a:spcBef>
                <a:spcPct val="50000"/>
              </a:spcBef>
              <a:buFont typeface="Times" panose="02020603050405020304" pitchFamily="18" charset="0"/>
              <a:buChar char="•"/>
            </a:pPr>
            <a:r>
              <a:rPr lang="en-GB" altLang="en-US" sz="1600"/>
              <a:t>An electric field builds up to opposite the imbalance between ion and electron currents.</a:t>
            </a:r>
          </a:p>
          <a:p>
            <a:pPr lvl="1" eaLnBrk="1" hangingPunct="1">
              <a:spcBef>
                <a:spcPct val="50000"/>
              </a:spcBef>
              <a:buFont typeface="Times" panose="02020603050405020304" pitchFamily="18" charset="0"/>
              <a:buChar char="•"/>
            </a:pPr>
            <a:r>
              <a:rPr lang="en-GB" altLang="en-US" sz="1600"/>
              <a:t>Plasma bulk has a positive potential with respect to confining walls</a:t>
            </a:r>
            <a:endParaRPr lang="en-US" altLang="en-US" sz="1600"/>
          </a:p>
        </p:txBody>
      </p:sp>
      <p:pic>
        <p:nvPicPr>
          <p:cNvPr id="62475" name="Picture 11" descr="plasma0003">
            <a:extLst>
              <a:ext uri="{FF2B5EF4-FFF2-40B4-BE49-F238E27FC236}">
                <a16:creationId xmlns:a16="http://schemas.microsoft.com/office/drawing/2014/main" id="{DA755263-18D7-4892-09CF-705C5EE3DC9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1357" t="5734" b="41281"/>
          <a:stretch>
            <a:fillRect/>
          </a:stretch>
        </p:blipFill>
        <p:spPr bwMode="auto">
          <a:xfrm>
            <a:off x="2355850" y="4589463"/>
            <a:ext cx="17843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6" name="Picture 14" descr="plasma0004">
            <a:extLst>
              <a:ext uri="{FF2B5EF4-FFF2-40B4-BE49-F238E27FC236}">
                <a16:creationId xmlns:a16="http://schemas.microsoft.com/office/drawing/2014/main" id="{D817096E-582B-29B4-E8F9-286A45ECEB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b="43660"/>
          <a:stretch>
            <a:fillRect/>
          </a:stretch>
        </p:blipFill>
        <p:spPr bwMode="auto">
          <a:xfrm>
            <a:off x="6721475" y="4686300"/>
            <a:ext cx="184785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CEA6C3E-709D-663B-D534-E02A6BEA609D}"/>
              </a:ext>
            </a:extLst>
          </p:cNvPr>
          <p:cNvSpPr txBox="1"/>
          <p:nvPr/>
        </p:nvSpPr>
        <p:spPr>
          <a:xfrm>
            <a:off x="4725989" y="2125663"/>
            <a:ext cx="346075" cy="252412"/>
          </a:xfrm>
          <a:prstGeom prst="rect">
            <a:avLst/>
          </a:prstGeom>
          <a:solidFill>
            <a:schemeClr val="bg1"/>
          </a:solidFill>
        </p:spPr>
        <p:txBody>
          <a:bodyPr>
            <a:spAutoFit/>
          </a:bodyPr>
          <a:lstStyle/>
          <a:p>
            <a:pPr eaLnBrk="1" hangingPunct="1">
              <a:lnSpc>
                <a:spcPct val="95000"/>
              </a:lnSpc>
              <a:spcBef>
                <a:spcPct val="35000"/>
              </a:spcBef>
              <a:buClr>
                <a:schemeClr val="tx2"/>
              </a:buClr>
              <a:buFont typeface="Times" panose="02020603050405020304" pitchFamily="18" charset="0"/>
              <a:buNone/>
              <a:defRPr/>
            </a:pPr>
            <a:r>
              <a:rPr lang="en-US" sz="1050" dirty="0"/>
              <a:t>&gt;&gt;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Slide Number Placeholder 3">
            <a:extLst>
              <a:ext uri="{FF2B5EF4-FFF2-40B4-BE49-F238E27FC236}">
                <a16:creationId xmlns:a16="http://schemas.microsoft.com/office/drawing/2014/main" id="{2DB919BB-AFB5-56DF-43EC-4753FC315DB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1331F9B-C538-4F51-8F8D-75242D2656A2}" type="slidenum">
              <a:rPr lang="en-US" altLang="en-US" sz="800"/>
              <a:pPr>
                <a:lnSpc>
                  <a:spcPct val="100000"/>
                </a:lnSpc>
                <a:spcBef>
                  <a:spcPct val="0"/>
                </a:spcBef>
                <a:buClr>
                  <a:srgbClr val="F68933"/>
                </a:buClr>
                <a:buFontTx/>
                <a:buNone/>
              </a:pPr>
              <a:t>24</a:t>
            </a:fld>
            <a:endParaRPr lang="en-US" altLang="en-US" sz="800"/>
          </a:p>
        </p:txBody>
      </p:sp>
      <p:sp>
        <p:nvSpPr>
          <p:cNvPr id="64515" name="Rectangle 2">
            <a:extLst>
              <a:ext uri="{FF2B5EF4-FFF2-40B4-BE49-F238E27FC236}">
                <a16:creationId xmlns:a16="http://schemas.microsoft.com/office/drawing/2014/main" id="{EA5CC2D1-B523-33A8-1547-6A9939F923E7}"/>
              </a:ext>
            </a:extLst>
          </p:cNvPr>
          <p:cNvSpPr>
            <a:spLocks noGrp="1" noChangeArrowheads="1"/>
          </p:cNvSpPr>
          <p:nvPr>
            <p:ph type="title"/>
          </p:nvPr>
        </p:nvSpPr>
        <p:spPr/>
        <p:txBody>
          <a:bodyPr/>
          <a:lstStyle/>
          <a:p>
            <a:pPr eaLnBrk="1" hangingPunct="1"/>
            <a:r>
              <a:rPr lang="en-GB" altLang="en-US"/>
              <a:t> Boltzmann’s relation and Debye length</a:t>
            </a:r>
            <a:endParaRPr lang="en-US" altLang="en-US"/>
          </a:p>
        </p:txBody>
      </p:sp>
      <p:sp>
        <p:nvSpPr>
          <p:cNvPr id="64516" name="Text Box 11">
            <a:extLst>
              <a:ext uri="{FF2B5EF4-FFF2-40B4-BE49-F238E27FC236}">
                <a16:creationId xmlns:a16="http://schemas.microsoft.com/office/drawing/2014/main" id="{2EF17CEF-AA6E-1EDA-A8B1-EC0E042513EC}"/>
              </a:ext>
            </a:extLst>
          </p:cNvPr>
          <p:cNvSpPr txBox="1">
            <a:spLocks noChangeArrowheads="1"/>
          </p:cNvSpPr>
          <p:nvPr/>
        </p:nvSpPr>
        <p:spPr bwMode="auto">
          <a:xfrm>
            <a:off x="1697038" y="1331913"/>
            <a:ext cx="7821612" cy="88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Boltzmann’s relation describes the density of electrons in thermal equilibrium at varying positions in a plasma under the action of a spatially varying potential</a:t>
            </a:r>
            <a:endParaRPr lang="en-US" altLang="en-US" sz="1800"/>
          </a:p>
        </p:txBody>
      </p:sp>
      <p:graphicFrame>
        <p:nvGraphicFramePr>
          <p:cNvPr id="64517" name="Object 12">
            <a:extLst>
              <a:ext uri="{FF2B5EF4-FFF2-40B4-BE49-F238E27FC236}">
                <a16:creationId xmlns:a16="http://schemas.microsoft.com/office/drawing/2014/main" id="{2CC5C48F-2481-5D26-9B49-D4D82572C1AE}"/>
              </a:ext>
            </a:extLst>
          </p:cNvPr>
          <p:cNvGraphicFramePr>
            <a:graphicFrameLocks noChangeAspect="1"/>
          </p:cNvGraphicFramePr>
          <p:nvPr/>
        </p:nvGraphicFramePr>
        <p:xfrm>
          <a:off x="2062163" y="2322514"/>
          <a:ext cx="1638300" cy="777875"/>
        </p:xfrm>
        <a:graphic>
          <a:graphicData uri="http://schemas.openxmlformats.org/presentationml/2006/ole">
            <mc:AlternateContent xmlns:mc="http://schemas.openxmlformats.org/markup-compatibility/2006">
              <mc:Choice xmlns:v="urn:schemas-microsoft-com:vml" Requires="v">
                <p:oleObj name="Equation" r:id="rId3" imgW="1016000" imgH="482600" progId="Equation.DSMT4">
                  <p:embed/>
                </p:oleObj>
              </mc:Choice>
              <mc:Fallback>
                <p:oleObj name="Equation" r:id="rId3" imgW="1016000" imgH="482600" progId="Equation.DSMT4">
                  <p:embed/>
                  <p:pic>
                    <p:nvPicPr>
                      <p:cNvPr id="64517" name="Object 12">
                        <a:extLst>
                          <a:ext uri="{FF2B5EF4-FFF2-40B4-BE49-F238E27FC236}">
                            <a16:creationId xmlns:a16="http://schemas.microsoft.com/office/drawing/2014/main" id="{2CC5C48F-2481-5D26-9B49-D4D82572C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2163" y="2322514"/>
                        <a:ext cx="1638300" cy="77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4518" name="Text Box 13">
            <a:extLst>
              <a:ext uri="{FF2B5EF4-FFF2-40B4-BE49-F238E27FC236}">
                <a16:creationId xmlns:a16="http://schemas.microsoft.com/office/drawing/2014/main" id="{02CE282F-B35F-7FF6-AB72-AE52161B2C20}"/>
              </a:ext>
            </a:extLst>
          </p:cNvPr>
          <p:cNvSpPr txBox="1">
            <a:spLocks noChangeArrowheads="1"/>
          </p:cNvSpPr>
          <p:nvPr/>
        </p:nvSpPr>
        <p:spPr bwMode="auto">
          <a:xfrm>
            <a:off x="4283075" y="2319338"/>
            <a:ext cx="4948238" cy="88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Where: n</a:t>
            </a:r>
            <a:r>
              <a:rPr lang="en-GB" altLang="en-US" sz="1800" baseline="-25000"/>
              <a:t>e</a:t>
            </a:r>
            <a:r>
              <a:rPr lang="en-GB" altLang="en-US" sz="1800"/>
              <a:t> is the electron density, </a:t>
            </a:r>
            <a:r>
              <a:rPr lang="en-GB" altLang="en-US" sz="1800">
                <a:latin typeface="Symbol" panose="05050102010706020507" pitchFamily="18" charset="2"/>
              </a:rPr>
              <a:t>F</a:t>
            </a:r>
            <a:r>
              <a:rPr lang="en-GB" altLang="en-US" sz="1800"/>
              <a:t> is the potential and T</a:t>
            </a:r>
            <a:r>
              <a:rPr lang="en-GB" altLang="en-US" sz="1800" baseline="-25000"/>
              <a:t>e</a:t>
            </a:r>
            <a:r>
              <a:rPr lang="en-GB" altLang="en-US" sz="1800"/>
              <a:t> is the electron temperature, expressed in V.</a:t>
            </a:r>
            <a:endParaRPr lang="en-US" altLang="en-US" sz="1800"/>
          </a:p>
        </p:txBody>
      </p:sp>
      <p:sp>
        <p:nvSpPr>
          <p:cNvPr id="64519" name="Text Box 14">
            <a:extLst>
              <a:ext uri="{FF2B5EF4-FFF2-40B4-BE49-F238E27FC236}">
                <a16:creationId xmlns:a16="http://schemas.microsoft.com/office/drawing/2014/main" id="{48BB5BC2-B468-E50B-FD72-32AC3EB0702C}"/>
              </a:ext>
            </a:extLst>
          </p:cNvPr>
          <p:cNvSpPr txBox="1">
            <a:spLocks noChangeArrowheads="1"/>
          </p:cNvSpPr>
          <p:nvPr/>
        </p:nvSpPr>
        <p:spPr bwMode="auto">
          <a:xfrm>
            <a:off x="1931989" y="3403600"/>
            <a:ext cx="8391525"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Debye length is the typical length of scale in plasmas.</a:t>
            </a:r>
          </a:p>
          <a:p>
            <a:pPr eaLnBrk="1" hangingPunct="1">
              <a:spcBef>
                <a:spcPct val="50000"/>
              </a:spcBef>
              <a:buFont typeface="Times" panose="02020603050405020304" pitchFamily="18" charset="0"/>
              <a:buNone/>
            </a:pPr>
            <a:r>
              <a:rPr lang="en-GB" altLang="en-US" sz="1800"/>
              <a:t>It could be defined as the distance over which significant charge densities can spontaneously exist. Plasmas remain neutral on distances larger than </a:t>
            </a:r>
            <a:r>
              <a:rPr lang="en-GB" altLang="en-US" sz="1800">
                <a:latin typeface="Symbol" panose="05050102010706020507" pitchFamily="18" charset="2"/>
              </a:rPr>
              <a:t>l</a:t>
            </a:r>
            <a:r>
              <a:rPr lang="en-GB" altLang="en-US" sz="1800" baseline="-25000"/>
              <a:t>De</a:t>
            </a:r>
            <a:endParaRPr lang="en-US" altLang="en-US" sz="1800"/>
          </a:p>
        </p:txBody>
      </p:sp>
      <p:graphicFrame>
        <p:nvGraphicFramePr>
          <p:cNvPr id="64520" name="Object 15">
            <a:extLst>
              <a:ext uri="{FF2B5EF4-FFF2-40B4-BE49-F238E27FC236}">
                <a16:creationId xmlns:a16="http://schemas.microsoft.com/office/drawing/2014/main" id="{CBCA91BE-0EE9-2214-A2B2-3CF1225D5B1F}"/>
              </a:ext>
            </a:extLst>
          </p:cNvPr>
          <p:cNvGraphicFramePr>
            <a:graphicFrameLocks noChangeAspect="1"/>
          </p:cNvGraphicFramePr>
          <p:nvPr/>
        </p:nvGraphicFramePr>
        <p:xfrm>
          <a:off x="3549650" y="5049838"/>
          <a:ext cx="3621088" cy="1217612"/>
        </p:xfrm>
        <a:graphic>
          <a:graphicData uri="http://schemas.openxmlformats.org/presentationml/2006/ole">
            <mc:AlternateContent xmlns:mc="http://schemas.openxmlformats.org/markup-compatibility/2006">
              <mc:Choice xmlns:v="urn:schemas-microsoft-com:vml" Requires="v">
                <p:oleObj name="Equation" r:id="rId5" imgW="1435100" imgH="482600" progId="Equation.DSMT4">
                  <p:embed/>
                </p:oleObj>
              </mc:Choice>
              <mc:Fallback>
                <p:oleObj name="Equation" r:id="rId5" imgW="1435100" imgH="482600" progId="Equation.DSMT4">
                  <p:embed/>
                  <p:pic>
                    <p:nvPicPr>
                      <p:cNvPr id="64520" name="Object 15">
                        <a:extLst>
                          <a:ext uri="{FF2B5EF4-FFF2-40B4-BE49-F238E27FC236}">
                            <a16:creationId xmlns:a16="http://schemas.microsoft.com/office/drawing/2014/main" id="{CBCA91BE-0EE9-2214-A2B2-3CF1225D5B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9650" y="5049838"/>
                        <a:ext cx="3621088" cy="1217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6562" name="Slide Number Placeholder 3">
            <a:extLst>
              <a:ext uri="{FF2B5EF4-FFF2-40B4-BE49-F238E27FC236}">
                <a16:creationId xmlns:a16="http://schemas.microsoft.com/office/drawing/2014/main" id="{79FEF2E5-C90B-8010-7273-F6FF6112CD6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89250608-D900-4785-99E7-64CFDA4616B0}" type="slidenum">
              <a:rPr lang="en-US" altLang="en-US" sz="800"/>
              <a:pPr>
                <a:lnSpc>
                  <a:spcPct val="100000"/>
                </a:lnSpc>
                <a:spcBef>
                  <a:spcPct val="0"/>
                </a:spcBef>
                <a:buClr>
                  <a:srgbClr val="F68933"/>
                </a:buClr>
                <a:buFontTx/>
                <a:buNone/>
              </a:pPr>
              <a:t>25</a:t>
            </a:fld>
            <a:endParaRPr lang="en-US" altLang="en-US" sz="800"/>
          </a:p>
        </p:txBody>
      </p:sp>
      <p:sp>
        <p:nvSpPr>
          <p:cNvPr id="66563" name="Rectangle 2">
            <a:extLst>
              <a:ext uri="{FF2B5EF4-FFF2-40B4-BE49-F238E27FC236}">
                <a16:creationId xmlns:a16="http://schemas.microsoft.com/office/drawing/2014/main" id="{BF115C55-A8EF-76A7-DDF5-94211EDCADD7}"/>
              </a:ext>
            </a:extLst>
          </p:cNvPr>
          <p:cNvSpPr>
            <a:spLocks noGrp="1" noChangeArrowheads="1"/>
          </p:cNvSpPr>
          <p:nvPr>
            <p:ph type="title"/>
          </p:nvPr>
        </p:nvSpPr>
        <p:spPr/>
        <p:txBody>
          <a:bodyPr/>
          <a:lstStyle/>
          <a:p>
            <a:pPr eaLnBrk="1" hangingPunct="1"/>
            <a:r>
              <a:rPr lang="en-GB" altLang="en-US"/>
              <a:t>Debye Length calculation (optional)</a:t>
            </a:r>
            <a:endParaRPr lang="en-US" altLang="en-US"/>
          </a:p>
        </p:txBody>
      </p:sp>
      <p:sp>
        <p:nvSpPr>
          <p:cNvPr id="66564" name="Text Box 4">
            <a:extLst>
              <a:ext uri="{FF2B5EF4-FFF2-40B4-BE49-F238E27FC236}">
                <a16:creationId xmlns:a16="http://schemas.microsoft.com/office/drawing/2014/main" id="{439A1EC9-4037-4BCA-D4C2-1EDB5A469442}"/>
              </a:ext>
            </a:extLst>
          </p:cNvPr>
          <p:cNvSpPr txBox="1">
            <a:spLocks noChangeArrowheads="1"/>
          </p:cNvSpPr>
          <p:nvPr/>
        </p:nvSpPr>
        <p:spPr bwMode="auto">
          <a:xfrm>
            <a:off x="2062163" y="1158875"/>
            <a:ext cx="74295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Introduce a negative charge sheet in a plasma with n</a:t>
            </a:r>
            <a:r>
              <a:rPr lang="en-GB" altLang="en-US" sz="1800" baseline="-25000"/>
              <a:t>e</a:t>
            </a:r>
            <a:r>
              <a:rPr lang="en-GB" altLang="en-US" sz="1800"/>
              <a:t>=n</a:t>
            </a:r>
            <a:r>
              <a:rPr lang="en-GB" altLang="en-US" sz="1800" baseline="-25000"/>
              <a:t>i</a:t>
            </a:r>
            <a:r>
              <a:rPr lang="en-GB" altLang="en-US" sz="1800"/>
              <a:t>=n</a:t>
            </a:r>
            <a:r>
              <a:rPr lang="en-GB" altLang="en-US" sz="1800" baseline="-25000"/>
              <a:t>0</a:t>
            </a:r>
          </a:p>
          <a:p>
            <a:pPr eaLnBrk="1" hangingPunct="1">
              <a:spcBef>
                <a:spcPct val="50000"/>
              </a:spcBef>
              <a:buFont typeface="Times" panose="02020603050405020304" pitchFamily="18" charset="0"/>
              <a:buNone/>
            </a:pPr>
            <a:r>
              <a:rPr lang="en-GB" altLang="en-US" sz="1800"/>
              <a:t>Assume immobile ions after sheet introduction (n</a:t>
            </a:r>
            <a:r>
              <a:rPr lang="en-GB" altLang="en-US" sz="1800" baseline="-25000"/>
              <a:t>i</a:t>
            </a:r>
            <a:r>
              <a:rPr lang="en-GB" altLang="en-US" sz="1800"/>
              <a:t> stays =n</a:t>
            </a:r>
            <a:r>
              <a:rPr lang="en-GB" altLang="en-US" sz="1800" baseline="-25000"/>
              <a:t>0</a:t>
            </a:r>
            <a:r>
              <a:rPr lang="en-GB" altLang="en-US" sz="1800"/>
              <a:t>)</a:t>
            </a:r>
          </a:p>
          <a:p>
            <a:pPr eaLnBrk="1" hangingPunct="1">
              <a:spcBef>
                <a:spcPct val="50000"/>
              </a:spcBef>
              <a:buFont typeface="Times" panose="02020603050405020304" pitchFamily="18" charset="0"/>
              <a:buNone/>
            </a:pPr>
            <a:r>
              <a:rPr lang="en-GB" altLang="en-US" sz="1800"/>
              <a:t>Negative charge sheet repels electrons. We can write Poisson’s equation as follows</a:t>
            </a:r>
            <a:endParaRPr lang="en-US" altLang="en-US" sz="1800"/>
          </a:p>
        </p:txBody>
      </p:sp>
      <p:graphicFrame>
        <p:nvGraphicFramePr>
          <p:cNvPr id="66565" name="Object 5">
            <a:extLst>
              <a:ext uri="{FF2B5EF4-FFF2-40B4-BE49-F238E27FC236}">
                <a16:creationId xmlns:a16="http://schemas.microsoft.com/office/drawing/2014/main" id="{993AA01B-87CD-965F-24A7-1624B99EBCE5}"/>
              </a:ext>
            </a:extLst>
          </p:cNvPr>
          <p:cNvGraphicFramePr>
            <a:graphicFrameLocks noChangeAspect="1"/>
          </p:cNvGraphicFramePr>
          <p:nvPr/>
        </p:nvGraphicFramePr>
        <p:xfrm>
          <a:off x="2276475" y="2789238"/>
          <a:ext cx="2806700" cy="2857500"/>
        </p:xfrm>
        <a:graphic>
          <a:graphicData uri="http://schemas.openxmlformats.org/presentationml/2006/ole">
            <mc:AlternateContent xmlns:mc="http://schemas.openxmlformats.org/markup-compatibility/2006">
              <mc:Choice xmlns:v="urn:schemas-microsoft-com:vml" Requires="v">
                <p:oleObj name="Equation" r:id="rId3" imgW="2120900" imgH="2159000" progId="Equation.DSMT4">
                  <p:embed/>
                </p:oleObj>
              </mc:Choice>
              <mc:Fallback>
                <p:oleObj name="Equation" r:id="rId3" imgW="2120900" imgH="2159000" progId="Equation.DSMT4">
                  <p:embed/>
                  <p:pic>
                    <p:nvPicPr>
                      <p:cNvPr id="66565" name="Object 5">
                        <a:extLst>
                          <a:ext uri="{FF2B5EF4-FFF2-40B4-BE49-F238E27FC236}">
                            <a16:creationId xmlns:a16="http://schemas.microsoft.com/office/drawing/2014/main" id="{993AA01B-87CD-965F-24A7-1624B99EBC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6475" y="2789238"/>
                        <a:ext cx="2806700"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6566" name="Object 6">
            <a:extLst>
              <a:ext uri="{FF2B5EF4-FFF2-40B4-BE49-F238E27FC236}">
                <a16:creationId xmlns:a16="http://schemas.microsoft.com/office/drawing/2014/main" id="{5D5FDDC6-47EE-0D69-AB14-F0D2F2A898EE}"/>
              </a:ext>
            </a:extLst>
          </p:cNvPr>
          <p:cNvGraphicFramePr>
            <a:graphicFrameLocks noChangeAspect="1"/>
          </p:cNvGraphicFramePr>
          <p:nvPr/>
        </p:nvGraphicFramePr>
        <p:xfrm>
          <a:off x="2759075" y="5651500"/>
          <a:ext cx="1295400" cy="795338"/>
        </p:xfrm>
        <a:graphic>
          <a:graphicData uri="http://schemas.openxmlformats.org/presentationml/2006/ole">
            <mc:AlternateContent xmlns:mc="http://schemas.openxmlformats.org/markup-compatibility/2006">
              <mc:Choice xmlns:v="urn:schemas-microsoft-com:vml" Requires="v">
                <p:oleObj name="Equation" r:id="rId5" imgW="787058" imgH="482391" progId="Equation.DSMT4">
                  <p:embed/>
                </p:oleObj>
              </mc:Choice>
              <mc:Fallback>
                <p:oleObj name="Equation" r:id="rId5" imgW="787058" imgH="482391" progId="Equation.DSMT4">
                  <p:embed/>
                  <p:pic>
                    <p:nvPicPr>
                      <p:cNvPr id="66566" name="Object 6">
                        <a:extLst>
                          <a:ext uri="{FF2B5EF4-FFF2-40B4-BE49-F238E27FC236}">
                            <a16:creationId xmlns:a16="http://schemas.microsoft.com/office/drawing/2014/main" id="{5D5FDDC6-47EE-0D69-AB14-F0D2F2A898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9075" y="5651500"/>
                        <a:ext cx="1295400" cy="795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567" name="Text Box 7">
            <a:extLst>
              <a:ext uri="{FF2B5EF4-FFF2-40B4-BE49-F238E27FC236}">
                <a16:creationId xmlns:a16="http://schemas.microsoft.com/office/drawing/2014/main" id="{81848D04-A2B3-6962-0578-5A0756ADDBA4}"/>
              </a:ext>
            </a:extLst>
          </p:cNvPr>
          <p:cNvSpPr txBox="1">
            <a:spLocks noChangeArrowheads="1"/>
          </p:cNvSpPr>
          <p:nvPr/>
        </p:nvSpPr>
        <p:spPr bwMode="auto">
          <a:xfrm>
            <a:off x="6127750" y="3076575"/>
            <a:ext cx="3576638" cy="2743200"/>
          </a:xfrm>
          <a:prstGeom prst="rect">
            <a:avLst/>
          </a:prstGeom>
          <a:solidFill>
            <a:schemeClr val="accent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Figura 2.5 Lieberman pg. 41</a:t>
            </a:r>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endParaRPr lang="en-GB" altLang="en-US" sz="1800"/>
          </a:p>
          <a:p>
            <a:pPr eaLnBrk="1" hangingPunct="1">
              <a:spcBef>
                <a:spcPct val="50000"/>
              </a:spcBef>
              <a:buFont typeface="Times" panose="02020603050405020304" pitchFamily="18" charset="0"/>
              <a:buNone/>
            </a:pPr>
            <a:endParaRPr lang="en-US" altLang="en-US" sz="1800"/>
          </a:p>
        </p:txBody>
      </p:sp>
      <p:pic>
        <p:nvPicPr>
          <p:cNvPr id="66568" name="Picture 9" descr="plasma0005">
            <a:extLst>
              <a:ext uri="{FF2B5EF4-FFF2-40B4-BE49-F238E27FC236}">
                <a16:creationId xmlns:a16="http://schemas.microsoft.com/office/drawing/2014/main" id="{4C9B717F-B74B-2D13-BC74-4C26FA5D9C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27750" y="2894014"/>
            <a:ext cx="3678238" cy="325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Slide Number Placeholder 3">
            <a:extLst>
              <a:ext uri="{FF2B5EF4-FFF2-40B4-BE49-F238E27FC236}">
                <a16:creationId xmlns:a16="http://schemas.microsoft.com/office/drawing/2014/main" id="{7FBA3EBB-1CE1-6C4D-1BD0-2CE62F98070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B7A738D9-998F-42B7-8FD8-A2AD3DCC97FA}" type="slidenum">
              <a:rPr lang="en-US" altLang="en-US" sz="800"/>
              <a:pPr>
                <a:lnSpc>
                  <a:spcPct val="100000"/>
                </a:lnSpc>
                <a:spcBef>
                  <a:spcPct val="0"/>
                </a:spcBef>
                <a:buClr>
                  <a:srgbClr val="F68933"/>
                </a:buClr>
                <a:buFontTx/>
                <a:buNone/>
              </a:pPr>
              <a:t>26</a:t>
            </a:fld>
            <a:endParaRPr lang="en-US" altLang="en-US" sz="800"/>
          </a:p>
        </p:txBody>
      </p:sp>
      <p:sp>
        <p:nvSpPr>
          <p:cNvPr id="68611" name="Rectangle 2">
            <a:extLst>
              <a:ext uri="{FF2B5EF4-FFF2-40B4-BE49-F238E27FC236}">
                <a16:creationId xmlns:a16="http://schemas.microsoft.com/office/drawing/2014/main" id="{5C0F3870-74A4-18A1-C3C0-E3442EA84F1F}"/>
              </a:ext>
            </a:extLst>
          </p:cNvPr>
          <p:cNvSpPr>
            <a:spLocks noGrp="1" noChangeArrowheads="1"/>
          </p:cNvSpPr>
          <p:nvPr>
            <p:ph type="title"/>
          </p:nvPr>
        </p:nvSpPr>
        <p:spPr/>
        <p:txBody>
          <a:bodyPr/>
          <a:lstStyle/>
          <a:p>
            <a:pPr eaLnBrk="1" hangingPunct="1"/>
            <a:r>
              <a:rPr lang="en-GB" altLang="en-US"/>
              <a:t>Sheath and pre-sheath </a:t>
            </a:r>
            <a:endParaRPr lang="en-US" altLang="en-US"/>
          </a:p>
        </p:txBody>
      </p:sp>
      <p:sp>
        <p:nvSpPr>
          <p:cNvPr id="68612" name="Rectangle 3">
            <a:extLst>
              <a:ext uri="{FF2B5EF4-FFF2-40B4-BE49-F238E27FC236}">
                <a16:creationId xmlns:a16="http://schemas.microsoft.com/office/drawing/2014/main" id="{59D29020-BC03-81F6-A95E-F3CF1AD0DBF0}"/>
              </a:ext>
            </a:extLst>
          </p:cNvPr>
          <p:cNvSpPr>
            <a:spLocks noGrp="1" noChangeArrowheads="1"/>
          </p:cNvSpPr>
          <p:nvPr>
            <p:ph type="body" idx="1"/>
          </p:nvPr>
        </p:nvSpPr>
        <p:spPr>
          <a:xfrm>
            <a:off x="1925639" y="1158875"/>
            <a:ext cx="8402637" cy="4114800"/>
          </a:xfrm>
        </p:spPr>
        <p:txBody>
          <a:bodyPr/>
          <a:lstStyle/>
          <a:p>
            <a:pPr eaLnBrk="1" hangingPunct="1"/>
            <a:r>
              <a:rPr lang="en-GB" altLang="en-US"/>
              <a:t>It can be demonstrated that ions enter the sheath with a velocity, called Bohm velocity that is</a:t>
            </a:r>
          </a:p>
          <a:p>
            <a:pPr eaLnBrk="1" hangingPunct="1">
              <a:buFont typeface="Times" panose="02020603050405020304" pitchFamily="18" charset="0"/>
              <a:buNone/>
            </a:pPr>
            <a:endParaRPr lang="en-GB" altLang="en-US"/>
          </a:p>
          <a:p>
            <a:pPr eaLnBrk="1" hangingPunct="1">
              <a:buFont typeface="Times" panose="02020603050405020304" pitchFamily="18" charset="0"/>
              <a:buNone/>
            </a:pPr>
            <a:endParaRPr lang="en-GB" altLang="en-US"/>
          </a:p>
          <a:p>
            <a:pPr eaLnBrk="1" hangingPunct="1">
              <a:buFont typeface="Times" panose="02020603050405020304" pitchFamily="18" charset="0"/>
              <a:buNone/>
            </a:pPr>
            <a:endParaRPr lang="en-GB" altLang="en-US"/>
          </a:p>
          <a:p>
            <a:pPr eaLnBrk="1" hangingPunct="1">
              <a:buFont typeface="Times" panose="02020603050405020304" pitchFamily="18" charset="0"/>
              <a:buNone/>
            </a:pPr>
            <a:r>
              <a:rPr lang="en-GB" altLang="en-US"/>
              <a:t>This implies that  a pre-sheath exists where n</a:t>
            </a:r>
            <a:r>
              <a:rPr lang="en-GB" altLang="en-US" baseline="-25000"/>
              <a:t>e</a:t>
            </a:r>
            <a:r>
              <a:rPr lang="en-GB" altLang="en-US"/>
              <a:t> still equals n</a:t>
            </a:r>
            <a:r>
              <a:rPr lang="en-GB" altLang="en-US" baseline="-25000"/>
              <a:t>i</a:t>
            </a:r>
            <a:r>
              <a:rPr lang="en-GB" altLang="en-US"/>
              <a:t>, but a small electric field already exist.  </a:t>
            </a:r>
            <a:endParaRPr lang="en-US" altLang="en-US"/>
          </a:p>
        </p:txBody>
      </p:sp>
      <p:graphicFrame>
        <p:nvGraphicFramePr>
          <p:cNvPr id="68613" name="Object 4">
            <a:extLst>
              <a:ext uri="{FF2B5EF4-FFF2-40B4-BE49-F238E27FC236}">
                <a16:creationId xmlns:a16="http://schemas.microsoft.com/office/drawing/2014/main" id="{5ED99DDA-4402-9D2B-966F-9AD45B5D00C9}"/>
              </a:ext>
            </a:extLst>
          </p:cNvPr>
          <p:cNvGraphicFramePr>
            <a:graphicFrameLocks noChangeAspect="1"/>
          </p:cNvGraphicFramePr>
          <p:nvPr/>
        </p:nvGraphicFramePr>
        <p:xfrm>
          <a:off x="4618038" y="1958975"/>
          <a:ext cx="1778000" cy="1176338"/>
        </p:xfrm>
        <a:graphic>
          <a:graphicData uri="http://schemas.openxmlformats.org/presentationml/2006/ole">
            <mc:AlternateContent xmlns:mc="http://schemas.openxmlformats.org/markup-compatibility/2006">
              <mc:Choice xmlns:v="urn:schemas-microsoft-com:vml" Requires="v">
                <p:oleObj name="Equation" r:id="rId3" imgW="787400" imgH="520700" progId="Equation.DSMT4">
                  <p:embed/>
                </p:oleObj>
              </mc:Choice>
              <mc:Fallback>
                <p:oleObj name="Equation" r:id="rId3" imgW="787400" imgH="520700" progId="Equation.DSMT4">
                  <p:embed/>
                  <p:pic>
                    <p:nvPicPr>
                      <p:cNvPr id="68613" name="Object 4">
                        <a:extLst>
                          <a:ext uri="{FF2B5EF4-FFF2-40B4-BE49-F238E27FC236}">
                            <a16:creationId xmlns:a16="http://schemas.microsoft.com/office/drawing/2014/main" id="{5ED99DDA-4402-9D2B-966F-9AD45B5D00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18038" y="1958975"/>
                        <a:ext cx="1778000" cy="1176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rgbClr val="646464"/>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8614" name="Picture 7" descr="plasma0006">
            <a:extLst>
              <a:ext uri="{FF2B5EF4-FFF2-40B4-BE49-F238E27FC236}">
                <a16:creationId xmlns:a16="http://schemas.microsoft.com/office/drawing/2014/main" id="{14709D48-DC76-5E82-0C0D-AB727A1227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b="45647"/>
          <a:stretch>
            <a:fillRect/>
          </a:stretch>
        </p:blipFill>
        <p:spPr bwMode="auto">
          <a:xfrm>
            <a:off x="2006600" y="4283076"/>
            <a:ext cx="3913188" cy="2005013"/>
          </a:xfrm>
          <a:prstGeom prst="rect">
            <a:avLst/>
          </a:prstGeom>
          <a:noFill/>
          <a:ln w="9525">
            <a:solidFill>
              <a:srgbClr val="FF7F00"/>
            </a:solidFill>
            <a:miter lim="800000"/>
            <a:headEnd/>
            <a:tailEnd/>
          </a:ln>
          <a:extLst>
            <a:ext uri="{909E8E84-426E-40DD-AFC4-6F175D3DCCD1}">
              <a14:hiddenFill xmlns:a14="http://schemas.microsoft.com/office/drawing/2010/main">
                <a:solidFill>
                  <a:srgbClr val="FFFFFF"/>
                </a:solidFill>
              </a14:hiddenFill>
            </a:ext>
          </a:extLst>
        </p:spPr>
      </p:pic>
      <p:pic>
        <p:nvPicPr>
          <p:cNvPr id="68615" name="Picture 8" descr="plasma0006">
            <a:extLst>
              <a:ext uri="{FF2B5EF4-FFF2-40B4-BE49-F238E27FC236}">
                <a16:creationId xmlns:a16="http://schemas.microsoft.com/office/drawing/2014/main" id="{DD3EFA9F-FEBD-B208-992A-D7D77A888B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42834"/>
          <a:stretch>
            <a:fillRect/>
          </a:stretch>
        </p:blipFill>
        <p:spPr bwMode="auto">
          <a:xfrm>
            <a:off x="6330951" y="4257675"/>
            <a:ext cx="3736975" cy="2014538"/>
          </a:xfrm>
          <a:prstGeom prst="rect">
            <a:avLst/>
          </a:prstGeom>
          <a:noFill/>
          <a:ln w="9525">
            <a:solidFill>
              <a:srgbClr val="FF7F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Slide Number Placeholder 3">
            <a:extLst>
              <a:ext uri="{FF2B5EF4-FFF2-40B4-BE49-F238E27FC236}">
                <a16:creationId xmlns:a16="http://schemas.microsoft.com/office/drawing/2014/main" id="{FEE5AAAC-9FC6-61D1-97D8-EB76DB4058C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760B779F-0161-4B86-B6F2-D23FB26F748E}" type="slidenum">
              <a:rPr lang="en-US" altLang="en-US" sz="800"/>
              <a:pPr>
                <a:lnSpc>
                  <a:spcPct val="100000"/>
                </a:lnSpc>
                <a:spcBef>
                  <a:spcPct val="0"/>
                </a:spcBef>
                <a:buClr>
                  <a:srgbClr val="F68933"/>
                </a:buClr>
                <a:buFontTx/>
                <a:buNone/>
              </a:pPr>
              <a:t>27</a:t>
            </a:fld>
            <a:endParaRPr lang="en-US" altLang="en-US" sz="800"/>
          </a:p>
        </p:txBody>
      </p:sp>
      <p:sp>
        <p:nvSpPr>
          <p:cNvPr id="70659" name="Rectangle 2">
            <a:extLst>
              <a:ext uri="{FF2B5EF4-FFF2-40B4-BE49-F238E27FC236}">
                <a16:creationId xmlns:a16="http://schemas.microsoft.com/office/drawing/2014/main" id="{43E27B3B-8B5B-25F9-F08B-DA3DA79D0BA0}"/>
              </a:ext>
            </a:extLst>
          </p:cNvPr>
          <p:cNvSpPr>
            <a:spLocks noGrp="1" noChangeArrowheads="1"/>
          </p:cNvSpPr>
          <p:nvPr>
            <p:ph type="title"/>
          </p:nvPr>
        </p:nvSpPr>
        <p:spPr/>
        <p:txBody>
          <a:bodyPr/>
          <a:lstStyle/>
          <a:p>
            <a:pPr eaLnBrk="1" hangingPunct="1"/>
            <a:r>
              <a:rPr lang="en-GB" altLang="en-US"/>
              <a:t>High voltage DC sheath: matrix sheath</a:t>
            </a:r>
            <a:endParaRPr lang="en-US" altLang="en-US"/>
          </a:p>
        </p:txBody>
      </p:sp>
      <p:sp>
        <p:nvSpPr>
          <p:cNvPr id="70660" name="Text Box 4">
            <a:extLst>
              <a:ext uri="{FF2B5EF4-FFF2-40B4-BE49-F238E27FC236}">
                <a16:creationId xmlns:a16="http://schemas.microsoft.com/office/drawing/2014/main" id="{C899D635-1B08-FF8E-318E-3E5C899570DA}"/>
              </a:ext>
            </a:extLst>
          </p:cNvPr>
          <p:cNvSpPr txBox="1">
            <a:spLocks noChangeArrowheads="1"/>
          </p:cNvSpPr>
          <p:nvPr/>
        </p:nvSpPr>
        <p:spPr bwMode="auto">
          <a:xfrm>
            <a:off x="1933575" y="1500189"/>
            <a:ext cx="7983538"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t>If one of the plasma walls is driven to V</a:t>
            </a:r>
            <a:r>
              <a:rPr lang="en-GB" altLang="en-US" sz="1800" baseline="-25000"/>
              <a:t>0</a:t>
            </a:r>
            <a:r>
              <a:rPr lang="en-GB" altLang="en-US" sz="1800"/>
              <a:t>&gt;&gt;T</a:t>
            </a:r>
            <a:r>
              <a:rPr lang="en-GB" altLang="en-US" sz="1800" baseline="-25000"/>
              <a:t>e</a:t>
            </a:r>
            <a:r>
              <a:rPr lang="en-GB" altLang="en-US" sz="1800"/>
              <a:t>, then electron density is basically zero in the sheath  (n</a:t>
            </a:r>
            <a:r>
              <a:rPr lang="en-GB" altLang="en-US" sz="1800" baseline="-25000"/>
              <a:t>e</a:t>
            </a:r>
            <a:r>
              <a:rPr lang="en-GB" altLang="en-US" sz="1800"/>
              <a:t>=n</a:t>
            </a:r>
            <a:r>
              <a:rPr lang="en-GB" altLang="en-US" sz="1800" baseline="-25000"/>
              <a:t>s</a:t>
            </a:r>
            <a:r>
              <a:rPr lang="en-GB" altLang="en-US" sz="1800"/>
              <a:t>exp(</a:t>
            </a:r>
            <a:r>
              <a:rPr lang="en-GB" altLang="en-US" sz="1800">
                <a:latin typeface="Symbol" panose="05050102010706020507" pitchFamily="18" charset="2"/>
              </a:rPr>
              <a:t>F</a:t>
            </a:r>
            <a:r>
              <a:rPr lang="en-GB" altLang="en-US" sz="1800"/>
              <a:t>/T</a:t>
            </a:r>
            <a:r>
              <a:rPr lang="en-GB" altLang="en-US" sz="1800" baseline="-25000"/>
              <a:t>e</a:t>
            </a:r>
            <a:r>
              <a:rPr lang="en-GB" altLang="en-US" sz="1800"/>
              <a:t>)</a:t>
            </a:r>
            <a:r>
              <a:rPr lang="en-GB" altLang="en-US" sz="1800">
                <a:sym typeface="Wingdings" panose="05000000000000000000" pitchFamily="2" charset="2"/>
              </a:rPr>
              <a:t>0) and only ions are present.</a:t>
            </a:r>
          </a:p>
          <a:p>
            <a:pPr eaLnBrk="1" hangingPunct="1">
              <a:spcBef>
                <a:spcPct val="50000"/>
              </a:spcBef>
            </a:pPr>
            <a:r>
              <a:rPr lang="en-GB" altLang="en-US" sz="1800">
                <a:sym typeface="Wingdings" panose="05000000000000000000" pitchFamily="2" charset="2"/>
              </a:rPr>
              <a:t>The simplest approach is letting n</a:t>
            </a:r>
            <a:r>
              <a:rPr lang="en-GB" altLang="en-US" sz="1800" baseline="-25000">
                <a:sym typeface="Wingdings" panose="05000000000000000000" pitchFamily="2" charset="2"/>
              </a:rPr>
              <a:t>i</a:t>
            </a:r>
            <a:r>
              <a:rPr lang="en-GB" altLang="en-US" sz="1800">
                <a:sym typeface="Wingdings" panose="05000000000000000000" pitchFamily="2" charset="2"/>
              </a:rPr>
              <a:t>=n</a:t>
            </a:r>
            <a:r>
              <a:rPr lang="en-GB" altLang="en-US" sz="1800" baseline="-25000">
                <a:sym typeface="Wingdings" panose="05000000000000000000" pitchFamily="2" charset="2"/>
              </a:rPr>
              <a:t>s</a:t>
            </a:r>
            <a:r>
              <a:rPr lang="en-GB" altLang="en-US" sz="1800">
                <a:sym typeface="Wingdings" panose="05000000000000000000" pitchFamily="2" charset="2"/>
              </a:rPr>
              <a:t>=const.</a:t>
            </a:r>
            <a:endParaRPr lang="en-US" altLang="en-US" sz="1800"/>
          </a:p>
        </p:txBody>
      </p:sp>
      <p:graphicFrame>
        <p:nvGraphicFramePr>
          <p:cNvPr id="70661" name="Object 5">
            <a:extLst>
              <a:ext uri="{FF2B5EF4-FFF2-40B4-BE49-F238E27FC236}">
                <a16:creationId xmlns:a16="http://schemas.microsoft.com/office/drawing/2014/main" id="{86393B4F-20C5-2756-17BE-B8B87595F626}"/>
              </a:ext>
            </a:extLst>
          </p:cNvPr>
          <p:cNvGraphicFramePr>
            <a:graphicFrameLocks noChangeAspect="1"/>
          </p:cNvGraphicFramePr>
          <p:nvPr/>
        </p:nvGraphicFramePr>
        <p:xfrm>
          <a:off x="2438400" y="2714625"/>
          <a:ext cx="4002088" cy="2889250"/>
        </p:xfrm>
        <a:graphic>
          <a:graphicData uri="http://schemas.openxmlformats.org/presentationml/2006/ole">
            <mc:AlternateContent xmlns:mc="http://schemas.openxmlformats.org/markup-compatibility/2006">
              <mc:Choice xmlns:v="urn:schemas-microsoft-com:vml" Requires="v">
                <p:oleObj name="Equation" r:id="rId3" imgW="2971800" imgH="2146300" progId="Equation.DSMT4">
                  <p:embed/>
                </p:oleObj>
              </mc:Choice>
              <mc:Fallback>
                <p:oleObj name="Equation" r:id="rId3" imgW="2971800" imgH="2146300" progId="Equation.DSMT4">
                  <p:embed/>
                  <p:pic>
                    <p:nvPicPr>
                      <p:cNvPr id="70661" name="Object 5">
                        <a:extLst>
                          <a:ext uri="{FF2B5EF4-FFF2-40B4-BE49-F238E27FC236}">
                            <a16:creationId xmlns:a16="http://schemas.microsoft.com/office/drawing/2014/main" id="{86393B4F-20C5-2756-17BE-B8B87595F6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714625"/>
                        <a:ext cx="4002088" cy="2889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662" name="Text Box 6">
            <a:extLst>
              <a:ext uri="{FF2B5EF4-FFF2-40B4-BE49-F238E27FC236}">
                <a16:creationId xmlns:a16="http://schemas.microsoft.com/office/drawing/2014/main" id="{065334E3-72BD-3218-6A5C-6BA21D82B42C}"/>
              </a:ext>
            </a:extLst>
          </p:cNvPr>
          <p:cNvSpPr txBox="1">
            <a:spLocks noChangeArrowheads="1"/>
          </p:cNvSpPr>
          <p:nvPr/>
        </p:nvSpPr>
        <p:spPr bwMode="auto">
          <a:xfrm>
            <a:off x="1965325" y="5764214"/>
            <a:ext cx="8440738" cy="625475"/>
          </a:xfrm>
          <a:prstGeom prst="rect">
            <a:avLst/>
          </a:prstGeom>
          <a:noFill/>
          <a:ln w="12700" algn="ctr">
            <a:solidFill>
              <a:srgbClr val="FF7F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This description is not consistent in steady state, since ion density decrease while ions are accelerating in the sheath potential.</a:t>
            </a:r>
            <a:endParaRPr lang="en-US" altLang="en-US" sz="180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Slide Number Placeholder 3">
            <a:extLst>
              <a:ext uri="{FF2B5EF4-FFF2-40B4-BE49-F238E27FC236}">
                <a16:creationId xmlns:a16="http://schemas.microsoft.com/office/drawing/2014/main" id="{F2356D8B-21B2-7848-7DF8-FE4CEEDC423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ED679CE-FD1F-48F0-A650-CC6C1FD4ECED}" type="slidenum">
              <a:rPr lang="en-US" altLang="en-US" sz="800"/>
              <a:pPr>
                <a:lnSpc>
                  <a:spcPct val="100000"/>
                </a:lnSpc>
                <a:spcBef>
                  <a:spcPct val="0"/>
                </a:spcBef>
                <a:buClr>
                  <a:srgbClr val="F68933"/>
                </a:buClr>
                <a:buFontTx/>
                <a:buNone/>
              </a:pPr>
              <a:t>28</a:t>
            </a:fld>
            <a:endParaRPr lang="en-US" altLang="en-US" sz="800"/>
          </a:p>
        </p:txBody>
      </p:sp>
      <p:sp>
        <p:nvSpPr>
          <p:cNvPr id="72707" name="Rectangle 2">
            <a:extLst>
              <a:ext uri="{FF2B5EF4-FFF2-40B4-BE49-F238E27FC236}">
                <a16:creationId xmlns:a16="http://schemas.microsoft.com/office/drawing/2014/main" id="{2853ACE7-D8FD-C329-33DA-A7DAD94ADF71}"/>
              </a:ext>
            </a:extLst>
          </p:cNvPr>
          <p:cNvSpPr>
            <a:spLocks noGrp="1" noChangeArrowheads="1"/>
          </p:cNvSpPr>
          <p:nvPr>
            <p:ph type="title"/>
          </p:nvPr>
        </p:nvSpPr>
        <p:spPr/>
        <p:txBody>
          <a:bodyPr/>
          <a:lstStyle/>
          <a:p>
            <a:pPr eaLnBrk="1" hangingPunct="1"/>
            <a:r>
              <a:rPr lang="en-GB" altLang="en-US" sz="2800"/>
              <a:t>High voltage DC sheath: Child law sheath (optional)</a:t>
            </a:r>
            <a:endParaRPr lang="en-US" altLang="en-US" sz="2800"/>
          </a:p>
        </p:txBody>
      </p:sp>
      <p:sp>
        <p:nvSpPr>
          <p:cNvPr id="72708" name="Text Box 3">
            <a:extLst>
              <a:ext uri="{FF2B5EF4-FFF2-40B4-BE49-F238E27FC236}">
                <a16:creationId xmlns:a16="http://schemas.microsoft.com/office/drawing/2014/main" id="{6C280CE0-B113-B92A-6A9D-0772335814D1}"/>
              </a:ext>
            </a:extLst>
          </p:cNvPr>
          <p:cNvSpPr txBox="1">
            <a:spLocks noChangeArrowheads="1"/>
          </p:cNvSpPr>
          <p:nvPr/>
        </p:nvSpPr>
        <p:spPr bwMode="auto">
          <a:xfrm>
            <a:off x="2020889" y="1028700"/>
            <a:ext cx="8213725" cy="881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pPr>
            <a:r>
              <a:rPr lang="en-GB" altLang="en-US" sz="1800"/>
              <a:t>We can refine the previous model by imposing a constant ion current J</a:t>
            </a:r>
            <a:r>
              <a:rPr lang="en-GB" altLang="en-US" sz="1800" baseline="-25000"/>
              <a:t>0</a:t>
            </a:r>
            <a:r>
              <a:rPr lang="en-GB" altLang="en-US" sz="1800"/>
              <a:t>; if the initial energy of the ions is small compared to the applied potential, then we can write energy and flux conservation as:</a:t>
            </a:r>
            <a:endParaRPr lang="en-US" altLang="en-US" sz="1800"/>
          </a:p>
        </p:txBody>
      </p:sp>
      <p:graphicFrame>
        <p:nvGraphicFramePr>
          <p:cNvPr id="72709" name="Object 4">
            <a:extLst>
              <a:ext uri="{FF2B5EF4-FFF2-40B4-BE49-F238E27FC236}">
                <a16:creationId xmlns:a16="http://schemas.microsoft.com/office/drawing/2014/main" id="{491677EB-F41F-AE7B-263C-784F0D4A0527}"/>
              </a:ext>
            </a:extLst>
          </p:cNvPr>
          <p:cNvGraphicFramePr>
            <a:graphicFrameLocks noChangeAspect="1"/>
          </p:cNvGraphicFramePr>
          <p:nvPr/>
        </p:nvGraphicFramePr>
        <p:xfrm>
          <a:off x="2259013" y="2006600"/>
          <a:ext cx="3560762" cy="4445000"/>
        </p:xfrm>
        <a:graphic>
          <a:graphicData uri="http://schemas.openxmlformats.org/presentationml/2006/ole">
            <mc:AlternateContent xmlns:mc="http://schemas.openxmlformats.org/markup-compatibility/2006">
              <mc:Choice xmlns:v="urn:schemas-microsoft-com:vml" Requires="v">
                <p:oleObj name="Equation" r:id="rId3" imgW="2692400" imgH="4445000" progId="Equation.DSMT4">
                  <p:embed/>
                </p:oleObj>
              </mc:Choice>
              <mc:Fallback>
                <p:oleObj name="Equation" r:id="rId3" imgW="2692400" imgH="4445000" progId="Equation.DSMT4">
                  <p:embed/>
                  <p:pic>
                    <p:nvPicPr>
                      <p:cNvPr id="72709" name="Object 4">
                        <a:extLst>
                          <a:ext uri="{FF2B5EF4-FFF2-40B4-BE49-F238E27FC236}">
                            <a16:creationId xmlns:a16="http://schemas.microsoft.com/office/drawing/2014/main" id="{491677EB-F41F-AE7B-263C-784F0D4A05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9013" y="2006600"/>
                        <a:ext cx="3560762" cy="444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0" name="Text Box 5">
            <a:extLst>
              <a:ext uri="{FF2B5EF4-FFF2-40B4-BE49-F238E27FC236}">
                <a16:creationId xmlns:a16="http://schemas.microsoft.com/office/drawing/2014/main" id="{073F6672-9EAE-829E-77BE-43F5CAB1C4EA}"/>
              </a:ext>
            </a:extLst>
          </p:cNvPr>
          <p:cNvSpPr txBox="1">
            <a:spLocks noChangeArrowheads="1"/>
          </p:cNvSpPr>
          <p:nvPr/>
        </p:nvSpPr>
        <p:spPr bwMode="auto">
          <a:xfrm>
            <a:off x="6356350" y="2227264"/>
            <a:ext cx="3836988"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Remembering that </a:t>
            </a:r>
            <a:endParaRPr lang="en-US" altLang="en-US" sz="1800"/>
          </a:p>
        </p:txBody>
      </p:sp>
      <p:graphicFrame>
        <p:nvGraphicFramePr>
          <p:cNvPr id="72711" name="Object 6">
            <a:extLst>
              <a:ext uri="{FF2B5EF4-FFF2-40B4-BE49-F238E27FC236}">
                <a16:creationId xmlns:a16="http://schemas.microsoft.com/office/drawing/2014/main" id="{18302251-AA2C-07C3-99F0-9B136DAA7CE7}"/>
              </a:ext>
            </a:extLst>
          </p:cNvPr>
          <p:cNvGraphicFramePr>
            <a:graphicFrameLocks noChangeAspect="1"/>
          </p:cNvGraphicFramePr>
          <p:nvPr/>
        </p:nvGraphicFramePr>
        <p:xfrm>
          <a:off x="6496051" y="2800351"/>
          <a:ext cx="3305175" cy="1255713"/>
        </p:xfrm>
        <a:graphic>
          <a:graphicData uri="http://schemas.openxmlformats.org/presentationml/2006/ole">
            <mc:AlternateContent xmlns:mc="http://schemas.openxmlformats.org/markup-compatibility/2006">
              <mc:Choice xmlns:v="urn:schemas-microsoft-com:vml" Requires="v">
                <p:oleObj name="Equation" r:id="rId5" imgW="2540000" imgH="965200" progId="Equation.DSMT4">
                  <p:embed/>
                </p:oleObj>
              </mc:Choice>
              <mc:Fallback>
                <p:oleObj name="Equation" r:id="rId5" imgW="2540000" imgH="965200" progId="Equation.DSMT4">
                  <p:embed/>
                  <p:pic>
                    <p:nvPicPr>
                      <p:cNvPr id="72711" name="Object 6">
                        <a:extLst>
                          <a:ext uri="{FF2B5EF4-FFF2-40B4-BE49-F238E27FC236}">
                            <a16:creationId xmlns:a16="http://schemas.microsoft.com/office/drawing/2014/main" id="{18302251-AA2C-07C3-99F0-9B136DAA7CE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96051" y="2800351"/>
                        <a:ext cx="3305175" cy="1255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2" name="Text Box 7">
            <a:extLst>
              <a:ext uri="{FF2B5EF4-FFF2-40B4-BE49-F238E27FC236}">
                <a16:creationId xmlns:a16="http://schemas.microsoft.com/office/drawing/2014/main" id="{C4795753-53A5-DF8B-6C44-241EC7B59527}"/>
              </a:ext>
            </a:extLst>
          </p:cNvPr>
          <p:cNvSpPr txBox="1">
            <a:spLocks noChangeArrowheads="1"/>
          </p:cNvSpPr>
          <p:nvPr/>
        </p:nvSpPr>
        <p:spPr bwMode="auto">
          <a:xfrm>
            <a:off x="6394450" y="3930651"/>
            <a:ext cx="3836988"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spcBef>
                <a:spcPct val="50000"/>
              </a:spcBef>
              <a:buFont typeface="Times" panose="02020603050405020304" pitchFamily="18" charset="0"/>
              <a:buNone/>
            </a:pPr>
            <a:r>
              <a:rPr lang="en-GB" altLang="en-US" sz="1800"/>
              <a:t>We can derive a new expression for the sheath thickness s</a:t>
            </a:r>
            <a:endParaRPr lang="en-US" altLang="en-US" sz="1800"/>
          </a:p>
        </p:txBody>
      </p:sp>
      <p:graphicFrame>
        <p:nvGraphicFramePr>
          <p:cNvPr id="72713" name="Object 8">
            <a:extLst>
              <a:ext uri="{FF2B5EF4-FFF2-40B4-BE49-F238E27FC236}">
                <a16:creationId xmlns:a16="http://schemas.microsoft.com/office/drawing/2014/main" id="{11A6CC98-75C0-B3ED-16F2-50E2C1A6607E}"/>
              </a:ext>
            </a:extLst>
          </p:cNvPr>
          <p:cNvGraphicFramePr>
            <a:graphicFrameLocks noChangeAspect="1"/>
          </p:cNvGraphicFramePr>
          <p:nvPr/>
        </p:nvGraphicFramePr>
        <p:xfrm>
          <a:off x="7104063" y="4941889"/>
          <a:ext cx="2151062" cy="941387"/>
        </p:xfrm>
        <a:graphic>
          <a:graphicData uri="http://schemas.openxmlformats.org/presentationml/2006/ole">
            <mc:AlternateContent xmlns:mc="http://schemas.openxmlformats.org/markup-compatibility/2006">
              <mc:Choice xmlns:v="urn:schemas-microsoft-com:vml" Requires="v">
                <p:oleObj name="Equation" r:id="rId7" imgW="1218671" imgH="533169" progId="Equation.DSMT4">
                  <p:embed/>
                </p:oleObj>
              </mc:Choice>
              <mc:Fallback>
                <p:oleObj name="Equation" r:id="rId7" imgW="1218671" imgH="533169" progId="Equation.DSMT4">
                  <p:embed/>
                  <p:pic>
                    <p:nvPicPr>
                      <p:cNvPr id="72713" name="Object 8">
                        <a:extLst>
                          <a:ext uri="{FF2B5EF4-FFF2-40B4-BE49-F238E27FC236}">
                            <a16:creationId xmlns:a16="http://schemas.microsoft.com/office/drawing/2014/main" id="{11A6CC98-75C0-B3ED-16F2-50E2C1A660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04063" y="4941889"/>
                        <a:ext cx="2151062" cy="941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3">
            <a:extLst>
              <a:ext uri="{FF2B5EF4-FFF2-40B4-BE49-F238E27FC236}">
                <a16:creationId xmlns:a16="http://schemas.microsoft.com/office/drawing/2014/main" id="{F9CF7AB9-1D9D-8B8B-A4CE-F61CE76E499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292C4013-B7A9-4937-B17F-16943D00AC96}" type="slidenum">
              <a:rPr lang="en-US" altLang="en-US" sz="800"/>
              <a:pPr>
                <a:lnSpc>
                  <a:spcPct val="100000"/>
                </a:lnSpc>
                <a:spcBef>
                  <a:spcPct val="0"/>
                </a:spcBef>
                <a:buClr>
                  <a:srgbClr val="F68933"/>
                </a:buClr>
                <a:buFontTx/>
                <a:buNone/>
              </a:pPr>
              <a:t>29</a:t>
            </a:fld>
            <a:endParaRPr lang="en-US" altLang="en-US" sz="800"/>
          </a:p>
        </p:txBody>
      </p:sp>
      <p:sp>
        <p:nvSpPr>
          <p:cNvPr id="74755" name="Rectangle 2">
            <a:extLst>
              <a:ext uri="{FF2B5EF4-FFF2-40B4-BE49-F238E27FC236}">
                <a16:creationId xmlns:a16="http://schemas.microsoft.com/office/drawing/2014/main" id="{564D5AEE-5C6C-7A24-902E-2E95DDDA21BB}"/>
              </a:ext>
            </a:extLst>
          </p:cNvPr>
          <p:cNvSpPr>
            <a:spLocks noGrp="1" noChangeArrowheads="1"/>
          </p:cNvSpPr>
          <p:nvPr>
            <p:ph type="title"/>
          </p:nvPr>
        </p:nvSpPr>
        <p:spPr/>
        <p:txBody>
          <a:bodyPr/>
          <a:lstStyle/>
          <a:p>
            <a:pPr eaLnBrk="1" hangingPunct="1"/>
            <a:r>
              <a:rPr lang="en-GB" altLang="en-US"/>
              <a:t>Plasma Enhanced CVD (PE-CVD)</a:t>
            </a:r>
            <a:endParaRPr lang="en-US" altLang="en-US"/>
          </a:p>
        </p:txBody>
      </p:sp>
      <p:graphicFrame>
        <p:nvGraphicFramePr>
          <p:cNvPr id="74756" name="Object 4">
            <a:extLst>
              <a:ext uri="{FF2B5EF4-FFF2-40B4-BE49-F238E27FC236}">
                <a16:creationId xmlns:a16="http://schemas.microsoft.com/office/drawing/2014/main" id="{F8D56214-D898-F02F-D13E-55E064F82DC5}"/>
              </a:ext>
            </a:extLst>
          </p:cNvPr>
          <p:cNvGraphicFramePr>
            <a:graphicFrameLocks noChangeAspect="1"/>
          </p:cNvGraphicFramePr>
          <p:nvPr/>
        </p:nvGraphicFramePr>
        <p:xfrm>
          <a:off x="3367089" y="1266825"/>
          <a:ext cx="4884737" cy="2738438"/>
        </p:xfrm>
        <a:graphic>
          <a:graphicData uri="http://schemas.openxmlformats.org/presentationml/2006/ole">
            <mc:AlternateContent xmlns:mc="http://schemas.openxmlformats.org/markup-compatibility/2006">
              <mc:Choice xmlns:v="urn:schemas-microsoft-com:vml" Requires="v">
                <p:oleObj name="Document" r:id="rId3" imgW="4965192" imgH="2782824" progId="Word.Document.8">
                  <p:embed/>
                </p:oleObj>
              </mc:Choice>
              <mc:Fallback>
                <p:oleObj name="Document" r:id="rId3" imgW="4965192" imgH="2782824" progId="Word.Document.8">
                  <p:embed/>
                  <p:pic>
                    <p:nvPicPr>
                      <p:cNvPr id="74756" name="Object 4">
                        <a:extLst>
                          <a:ext uri="{FF2B5EF4-FFF2-40B4-BE49-F238E27FC236}">
                            <a16:creationId xmlns:a16="http://schemas.microsoft.com/office/drawing/2014/main" id="{F8D56214-D898-F02F-D13E-55E064F82D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7089" y="1266825"/>
                        <a:ext cx="4884737" cy="273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4757" name="Text Box 5">
            <a:extLst>
              <a:ext uri="{FF2B5EF4-FFF2-40B4-BE49-F238E27FC236}">
                <a16:creationId xmlns:a16="http://schemas.microsoft.com/office/drawing/2014/main" id="{4B335A55-26EC-DB96-A207-475C4DF5FB2C}"/>
              </a:ext>
            </a:extLst>
          </p:cNvPr>
          <p:cNvSpPr txBox="1">
            <a:spLocks noChangeArrowheads="1"/>
          </p:cNvSpPr>
          <p:nvPr/>
        </p:nvSpPr>
        <p:spPr bwMode="auto">
          <a:xfrm>
            <a:off x="1936750" y="4119564"/>
            <a:ext cx="831850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600"/>
              <a:t> Non-thermal energy to enhance processes at lower temperatures.</a:t>
            </a:r>
          </a:p>
          <a:p>
            <a:pPr eaLnBrk="1" hangingPunct="1"/>
            <a:r>
              <a:rPr lang="en-US" altLang="en-US" sz="1600"/>
              <a:t> Plasma consists of electrons, ionized molecules, neutral molecules, neutral and ionized fragments of broken-up molecules, excited molecules and free radicals. </a:t>
            </a:r>
          </a:p>
          <a:p>
            <a:pPr eaLnBrk="1" hangingPunct="1"/>
            <a:r>
              <a:rPr lang="en-US" altLang="en-US" sz="1600"/>
              <a:t> Free radicals are electrically neutral species that have incomplete bonding and are extremely reactive.  (e.g.  SiO, SiH3, F)</a:t>
            </a:r>
          </a:p>
          <a:p>
            <a:pPr eaLnBrk="1" hangingPunct="1"/>
            <a:r>
              <a:rPr lang="en-US" altLang="en-US" sz="1600"/>
              <a:t> The net result from the fragmentation, the free radicals, and the ion bombardment    is that the surface processes and deposition occur at much lower temperatures than in non-plasma systems.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3">
            <a:extLst>
              <a:ext uri="{FF2B5EF4-FFF2-40B4-BE49-F238E27FC236}">
                <a16:creationId xmlns:a16="http://schemas.microsoft.com/office/drawing/2014/main" id="{0FC57846-9DA6-CA45-8B63-73D722DEF2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420626C0-CA6F-4B7D-983C-5DACAC8B22DE}" type="slidenum">
              <a:rPr lang="en-US" altLang="en-US" sz="800"/>
              <a:pPr>
                <a:lnSpc>
                  <a:spcPct val="100000"/>
                </a:lnSpc>
                <a:spcBef>
                  <a:spcPct val="0"/>
                </a:spcBef>
                <a:buClr>
                  <a:srgbClr val="F68933"/>
                </a:buClr>
                <a:buFontTx/>
                <a:buNone/>
              </a:pPr>
              <a:t>30</a:t>
            </a:fld>
            <a:endParaRPr lang="en-US" altLang="en-US" sz="800"/>
          </a:p>
        </p:txBody>
      </p:sp>
      <p:sp>
        <p:nvSpPr>
          <p:cNvPr id="76803" name="Rectangle 2">
            <a:extLst>
              <a:ext uri="{FF2B5EF4-FFF2-40B4-BE49-F238E27FC236}">
                <a16:creationId xmlns:a16="http://schemas.microsoft.com/office/drawing/2014/main" id="{BC14BCC1-FD7E-7051-5862-213C05F5C99D}"/>
              </a:ext>
            </a:extLst>
          </p:cNvPr>
          <p:cNvSpPr>
            <a:spLocks noGrp="1" noChangeArrowheads="1"/>
          </p:cNvSpPr>
          <p:nvPr>
            <p:ph type="title"/>
          </p:nvPr>
        </p:nvSpPr>
        <p:spPr/>
        <p:txBody>
          <a:bodyPr/>
          <a:lstStyle/>
          <a:p>
            <a:pPr eaLnBrk="1" hangingPunct="1"/>
            <a:r>
              <a:rPr lang="en-GB" altLang="en-US"/>
              <a:t>High Density Plasma CVD (HDP-CVD)</a:t>
            </a:r>
            <a:endParaRPr lang="en-US" altLang="en-US"/>
          </a:p>
        </p:txBody>
      </p:sp>
      <p:graphicFrame>
        <p:nvGraphicFramePr>
          <p:cNvPr id="76804" name="Object 4">
            <a:extLst>
              <a:ext uri="{FF2B5EF4-FFF2-40B4-BE49-F238E27FC236}">
                <a16:creationId xmlns:a16="http://schemas.microsoft.com/office/drawing/2014/main" id="{7DAFF34A-0E7B-89EE-BDDB-796BDEE421A4}"/>
              </a:ext>
            </a:extLst>
          </p:cNvPr>
          <p:cNvGraphicFramePr>
            <a:graphicFrameLocks noChangeAspect="1"/>
          </p:cNvGraphicFramePr>
          <p:nvPr/>
        </p:nvGraphicFramePr>
        <p:xfrm>
          <a:off x="4068763" y="1173163"/>
          <a:ext cx="2963862" cy="3295650"/>
        </p:xfrm>
        <a:graphic>
          <a:graphicData uri="http://schemas.openxmlformats.org/presentationml/2006/ole">
            <mc:AlternateContent xmlns:mc="http://schemas.openxmlformats.org/markup-compatibility/2006">
              <mc:Choice xmlns:v="urn:schemas-microsoft-com:vml" Requires="v">
                <p:oleObj name="Document" r:id="rId3" imgW="3785616" imgH="4209288" progId="Word.Document.8">
                  <p:embed/>
                </p:oleObj>
              </mc:Choice>
              <mc:Fallback>
                <p:oleObj name="Document" r:id="rId3" imgW="3785616" imgH="4209288" progId="Word.Document.8">
                  <p:embed/>
                  <p:pic>
                    <p:nvPicPr>
                      <p:cNvPr id="76804" name="Object 4">
                        <a:extLst>
                          <a:ext uri="{FF2B5EF4-FFF2-40B4-BE49-F238E27FC236}">
                            <a16:creationId xmlns:a16="http://schemas.microsoft.com/office/drawing/2014/main" id="{7DAFF34A-0E7B-89EE-BDDB-796BDEE421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8763" y="1173163"/>
                        <a:ext cx="2963862" cy="329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6805" name="Text Box 5">
            <a:extLst>
              <a:ext uri="{FF2B5EF4-FFF2-40B4-BE49-F238E27FC236}">
                <a16:creationId xmlns:a16="http://schemas.microsoft.com/office/drawing/2014/main" id="{EA11AE0F-01BC-ED54-49AC-649F6A5AAEBD}"/>
              </a:ext>
            </a:extLst>
          </p:cNvPr>
          <p:cNvSpPr txBox="1">
            <a:spLocks noChangeArrowheads="1"/>
          </p:cNvSpPr>
          <p:nvPr/>
        </p:nvSpPr>
        <p:spPr bwMode="auto">
          <a:xfrm>
            <a:off x="1920876" y="4938714"/>
            <a:ext cx="8348663"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marL="173038" indent="-173038">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eaLnBrk="1" hangingPunct="1"/>
            <a:r>
              <a:rPr lang="en-US" altLang="en-US" sz="1800"/>
              <a:t>Remote high density plasma with independent RF substrate bias.</a:t>
            </a:r>
          </a:p>
          <a:p>
            <a:pPr eaLnBrk="1" hangingPunct="1"/>
            <a:r>
              <a:rPr lang="en-US" altLang="en-US" sz="1800"/>
              <a:t> Allows simultaneous deposition and sputtering for better planarization and void-free films.</a:t>
            </a:r>
          </a:p>
          <a:p>
            <a:pPr eaLnBrk="1" hangingPunct="1"/>
            <a:r>
              <a:rPr lang="en-US" altLang="en-US" sz="1800"/>
              <a:t>Mostly used for SiO2 deposition.</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F9ECE251-8465-17EA-FC5E-42BA4824415F}"/>
              </a:ext>
            </a:extLst>
          </p:cNvPr>
          <p:cNvSpPr>
            <a:spLocks noGrp="1"/>
          </p:cNvSpPr>
          <p:nvPr>
            <p:ph type="title"/>
          </p:nvPr>
        </p:nvSpPr>
        <p:spPr/>
        <p:txBody>
          <a:bodyPr/>
          <a:lstStyle/>
          <a:p>
            <a:r>
              <a:rPr lang="it-IT" altLang="en-US"/>
              <a:t>Atomic Layer Deposition (ALD)</a:t>
            </a:r>
            <a:endParaRPr lang="en-US" altLang="en-US"/>
          </a:p>
        </p:txBody>
      </p:sp>
      <p:sp>
        <p:nvSpPr>
          <p:cNvPr id="78851" name="Content Placeholder 2">
            <a:extLst>
              <a:ext uri="{FF2B5EF4-FFF2-40B4-BE49-F238E27FC236}">
                <a16:creationId xmlns:a16="http://schemas.microsoft.com/office/drawing/2014/main" id="{8548EF62-C467-D667-BFD6-3CB12F98C32E}"/>
              </a:ext>
            </a:extLst>
          </p:cNvPr>
          <p:cNvSpPr>
            <a:spLocks noGrp="1"/>
          </p:cNvSpPr>
          <p:nvPr>
            <p:ph idx="1"/>
          </p:nvPr>
        </p:nvSpPr>
        <p:spPr>
          <a:xfrm>
            <a:off x="1873250" y="4564063"/>
            <a:ext cx="8402638" cy="1524000"/>
          </a:xfrm>
        </p:spPr>
        <p:txBody>
          <a:bodyPr/>
          <a:lstStyle/>
          <a:p>
            <a:r>
              <a:rPr lang="it-IT" altLang="en-US"/>
              <a:t>Sequence of self-limitng surface reactions</a:t>
            </a:r>
          </a:p>
          <a:p>
            <a:r>
              <a:rPr lang="it-IT" altLang="en-US"/>
              <a:t>Can be temperature, radical and plasma assisted</a:t>
            </a:r>
          </a:p>
          <a:p>
            <a:r>
              <a:rPr lang="it-IT" altLang="en-US"/>
              <a:t>Atomic scale thickness control, very high step coverage</a:t>
            </a:r>
          </a:p>
          <a:p>
            <a:r>
              <a:rPr lang="it-IT" altLang="en-US"/>
              <a:t>Typical application: DRAM capacitor High K oxides</a:t>
            </a:r>
            <a:endParaRPr lang="en-US" altLang="en-US"/>
          </a:p>
        </p:txBody>
      </p:sp>
      <p:sp>
        <p:nvSpPr>
          <p:cNvPr id="78852" name="Slide Number Placeholder 3">
            <a:extLst>
              <a:ext uri="{FF2B5EF4-FFF2-40B4-BE49-F238E27FC236}">
                <a16:creationId xmlns:a16="http://schemas.microsoft.com/office/drawing/2014/main" id="{B8768958-28C2-B57E-6B48-786311A419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5E390527-66E8-4623-AC09-5EF8D01541EC}" type="slidenum">
              <a:rPr lang="en-US" altLang="en-US" sz="800"/>
              <a:pPr>
                <a:lnSpc>
                  <a:spcPct val="100000"/>
                </a:lnSpc>
                <a:spcBef>
                  <a:spcPct val="0"/>
                </a:spcBef>
                <a:buClr>
                  <a:srgbClr val="F68933"/>
                </a:buClr>
                <a:buFontTx/>
                <a:buNone/>
              </a:pPr>
              <a:t>31</a:t>
            </a:fld>
            <a:endParaRPr lang="en-US" altLang="en-US" sz="800"/>
          </a:p>
        </p:txBody>
      </p:sp>
      <p:pic>
        <p:nvPicPr>
          <p:cNvPr id="78853" name="Immagine 11">
            <a:extLst>
              <a:ext uri="{FF2B5EF4-FFF2-40B4-BE49-F238E27FC236}">
                <a16:creationId xmlns:a16="http://schemas.microsoft.com/office/drawing/2014/main" id="{D7204B80-4E6B-394F-2CBE-AB09DA88E0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6589" y="1330325"/>
            <a:ext cx="4613275" cy="323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A416970F-A597-1522-9D6A-758BF417A293}"/>
              </a:ext>
            </a:extLst>
          </p:cNvPr>
          <p:cNvSpPr>
            <a:spLocks noGrp="1"/>
          </p:cNvSpPr>
          <p:nvPr>
            <p:ph type="title"/>
          </p:nvPr>
        </p:nvSpPr>
        <p:spPr/>
        <p:txBody>
          <a:bodyPr/>
          <a:lstStyle/>
          <a:p>
            <a:r>
              <a:rPr lang="it-IT" altLang="en-US"/>
              <a:t>Atomic Layer Deposition (ALD)</a:t>
            </a:r>
            <a:endParaRPr lang="en-US" altLang="en-US"/>
          </a:p>
        </p:txBody>
      </p:sp>
      <p:sp>
        <p:nvSpPr>
          <p:cNvPr id="46083" name="Content Placeholder 2">
            <a:extLst>
              <a:ext uri="{FF2B5EF4-FFF2-40B4-BE49-F238E27FC236}">
                <a16:creationId xmlns:a16="http://schemas.microsoft.com/office/drawing/2014/main" id="{E4B8FAEB-0F2D-2B9A-22A4-C5E625219F1C}"/>
              </a:ext>
            </a:extLst>
          </p:cNvPr>
          <p:cNvSpPr>
            <a:spLocks noGrp="1"/>
          </p:cNvSpPr>
          <p:nvPr>
            <p:ph idx="1"/>
          </p:nvPr>
        </p:nvSpPr>
        <p:spPr>
          <a:xfrm>
            <a:off x="1804989" y="1330325"/>
            <a:ext cx="8402637" cy="1524000"/>
          </a:xfrm>
        </p:spPr>
        <p:txBody>
          <a:bodyPr/>
          <a:lstStyle/>
          <a:p>
            <a:pPr>
              <a:defRPr/>
            </a:pPr>
            <a:r>
              <a:rPr lang="en-US" b="1" i="1" dirty="0"/>
              <a:t>Conformality:</a:t>
            </a:r>
            <a:r>
              <a:rPr lang="en-US" b="1" dirty="0"/>
              <a:t> </a:t>
            </a:r>
            <a:r>
              <a:rPr lang="en-US" dirty="0"/>
              <a:t>Provided that the precursors dose is large enough to saturate all the surface reaction site, the self-limited growth regime guarantees excellent conformality and a uniform growth on structured substrates. This is why ALD is the deposition technique of choice for the deposition of high-k dielectrics in scaled DRAM capacitors, usually consisting in cylindrical containers with very high aspect ratio (up to 100:1). </a:t>
            </a:r>
            <a:endParaRPr lang="en-US" b="1" dirty="0"/>
          </a:p>
          <a:p>
            <a:pPr marL="0" indent="0">
              <a:buNone/>
              <a:defRPr/>
            </a:pPr>
            <a:endParaRPr lang="en-US" b="1" dirty="0"/>
          </a:p>
          <a:p>
            <a:pPr>
              <a:defRPr/>
            </a:pPr>
            <a:r>
              <a:rPr lang="en-US" b="1" i="1" dirty="0"/>
              <a:t>Composition control:</a:t>
            </a:r>
            <a:r>
              <a:rPr lang="en-US" b="1" dirty="0"/>
              <a:t> </a:t>
            </a:r>
            <a:r>
              <a:rPr lang="en-US" dirty="0"/>
              <a:t>With its mono-layer growth capability, ALD offers an intrinsically high degree of control on film composition. Dopants can be introduced by alternating different precursors in different cycles, and </a:t>
            </a:r>
            <a:r>
              <a:rPr lang="en-US" dirty="0" err="1"/>
              <a:t>nano</a:t>
            </a:r>
            <a:r>
              <a:rPr lang="en-US" dirty="0"/>
              <a:t>-laminates film structures can be easily grown.</a:t>
            </a:r>
            <a:endParaRPr lang="en-US" b="1" dirty="0"/>
          </a:p>
          <a:p>
            <a:pPr marL="0" indent="0">
              <a:buNone/>
              <a:defRPr/>
            </a:pPr>
            <a:endParaRPr lang="en-US" b="1" dirty="0"/>
          </a:p>
          <a:p>
            <a:pPr>
              <a:defRPr/>
            </a:pPr>
            <a:r>
              <a:rPr lang="en-US" b="1" i="1" dirty="0"/>
              <a:t>Thermal budget:</a:t>
            </a:r>
            <a:r>
              <a:rPr lang="en-US" b="1" dirty="0"/>
              <a:t> </a:t>
            </a:r>
            <a:r>
              <a:rPr lang="en-US" dirty="0"/>
              <a:t>The temperatures required in ALD processes can be significantly lower when compared to standard CVD depositions, the typical temperature range being between 200 and 350 °C.  (thermal budget can be lower for PE-ALD)</a:t>
            </a:r>
            <a:endParaRPr lang="en-US" b="1" dirty="0"/>
          </a:p>
        </p:txBody>
      </p:sp>
      <p:sp>
        <p:nvSpPr>
          <p:cNvPr id="79876" name="Slide Number Placeholder 3">
            <a:extLst>
              <a:ext uri="{FF2B5EF4-FFF2-40B4-BE49-F238E27FC236}">
                <a16:creationId xmlns:a16="http://schemas.microsoft.com/office/drawing/2014/main" id="{782566A5-F4DD-AA81-9197-EDF72391ECA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A6F0A228-BC01-41EC-B26D-F8514375B729}" type="slidenum">
              <a:rPr lang="en-US" altLang="en-US" sz="800"/>
              <a:pPr>
                <a:lnSpc>
                  <a:spcPct val="100000"/>
                </a:lnSpc>
                <a:spcBef>
                  <a:spcPct val="0"/>
                </a:spcBef>
                <a:buClr>
                  <a:srgbClr val="F68933"/>
                </a:buClr>
                <a:buFontTx/>
                <a:buNone/>
              </a:pPr>
              <a:t>32</a:t>
            </a:fld>
            <a:endParaRPr lang="en-US" altLang="en-US" sz="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3">
            <a:extLst>
              <a:ext uri="{FF2B5EF4-FFF2-40B4-BE49-F238E27FC236}">
                <a16:creationId xmlns:a16="http://schemas.microsoft.com/office/drawing/2014/main" id="{7B53900B-024C-F2BA-A721-F7FDE3EC503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36722F66-6640-487C-BFC0-EA7AC858AA26}" type="slidenum">
              <a:rPr lang="en-US" altLang="en-US" sz="800"/>
              <a:pPr>
                <a:lnSpc>
                  <a:spcPct val="100000"/>
                </a:lnSpc>
                <a:spcBef>
                  <a:spcPct val="0"/>
                </a:spcBef>
                <a:buClr>
                  <a:srgbClr val="F68933"/>
                </a:buClr>
                <a:buFontTx/>
                <a:buNone/>
              </a:pPr>
              <a:t>33</a:t>
            </a:fld>
            <a:endParaRPr lang="en-US" altLang="en-US" sz="800"/>
          </a:p>
        </p:txBody>
      </p:sp>
      <p:sp>
        <p:nvSpPr>
          <p:cNvPr id="80899" name="Rectangle 2">
            <a:extLst>
              <a:ext uri="{FF2B5EF4-FFF2-40B4-BE49-F238E27FC236}">
                <a16:creationId xmlns:a16="http://schemas.microsoft.com/office/drawing/2014/main" id="{AD789F4E-B703-9531-5641-A01C1903716F}"/>
              </a:ext>
            </a:extLst>
          </p:cNvPr>
          <p:cNvSpPr>
            <a:spLocks noGrp="1" noChangeArrowheads="1"/>
          </p:cNvSpPr>
          <p:nvPr>
            <p:ph type="title"/>
          </p:nvPr>
        </p:nvSpPr>
        <p:spPr/>
        <p:txBody>
          <a:bodyPr/>
          <a:lstStyle/>
          <a:p>
            <a:pPr eaLnBrk="1" hangingPunct="1"/>
            <a:r>
              <a:rPr lang="en-GB" altLang="en-US"/>
              <a:t>Some CVD films</a:t>
            </a:r>
            <a:endParaRPr lang="en-US" altLang="en-US"/>
          </a:p>
        </p:txBody>
      </p:sp>
      <p:graphicFrame>
        <p:nvGraphicFramePr>
          <p:cNvPr id="349288" name="Group 104">
            <a:extLst>
              <a:ext uri="{FF2B5EF4-FFF2-40B4-BE49-F238E27FC236}">
                <a16:creationId xmlns:a16="http://schemas.microsoft.com/office/drawing/2014/main" id="{67E8010D-1F77-538F-5C1A-0640CD6DD371}"/>
              </a:ext>
            </a:extLst>
          </p:cNvPr>
          <p:cNvGraphicFramePr>
            <a:graphicFrameLocks noGrp="1"/>
          </p:cNvGraphicFramePr>
          <p:nvPr/>
        </p:nvGraphicFramePr>
        <p:xfrm>
          <a:off x="1603375" y="1165225"/>
          <a:ext cx="8896350" cy="4664074"/>
        </p:xfrm>
        <a:graphic>
          <a:graphicData uri="http://schemas.openxmlformats.org/drawingml/2006/table">
            <a:tbl>
              <a:tblPr/>
              <a:tblGrid>
                <a:gridCol w="2224088">
                  <a:extLst>
                    <a:ext uri="{9D8B030D-6E8A-4147-A177-3AD203B41FA5}">
                      <a16:colId xmlns:a16="http://schemas.microsoft.com/office/drawing/2014/main" val="20000"/>
                    </a:ext>
                  </a:extLst>
                </a:gridCol>
                <a:gridCol w="2224087">
                  <a:extLst>
                    <a:ext uri="{9D8B030D-6E8A-4147-A177-3AD203B41FA5}">
                      <a16:colId xmlns:a16="http://schemas.microsoft.com/office/drawing/2014/main" val="20001"/>
                    </a:ext>
                  </a:extLst>
                </a:gridCol>
                <a:gridCol w="2224088">
                  <a:extLst>
                    <a:ext uri="{9D8B030D-6E8A-4147-A177-3AD203B41FA5}">
                      <a16:colId xmlns:a16="http://schemas.microsoft.com/office/drawing/2014/main" val="20002"/>
                    </a:ext>
                  </a:extLst>
                </a:gridCol>
                <a:gridCol w="2224087">
                  <a:extLst>
                    <a:ext uri="{9D8B030D-6E8A-4147-A177-3AD203B41FA5}">
                      <a16:colId xmlns:a16="http://schemas.microsoft.com/office/drawing/2014/main" val="20003"/>
                    </a:ext>
                  </a:extLst>
                </a:gridCol>
              </a:tblGrid>
              <a:tr h="381042">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2000" b="0" i="0" u="none" strike="noStrike" cap="none" normalizeH="0" baseline="0">
                          <a:ln>
                            <a:noFill/>
                          </a:ln>
                          <a:solidFill>
                            <a:srgbClr val="000000"/>
                          </a:solidFill>
                          <a:effectLst/>
                          <a:latin typeface="Arial" charset="0"/>
                          <a:ea typeface="MS PGothic" pitchFamily="34" charset="-128"/>
                        </a:rPr>
                        <a:t>Film</a:t>
                      </a:r>
                      <a:endParaRPr kumimoji="0" lang="en-US" sz="20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2000" b="0" i="0" u="none" strike="noStrike" cap="none" normalizeH="0" baseline="0">
                          <a:ln>
                            <a:noFill/>
                          </a:ln>
                          <a:solidFill>
                            <a:srgbClr val="000000"/>
                          </a:solidFill>
                          <a:effectLst/>
                          <a:latin typeface="Arial" charset="0"/>
                          <a:ea typeface="MS PGothic" pitchFamily="34" charset="-128"/>
                        </a:rPr>
                        <a:t>Equipment</a:t>
                      </a:r>
                      <a:endParaRPr kumimoji="0" lang="en-US" sz="20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2000" b="0" i="0" u="none" strike="noStrike" cap="none" normalizeH="0" baseline="0">
                          <a:ln>
                            <a:noFill/>
                          </a:ln>
                          <a:solidFill>
                            <a:srgbClr val="000000"/>
                          </a:solidFill>
                          <a:effectLst/>
                          <a:latin typeface="Arial" charset="0"/>
                          <a:ea typeface="MS PGothic" pitchFamily="34" charset="-128"/>
                        </a:rPr>
                        <a:t>Reactions</a:t>
                      </a:r>
                      <a:endParaRPr kumimoji="0" lang="en-US" sz="20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2000" b="0" i="0" u="none" strike="noStrike" cap="none" normalizeH="0" baseline="0">
                          <a:ln>
                            <a:noFill/>
                          </a:ln>
                          <a:solidFill>
                            <a:srgbClr val="000000"/>
                          </a:solidFill>
                          <a:effectLst/>
                          <a:latin typeface="Arial" charset="0"/>
                          <a:ea typeface="MS PGothic" pitchFamily="34" charset="-128"/>
                        </a:rPr>
                        <a:t>T</a:t>
                      </a:r>
                      <a:endParaRPr kumimoji="0" lang="en-US" sz="20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260612">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EPI-Si</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APCVD, LPCVD</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SiH</a:t>
                      </a:r>
                      <a:r>
                        <a:rPr kumimoji="0" lang="en-GB" sz="1400" b="0" i="0" u="none" strike="noStrike" cap="none" normalizeH="0" baseline="-25000">
                          <a:ln>
                            <a:noFill/>
                          </a:ln>
                          <a:solidFill>
                            <a:srgbClr val="000000"/>
                          </a:solidFill>
                          <a:effectLst/>
                          <a:latin typeface="Arial" charset="0"/>
                          <a:ea typeface="MS PGothic" pitchFamily="34" charset="-128"/>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Si+2H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 </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(HCl can be added for selective processes)</a:t>
                      </a: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SiCl</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+2H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 + 4HCl</a:t>
                      </a:r>
                      <a:endPar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700/1250 C</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79704">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Poly-Si</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LPCVD</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Same</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575/650 C</a:t>
                      </a: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Grain structure depends on T and doping. Amorphous film below 570 C</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96878">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Silicon Nitride</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LPCVD&lt; PECVD</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3SiH</a:t>
                      </a:r>
                      <a:r>
                        <a:rPr kumimoji="0" lang="en-GB" sz="1400" b="0" i="0" u="none" strike="noStrike" cap="none" normalizeH="0" baseline="-25000">
                          <a:ln>
                            <a:noFill/>
                          </a:ln>
                          <a:solidFill>
                            <a:srgbClr val="000000"/>
                          </a:solidFill>
                          <a:effectLst/>
                          <a:latin typeface="Arial" charset="0"/>
                          <a:ea typeface="MS PGothic" pitchFamily="34" charset="-128"/>
                        </a:rPr>
                        <a:t>4</a:t>
                      </a:r>
                      <a:r>
                        <a:rPr kumimoji="0" lang="en-GB" sz="1400" b="0" i="0" u="none" strike="noStrike" cap="none" normalizeH="0" baseline="0">
                          <a:ln>
                            <a:noFill/>
                          </a:ln>
                          <a:solidFill>
                            <a:srgbClr val="000000"/>
                          </a:solidFill>
                          <a:effectLst/>
                          <a:latin typeface="Arial" charset="0"/>
                          <a:ea typeface="MS PGothic" pitchFamily="34" charset="-128"/>
                        </a:rPr>
                        <a:t>+NH</a:t>
                      </a:r>
                      <a:r>
                        <a:rPr kumimoji="0" lang="en-GB" sz="1400" b="0" i="0" u="none" strike="noStrike" cap="none" normalizeH="0" baseline="-25000">
                          <a:ln>
                            <a:noFill/>
                          </a:ln>
                          <a:solidFill>
                            <a:srgbClr val="000000"/>
                          </a:solidFill>
                          <a:effectLst/>
                          <a:latin typeface="Arial" charset="0"/>
                          <a:ea typeface="MS PGothic" pitchFamily="34" charset="-128"/>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3</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N</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 + 12H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(30)200/800 C</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71562">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SiO</a:t>
                      </a:r>
                      <a:r>
                        <a:rPr kumimoji="0" lang="en-GB" sz="1400" b="0" i="0" u="none" strike="noStrike" cap="none" normalizeH="0" baseline="-25000">
                          <a:ln>
                            <a:noFill/>
                          </a:ln>
                          <a:solidFill>
                            <a:srgbClr val="000000"/>
                          </a:solidFill>
                          <a:effectLst/>
                          <a:latin typeface="Arial" charset="0"/>
                          <a:ea typeface="MS PGothic" pitchFamily="34" charset="-128"/>
                        </a:rPr>
                        <a:t>2</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LPCVD, PECVD, HDPCVD, APCVD</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SiH</a:t>
                      </a:r>
                      <a:r>
                        <a:rPr kumimoji="0" lang="en-GB" sz="1400" b="0" i="0" u="none" strike="noStrike" cap="none" normalizeH="0" baseline="-25000">
                          <a:ln>
                            <a:noFill/>
                          </a:ln>
                          <a:solidFill>
                            <a:srgbClr val="000000"/>
                          </a:solidFill>
                          <a:effectLst/>
                          <a:latin typeface="Arial" charset="0"/>
                          <a:ea typeface="MS PGothic" pitchFamily="34" charset="-128"/>
                        </a:rPr>
                        <a:t>4</a:t>
                      </a:r>
                      <a:r>
                        <a:rPr kumimoji="0" lang="en-GB" sz="1400" b="0" i="0" u="none" strike="noStrike" cap="none" normalizeH="0" baseline="0">
                          <a:ln>
                            <a:noFill/>
                          </a:ln>
                          <a:solidFill>
                            <a:srgbClr val="000000"/>
                          </a:solidFill>
                          <a:effectLst/>
                          <a:latin typeface="Arial" charset="0"/>
                          <a:ea typeface="MS PGothic" pitchFamily="34" charset="-128"/>
                        </a:rPr>
                        <a:t>+O</a:t>
                      </a:r>
                      <a:r>
                        <a:rPr kumimoji="0" lang="en-GB" sz="1400" b="0" i="0" u="none" strike="noStrike" cap="none" normalizeH="0" baseline="-25000">
                          <a:ln>
                            <a:noFill/>
                          </a:ln>
                          <a:solidFill>
                            <a:srgbClr val="000000"/>
                          </a:solidFill>
                          <a:effectLst/>
                          <a:latin typeface="Arial" charset="0"/>
                          <a:ea typeface="MS PGothic" pitchFamily="34" charset="-128"/>
                        </a:rPr>
                        <a:t>2</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SiO</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+2H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endPar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Si(OC</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5</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+(O</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3)</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25/800 C</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74276">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W</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LPCVD</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2WF</a:t>
                      </a:r>
                      <a:r>
                        <a:rPr kumimoji="0" lang="en-GB" sz="1400" b="0" i="0" u="none" strike="noStrike" cap="none" normalizeH="0" baseline="-25000">
                          <a:ln>
                            <a:noFill/>
                          </a:ln>
                          <a:solidFill>
                            <a:srgbClr val="000000"/>
                          </a:solidFill>
                          <a:effectLst/>
                          <a:latin typeface="Arial" charset="0"/>
                          <a:ea typeface="MS PGothic" pitchFamily="34" charset="-128"/>
                        </a:rPr>
                        <a:t>6</a:t>
                      </a:r>
                      <a:r>
                        <a:rPr kumimoji="0" lang="en-GB" sz="1400" b="0" i="0" u="none" strike="noStrike" cap="none" normalizeH="0" baseline="0">
                          <a:ln>
                            <a:noFill/>
                          </a:ln>
                          <a:solidFill>
                            <a:srgbClr val="000000"/>
                          </a:solidFill>
                          <a:effectLst/>
                          <a:latin typeface="Arial" charset="0"/>
                          <a:ea typeface="MS PGothic" pitchFamily="34" charset="-128"/>
                        </a:rPr>
                        <a:t>+3SiH</a:t>
                      </a:r>
                      <a:r>
                        <a:rPr kumimoji="0" lang="en-GB" sz="1400" b="0" i="0" u="none" strike="noStrike" cap="none" normalizeH="0" baseline="-25000">
                          <a:ln>
                            <a:noFill/>
                          </a:ln>
                          <a:solidFill>
                            <a:srgbClr val="000000"/>
                          </a:solidFill>
                          <a:effectLst/>
                          <a:latin typeface="Arial" charset="0"/>
                          <a:ea typeface="MS PGothic" pitchFamily="34" charset="-128"/>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2W +3SiF</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4</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+6H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endPar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endParaRPr>
                    </a:p>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WF</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6</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+3H</a:t>
                      </a:r>
                      <a:r>
                        <a:rPr kumimoji="0" lang="en-GB" sz="1400" b="0" i="0" u="none" strike="noStrike" cap="none" normalizeH="0" baseline="-25000">
                          <a:ln>
                            <a:noFill/>
                          </a:ln>
                          <a:solidFill>
                            <a:srgbClr val="000000"/>
                          </a:solidFill>
                          <a:effectLst/>
                          <a:latin typeface="Arial" charset="0"/>
                          <a:ea typeface="MS PGothic" pitchFamily="34" charset="-128"/>
                          <a:sym typeface="Wingdings" pitchFamily="2" charset="2"/>
                        </a:rPr>
                        <a:t>2</a:t>
                      </a:r>
                      <a:r>
                        <a:rPr kumimoji="0" lang="en-GB" sz="1400" b="0" i="0" u="none" strike="noStrike" cap="none" normalizeH="0" baseline="0">
                          <a:ln>
                            <a:noFill/>
                          </a:ln>
                          <a:solidFill>
                            <a:srgbClr val="000000"/>
                          </a:solidFill>
                          <a:effectLst/>
                          <a:latin typeface="Arial" charset="0"/>
                          <a:ea typeface="MS PGothic" pitchFamily="34" charset="-128"/>
                          <a:sym typeface="Wingdings" pitchFamily="2" charset="2"/>
                        </a:rPr>
                        <a:t>W+6HF</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5000"/>
                        </a:lnSpc>
                        <a:spcBef>
                          <a:spcPct val="35000"/>
                        </a:spcBef>
                        <a:spcAft>
                          <a:spcPct val="0"/>
                        </a:spcAft>
                        <a:buClr>
                          <a:schemeClr val="tx2"/>
                        </a:buClr>
                        <a:buSzTx/>
                        <a:buFont typeface="Times" pitchFamily="18" charset="0"/>
                        <a:buNone/>
                        <a:tabLst/>
                      </a:pPr>
                      <a:r>
                        <a:rPr kumimoji="0" lang="en-GB" sz="1400" b="0" i="0" u="none" strike="noStrike" cap="none" normalizeH="0" baseline="0">
                          <a:ln>
                            <a:noFill/>
                          </a:ln>
                          <a:solidFill>
                            <a:srgbClr val="000000"/>
                          </a:solidFill>
                          <a:effectLst/>
                          <a:latin typeface="Arial" charset="0"/>
                          <a:ea typeface="MS PGothic" pitchFamily="34" charset="-128"/>
                        </a:rPr>
                        <a:t>250/500 C</a:t>
                      </a:r>
                      <a:endParaRPr kumimoji="0" lang="en-US" sz="1400" b="0" i="0" u="none" strike="noStrike" cap="none" normalizeH="0" baseline="0">
                        <a:ln>
                          <a:noFill/>
                        </a:ln>
                        <a:solidFill>
                          <a:srgbClr val="000000"/>
                        </a:solidFill>
                        <a:effectLst/>
                        <a:latin typeface="Arial" charset="0"/>
                        <a:ea typeface="MS PGothic" pitchFamily="34" charset="-128"/>
                      </a:endParaRPr>
                    </a:p>
                  </a:txBody>
                  <a:tcPr marT="45725" marB="457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3">
            <a:extLst>
              <a:ext uri="{FF2B5EF4-FFF2-40B4-BE49-F238E27FC236}">
                <a16:creationId xmlns:a16="http://schemas.microsoft.com/office/drawing/2014/main" id="{2C0493D2-2898-411A-E4EF-34DAE97F1E6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5000"/>
              </a:lnSpc>
              <a:spcBef>
                <a:spcPct val="35000"/>
              </a:spcBef>
              <a:buClr>
                <a:schemeClr val="tx2"/>
              </a:buClr>
              <a:buFont typeface="Times" panose="02020603050405020304" pitchFamily="18" charset="0"/>
              <a:buChar char="•"/>
              <a:defRPr sz="2400">
                <a:solidFill>
                  <a:srgbClr val="000000"/>
                </a:solidFill>
                <a:latin typeface="Arial" panose="020B0604020202020204" pitchFamily="34" charset="0"/>
                <a:ea typeface="MS PGothic" panose="020B0600070205080204" pitchFamily="34" charset="-128"/>
              </a:defRPr>
            </a:lvl1pPr>
            <a:lvl2pPr marL="742950" indent="-285750">
              <a:lnSpc>
                <a:spcPct val="95000"/>
              </a:lnSpc>
              <a:spcBef>
                <a:spcPct val="35000"/>
              </a:spcBef>
              <a:buClr>
                <a:schemeClr val="tx2"/>
              </a:buClr>
              <a:buChar char="–"/>
              <a:defRPr sz="2000">
                <a:solidFill>
                  <a:srgbClr val="000000"/>
                </a:solidFill>
                <a:latin typeface="Arial" panose="020B0604020202020204" pitchFamily="34" charset="0"/>
                <a:ea typeface="MS PGothic" panose="020B0600070205080204" pitchFamily="34" charset="-128"/>
              </a:defRPr>
            </a:lvl2pPr>
            <a:lvl3pPr marL="1143000" indent="-228600">
              <a:lnSpc>
                <a:spcPct val="95000"/>
              </a:lnSpc>
              <a:spcBef>
                <a:spcPct val="35000"/>
              </a:spcBef>
              <a:buClr>
                <a:schemeClr val="tx2"/>
              </a:buClr>
              <a:buChar char="•"/>
              <a:defRPr sz="1600">
                <a:solidFill>
                  <a:srgbClr val="000000"/>
                </a:solidFill>
                <a:latin typeface="Arial" panose="020B0604020202020204" pitchFamily="34" charset="0"/>
                <a:ea typeface="MS PGothic" panose="020B0600070205080204" pitchFamily="34" charset="-128"/>
              </a:defRPr>
            </a:lvl3pPr>
            <a:lvl4pPr marL="16002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4pPr>
            <a:lvl5pPr marL="2057400" indent="-228600">
              <a:spcBef>
                <a:spcPct val="20000"/>
              </a:spcBef>
              <a:buClr>
                <a:schemeClr val="tx2"/>
              </a:buClr>
              <a:buChar char="»"/>
              <a:defRPr sz="1600">
                <a:solidFill>
                  <a:srgbClr val="000000"/>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chemeClr val="tx2"/>
              </a:buClr>
              <a:buChar char="»"/>
              <a:defRPr sz="1600">
                <a:solidFill>
                  <a:srgbClr val="000000"/>
                </a:solidFill>
                <a:latin typeface="Arial" panose="020B0604020202020204" pitchFamily="34" charset="0"/>
                <a:ea typeface="MS PGothic" panose="020B0600070205080204" pitchFamily="34" charset="-128"/>
              </a:defRPr>
            </a:lvl9pPr>
          </a:lstStyle>
          <a:p>
            <a:pPr>
              <a:lnSpc>
                <a:spcPct val="100000"/>
              </a:lnSpc>
              <a:spcBef>
                <a:spcPct val="0"/>
              </a:spcBef>
              <a:buClr>
                <a:srgbClr val="F68933"/>
              </a:buClr>
              <a:buFontTx/>
              <a:buNone/>
            </a:pPr>
            <a:r>
              <a:rPr lang="en-US" altLang="en-US" sz="800"/>
              <a:t>Page </a:t>
            </a:r>
            <a:fld id="{14D8750B-8DFC-4C47-89FD-E4342B17425F}" type="slidenum">
              <a:rPr lang="en-US" altLang="en-US" sz="800"/>
              <a:pPr>
                <a:lnSpc>
                  <a:spcPct val="100000"/>
                </a:lnSpc>
                <a:spcBef>
                  <a:spcPct val="0"/>
                </a:spcBef>
                <a:buClr>
                  <a:srgbClr val="F68933"/>
                </a:buClr>
                <a:buFontTx/>
                <a:buNone/>
              </a:pPr>
              <a:t>34</a:t>
            </a:fld>
            <a:endParaRPr lang="en-US" altLang="en-US" sz="800"/>
          </a:p>
        </p:txBody>
      </p:sp>
      <p:sp>
        <p:nvSpPr>
          <p:cNvPr id="82947" name="Rectangle 2">
            <a:extLst>
              <a:ext uri="{FF2B5EF4-FFF2-40B4-BE49-F238E27FC236}">
                <a16:creationId xmlns:a16="http://schemas.microsoft.com/office/drawing/2014/main" id="{9A79A21D-1EAA-4887-AAF7-2BAE87B23454}"/>
              </a:ext>
            </a:extLst>
          </p:cNvPr>
          <p:cNvSpPr>
            <a:spLocks noGrp="1" noChangeArrowheads="1"/>
          </p:cNvSpPr>
          <p:nvPr>
            <p:ph type="title"/>
          </p:nvPr>
        </p:nvSpPr>
        <p:spPr/>
        <p:txBody>
          <a:bodyPr/>
          <a:lstStyle/>
          <a:p>
            <a:pPr eaLnBrk="1" hangingPunct="1"/>
            <a:r>
              <a:rPr lang="en-GB" altLang="en-US"/>
              <a:t>Bibliography for this lesson</a:t>
            </a:r>
            <a:endParaRPr lang="en-US" altLang="en-US"/>
          </a:p>
        </p:txBody>
      </p:sp>
      <p:sp>
        <p:nvSpPr>
          <p:cNvPr id="82948" name="Rectangle 3">
            <a:extLst>
              <a:ext uri="{FF2B5EF4-FFF2-40B4-BE49-F238E27FC236}">
                <a16:creationId xmlns:a16="http://schemas.microsoft.com/office/drawing/2014/main" id="{166A180B-EE14-61DB-75E6-A43AD96BCD41}"/>
              </a:ext>
            </a:extLst>
          </p:cNvPr>
          <p:cNvSpPr>
            <a:spLocks noGrp="1" noChangeArrowheads="1"/>
          </p:cNvSpPr>
          <p:nvPr>
            <p:ph type="body" idx="1"/>
          </p:nvPr>
        </p:nvSpPr>
        <p:spPr/>
        <p:txBody>
          <a:bodyPr/>
          <a:lstStyle/>
          <a:p>
            <a:pPr eaLnBrk="1" hangingPunct="1"/>
            <a:r>
              <a:rPr lang="en-GB" altLang="en-US"/>
              <a:t>J.D. Plummer, “Silicon VLSI technology. Fundamentals, practice and modeling” , Prentice Hall 2000</a:t>
            </a:r>
          </a:p>
          <a:p>
            <a:pPr eaLnBrk="1" hangingPunct="1"/>
            <a:r>
              <a:rPr lang="en-GB" altLang="en-US"/>
              <a:t>S.A. Campbell, “The science and engineering of microelectronic fabrication”, Oxford University Press 2001</a:t>
            </a:r>
          </a:p>
          <a:p>
            <a:pPr eaLnBrk="1" hangingPunct="1"/>
            <a:r>
              <a:rPr lang="en-GB" altLang="en-US"/>
              <a:t>M. Alonso, E.J. Finn, “Elementi di Fisica per l’Universit</a:t>
            </a:r>
            <a:r>
              <a:rPr lang="en-US" altLang="en-US">
                <a:cs typeface="Arial" panose="020B0604020202020204" pitchFamily="34" charset="0"/>
              </a:rPr>
              <a:t>á”, Masson/Addison Wesley 1993</a:t>
            </a:r>
          </a:p>
          <a:p>
            <a:pPr eaLnBrk="1" hangingPunct="1"/>
            <a:r>
              <a:rPr lang="en-GB" altLang="en-US"/>
              <a:t>M.A. Lieberman, A.J. Lichtenberg, “Principles of plasma discharges and materials processing”, Wiley-Interscience 2005</a:t>
            </a:r>
          </a:p>
          <a:p>
            <a:r>
              <a:rPr lang="en-GB" altLang="en-US"/>
              <a:t>Marcello Mariani, "</a:t>
            </a:r>
            <a:r>
              <a:rPr lang="en-US" altLang="en-US"/>
              <a:t> Front-End Processes", in Robert Puers (Editor), Livio Baldi (Editor), Marcel Van de Voorde (Editor), Sebastiaan E. van Nooten (Editor) "Nanoelectronics: Materials, Devices, Applications", Wiley 2017.</a:t>
            </a:r>
          </a:p>
          <a:p>
            <a:pPr eaLnBrk="1" hangingPunct="1"/>
            <a:endParaRPr lang="en-US" altLang="en-US"/>
          </a:p>
        </p:txBody>
      </p:sp>
    </p:spTree>
  </p:cSld>
  <p:clrMapOvr>
    <a:masterClrMapping/>
  </p:clrMapOvr>
</p:sld>
</file>

<file path=ppt/theme/theme1.xml><?xml version="1.0" encoding="utf-8"?>
<a:theme xmlns:a="http://schemas.openxmlformats.org/drawingml/2006/main" name="Micron">
  <a:themeElements>
    <a:clrScheme name="Custom 1">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99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spAutoFit/>
      </a:bodyPr>
      <a:lstStyle>
        <a:defPPr algn="l">
          <a:lnSpc>
            <a:spcPct val="100000"/>
          </a:lnSpc>
          <a:defRPr sz="1800" dirty="0" err="1" smtClean="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extLst>
    <a:ext uri="{05A4C25C-085E-4340-85A3-A5531E510DB2}">
      <thm15:themeFamily xmlns:thm15="http://schemas.microsoft.com/office/thememl/2012/main" name="Blank.pptx" id="{2E5F151F-97D2-4DD4-8DAD-E3CD0A6F382A}" vid="{C72134E5-D970-4521-AA44-C9918EA35CF6}"/>
    </a:ext>
  </a:extLst>
</a:theme>
</file>

<file path=ppt/theme/theme2.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theme/theme3.xml><?xml version="1.0" encoding="utf-8"?>
<a:theme xmlns:a="http://schemas.openxmlformats.org/drawingml/2006/main" name="Micron">
  <a:themeElements>
    <a:clrScheme name="Micron Colors">
      <a:dk1>
        <a:srgbClr val="000000"/>
      </a:dk1>
      <a:lt1>
        <a:srgbClr val="FFFFFF"/>
      </a:lt1>
      <a:dk2>
        <a:srgbClr val="262626"/>
      </a:dk2>
      <a:lt2>
        <a:srgbClr val="F2F2F2"/>
      </a:lt2>
      <a:accent1>
        <a:srgbClr val="BD03F7"/>
      </a:accent1>
      <a:accent2>
        <a:srgbClr val="8C8C8C"/>
      </a:accent2>
      <a:accent3>
        <a:srgbClr val="32C8FF"/>
      </a:accent3>
      <a:accent4>
        <a:srgbClr val="01AB01"/>
      </a:accent4>
      <a:accent5>
        <a:srgbClr val="FFCC00"/>
      </a:accent5>
      <a:accent6>
        <a:srgbClr val="2044FF"/>
      </a:accent6>
      <a:hlink>
        <a:srgbClr val="BD03F7"/>
      </a:hlink>
      <a:folHlink>
        <a:srgbClr val="BD03F7"/>
      </a:folHlink>
    </a:clrScheme>
    <a:fontScheme name="Micron Fonts">
      <a:majorFont>
        <a:latin typeface="Arial"/>
        <a:ea typeface=""/>
        <a:cs typeface=""/>
      </a:majorFont>
      <a:minorFont>
        <a:latin typeface="Arial"/>
        <a:ea typeface=""/>
        <a:cs typeface=""/>
      </a:minorFont>
    </a:fontScheme>
    <a:fmtScheme name="Micron Effects">
      <a:fillStyleLst>
        <a:solidFill>
          <a:schemeClr val="phClr"/>
        </a:solidFill>
        <a:solidFill>
          <a:schemeClr val="phClr"/>
        </a:solidFill>
        <a:solidFill>
          <a:schemeClr val="phClr"/>
        </a:solidFill>
      </a:fillStyleLst>
      <a:lnStyleLst>
        <a:ln w="6350" cap="sq" cmpd="sng" algn="ctr">
          <a:solidFill>
            <a:schemeClr val="phClr"/>
          </a:solidFill>
          <a:prstDash val="solid"/>
          <a:miter lim="800000"/>
        </a:ln>
        <a:ln w="6350" cap="sq" cmpd="sng" algn="ctr">
          <a:solidFill>
            <a:schemeClr val="phClr"/>
          </a:solidFill>
          <a:prstDash val="solid"/>
          <a:miter lim="800000"/>
        </a:ln>
        <a:ln w="6350" cap="sq" cmpd="sng" algn="ctr">
          <a:solidFill>
            <a:schemeClr val="phClr"/>
          </a:solidFill>
          <a:prstDash val="solid"/>
          <a:miter lim="800000"/>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w="6350" cap="sq">
          <a:miter lim="800000"/>
        </a:ln>
      </a:spPr>
      <a:bodyPr/>
      <a:lstStyle>
        <a:defPPr algn="ctr">
          <a:lnSpc>
            <a:spcPct val="100000"/>
          </a:lnSpc>
          <a:defRPr sz="1800"/>
        </a:defPPr>
      </a:lstStyle>
      <a:style>
        <a:lnRef idx="0">
          <a:schemeClr val="tx1"/>
        </a:lnRef>
        <a:fillRef idx="1">
          <a:schemeClr val="tx1"/>
        </a:fillRef>
        <a:effectRef idx="0">
          <a:srgbClr val="000000"/>
        </a:effectRef>
        <a:fontRef idx="minor">
          <a:schemeClr val="bg1"/>
        </a:fontRef>
      </a:style>
    </a:spDef>
    <a:lnDef>
      <a:spPr>
        <a:ln w="6350" cap="sq">
          <a:miter lim="800000"/>
        </a:ln>
      </a:spPr>
      <a:bodyPr/>
      <a:lstStyle/>
      <a:style>
        <a:lnRef idx="1">
          <a:schemeClr val="tx1"/>
        </a:lnRef>
        <a:fillRef idx="0">
          <a:schemeClr val="tx1"/>
        </a:fillRef>
        <a:effectRef idx="0">
          <a:srgbClr val="000000"/>
        </a:effectRef>
        <a:fontRef idx="minor">
          <a:schemeClr val="bg1"/>
        </a:fontRef>
      </a:style>
    </a:lnDef>
    <a:txDef>
      <a:spPr>
        <a:noFill/>
      </a:spPr>
      <a:bodyPr wrap="square" lIns="0" tIns="0" rIns="0" bIns="0" rtlCol="0">
        <a:noAutofit/>
      </a:bodyPr>
      <a:lstStyle>
        <a:defPPr>
          <a:lnSpc>
            <a:spcPct val="100000"/>
          </a:lnSpc>
          <a:defRPr sz="1800"/>
        </a:defPPr>
      </a:lstStyle>
    </a:txDef>
  </a:objectDefaults>
  <a:extraClrSchemeLst/>
  <a:custClrLst>
    <a:custClr name="White">
      <a:srgbClr val="FFFFFF"/>
    </a:custClr>
    <a:custClr name="Black">
      <a:srgbClr val="000000"/>
    </a:custClr>
    <a:custClr name="Purple A">
      <a:srgbClr val="BD03F7"/>
    </a:custClr>
    <a:custClr name="Purple B">
      <a:srgbClr val="FF8CFF"/>
    </a:custClr>
    <a:custClr name="Purple C">
      <a:srgbClr val="FCCAFA"/>
    </a:custClr>
    <a:custClr name="Gray A">
      <a:srgbClr val="262626"/>
    </a:custClr>
    <a:custClr name="Gray B">
      <a:srgbClr val="4D4D4D"/>
    </a:custClr>
    <a:custClr name="Gray C">
      <a:srgbClr val="8C8C8C"/>
    </a:custClr>
    <a:custClr name="Gray D">
      <a:srgbClr val="BFBFBF"/>
    </a:custClr>
    <a:custClr name="Gray E">
      <a:srgbClr val="E6E6E6"/>
    </a:custClr>
    <a:custClr name="Gray F">
      <a:srgbClr val="F2F2F2"/>
    </a:custClr>
    <a:custClr name="Blue A">
      <a:srgbClr val="2044FF"/>
    </a:custClr>
    <a:custClr name="Blue B">
      <a:srgbClr val="32C8FF"/>
    </a:custClr>
    <a:custClr name="Blue C">
      <a:srgbClr val="96FAFC"/>
    </a:custClr>
    <a:custClr name="Green A">
      <a:srgbClr val="01AB01"/>
    </a:custClr>
    <a:custClr name="Green B">
      <a:srgbClr val="78F05A"/>
    </a:custClr>
    <a:custClr name="Green C">
      <a:srgbClr val="B6FCB4"/>
    </a:custClr>
    <a:custClr name="Gold A">
      <a:srgbClr val="FF9900"/>
    </a:custClr>
    <a:custClr name="Gold B">
      <a:srgbClr val="FFCC00"/>
    </a:custClr>
    <a:custClr name="Gold C">
      <a:srgbClr val="FFEC32"/>
    </a:custClr>
    <a:custClr name="Semiotic Green">
      <a:srgbClr val="00891C"/>
    </a:custClr>
    <a:custClr name="Semiotic Yellow">
      <a:srgbClr val="FFDE00"/>
    </a:custClr>
    <a:custClr name="Semiotic Red">
      <a:srgbClr val="EC0B00"/>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F1A5B3B-FC7C-6B4A-9F92-50D5BA24EF06}">
  <we:reference id="b0430364-2ab6-47cd-907e-f8b72239b204" version="3.19.222.0" store="EXCatalog" storeType="EXCatalog"/>
  <we:alternateReferences>
    <we:reference id="WA200000729" version="3.19.222.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1454C6C4DF484BB7E354F0133B2527" ma:contentTypeVersion="15" ma:contentTypeDescription="Create a new document." ma:contentTypeScope="" ma:versionID="3d797868a652486800ab0a8d76ea5ba2">
  <xsd:schema xmlns:xsd="http://www.w3.org/2001/XMLSchema" xmlns:xs="http://www.w3.org/2001/XMLSchema" xmlns:p="http://schemas.microsoft.com/office/2006/metadata/properties" xmlns:ns2="373dee95-3004-4e58-b400-fc9a330598fa" xmlns:ns3="f6b577cd-6e64-4f00-a024-38a5e216943f" targetNamespace="http://schemas.microsoft.com/office/2006/metadata/properties" ma:root="true" ma:fieldsID="a51a2154010bb654d69a56a30ab7fc95" ns2:_="" ns3:_="">
    <xsd:import namespace="373dee95-3004-4e58-b400-fc9a330598fa"/>
    <xsd:import namespace="f6b577cd-6e64-4f00-a024-38a5e216943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3dee95-3004-4e58-b400-fc9a330598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c9ac5c9-3891-4418-8e3e-3c86a1f99d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b577cd-6e64-4f00-a024-38a5e216943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0401ee5e-f1c1-480f-96b5-a2a1844dc208}" ma:internalName="TaxCatchAll" ma:showField="CatchAllData" ma:web="f6b577cd-6e64-4f00-a024-38a5e216943f">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f6b577cd-6e64-4f00-a024-38a5e216943f" xsi:nil="true"/>
    <lcf76f155ced4ddcb4097134ff3c332f xmlns="373dee95-3004-4e58-b400-fc9a330598f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93BE600-4354-4A1D-8E62-CDEA956B72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3dee95-3004-4e58-b400-fc9a330598fa"/>
    <ds:schemaRef ds:uri="f6b577cd-6e64-4f00-a024-38a5e216943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6F7D784-B287-493B-96EC-6DAAC458EB36}">
  <ds:schemaRefs>
    <ds:schemaRef ds:uri="http://schemas.microsoft.com/sharepoint/v3/contenttype/forms"/>
  </ds:schemaRefs>
</ds:datastoreItem>
</file>

<file path=customXml/itemProps3.xml><?xml version="1.0" encoding="utf-8"?>
<ds:datastoreItem xmlns:ds="http://schemas.openxmlformats.org/officeDocument/2006/customXml" ds:itemID="{C210B64C-2D98-49DF-A0BE-639DCBC582D6}">
  <ds:schemaRefs>
    <ds:schemaRef ds:uri="f6b577cd-6e64-4f00-a024-38a5e216943f"/>
    <ds:schemaRef ds:uri="http://schemas.microsoft.com/office/infopath/2007/PartnerControls"/>
    <ds:schemaRef ds:uri="http://purl.org/dc/elements/1.1/"/>
    <ds:schemaRef ds:uri="http://schemas.microsoft.com/office/2006/metadata/properties"/>
    <ds:schemaRef ds:uri="http://purl.org/dc/terms/"/>
    <ds:schemaRef ds:uri="373dee95-3004-4e58-b400-fc9a330598fa"/>
    <ds:schemaRef ds:uri="http://schemas.microsoft.com/office/2006/documentManagement/types"/>
    <ds:schemaRef ds:uri="http://schemas.openxmlformats.org/package/2006/metadata/core-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blank</Template>
  <TotalTime>57</TotalTime>
  <Words>2408</Words>
  <Application>Microsoft Office PowerPoint</Application>
  <PresentationFormat>Widescreen</PresentationFormat>
  <Paragraphs>312</Paragraphs>
  <Slides>34</Slides>
  <Notes>32</Notes>
  <HiddenSlides>5</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34</vt:i4>
      </vt:variant>
    </vt:vector>
  </HeadingPairs>
  <TitlesOfParts>
    <vt:vector size="42" baseType="lpstr">
      <vt:lpstr>Arial</vt:lpstr>
      <vt:lpstr>Symbol</vt:lpstr>
      <vt:lpstr>Times</vt:lpstr>
      <vt:lpstr>Verdana</vt:lpstr>
      <vt:lpstr>Wingdings</vt:lpstr>
      <vt:lpstr>Micron</vt:lpstr>
      <vt:lpstr>Document</vt:lpstr>
      <vt:lpstr>Equation</vt:lpstr>
      <vt:lpstr>Thin film deposition (1/2)</vt:lpstr>
      <vt:lpstr>Introduction</vt:lpstr>
      <vt:lpstr>Step coverage and gap filling properties</vt:lpstr>
      <vt:lpstr>Gap filling and aspect ratio</vt:lpstr>
      <vt:lpstr>Thin film deposition methods</vt:lpstr>
      <vt:lpstr>CVD Techniques</vt:lpstr>
      <vt:lpstr>A simple CVD system: APCVD</vt:lpstr>
      <vt:lpstr>Basic mechanism in a APCVD chamber</vt:lpstr>
      <vt:lpstr>Basic transport mechanisms</vt:lpstr>
      <vt:lpstr>Basic transport mechanisms</vt:lpstr>
      <vt:lpstr>A simple example</vt:lpstr>
      <vt:lpstr>Boundary or stagnant layer</vt:lpstr>
      <vt:lpstr>Boundary or stagnant layer</vt:lpstr>
      <vt:lpstr>Basic mechanism in a APCVD chamber</vt:lpstr>
      <vt:lpstr>Flux equations for APCVD</vt:lpstr>
      <vt:lpstr>Mass transfer and surface reaction regimes</vt:lpstr>
      <vt:lpstr>Mass transfer and surface reaction regimes</vt:lpstr>
      <vt:lpstr>Mass transport vs Surface reaction</vt:lpstr>
      <vt:lpstr>LPCVD</vt:lpstr>
      <vt:lpstr>Advantages of LPCVD</vt:lpstr>
      <vt:lpstr>Plasma definition</vt:lpstr>
      <vt:lpstr>Plasma definition</vt:lpstr>
      <vt:lpstr>Sheaths</vt:lpstr>
      <vt:lpstr> Boltzmann’s relation and Debye length</vt:lpstr>
      <vt:lpstr>Debye Length calculation (optional)</vt:lpstr>
      <vt:lpstr>Sheath and pre-sheath </vt:lpstr>
      <vt:lpstr>High voltage DC sheath: matrix sheath</vt:lpstr>
      <vt:lpstr>High voltage DC sheath: Child law sheath (optional)</vt:lpstr>
      <vt:lpstr>Plasma Enhanced CVD (PE-CVD)</vt:lpstr>
      <vt:lpstr>High Density Plasma CVD (HDP-CVD)</vt:lpstr>
      <vt:lpstr>Atomic Layer Deposition (ALD)</vt:lpstr>
      <vt:lpstr>Atomic Layer Deposition (ALD)</vt:lpstr>
      <vt:lpstr>Some CVD films</vt:lpstr>
      <vt:lpstr>Bibliography for this lesson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Marcello Mariani</dc:creator>
  <cp:keywords/>
  <dc:description/>
  <cp:lastModifiedBy>Marcello Mariani</cp:lastModifiedBy>
  <cp:revision>3</cp:revision>
  <dcterms:created xsi:type="dcterms:W3CDTF">2025-02-14T08:32:36Z</dcterms:created>
  <dcterms:modified xsi:type="dcterms:W3CDTF">2025-02-14T09:36:41Z</dcterms:modified>
  <cp:category/>
  <cp:version>01</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0x010100BE1454C6C4DF484BB7E354F0133B2527</vt:lpwstr>
  </property>
  <property fmtid="{D5CDD505-2E9C-101B-9397-08002B2CF9AE}" pid="3" name="MediaServiceImageTags">
    <vt:lpwstr/>
  </property>
  <property fmtid="{D5CDD505-2E9C-101B-9397-08002B2CF9AE}" pid="4" name="MSIP_Label_8e19d756-792e-42a1-bcad-4cb9051ddd2d_Enabled">
    <vt:lpwstr>true</vt:lpwstr>
  </property>
  <property fmtid="{D5CDD505-2E9C-101B-9397-08002B2CF9AE}" pid="5" name="MSIP_Label_8e19d756-792e-42a1-bcad-4cb9051ddd2d_SetDate">
    <vt:lpwstr>2025-01-07T15:51:17Z</vt:lpwstr>
  </property>
  <property fmtid="{D5CDD505-2E9C-101B-9397-08002B2CF9AE}" pid="6" name="MSIP_Label_8e19d756-792e-42a1-bcad-4cb9051ddd2d_Method">
    <vt:lpwstr>Standard</vt:lpwstr>
  </property>
  <property fmtid="{D5CDD505-2E9C-101B-9397-08002B2CF9AE}" pid="7" name="MSIP_Label_8e19d756-792e-42a1-bcad-4cb9051ddd2d_Name">
    <vt:lpwstr>Confidential</vt:lpwstr>
  </property>
  <property fmtid="{D5CDD505-2E9C-101B-9397-08002B2CF9AE}" pid="8" name="MSIP_Label_8e19d756-792e-42a1-bcad-4cb9051ddd2d_SiteId">
    <vt:lpwstr>41eb501a-f671-4ce0-a5bf-b64168c3705f</vt:lpwstr>
  </property>
  <property fmtid="{D5CDD505-2E9C-101B-9397-08002B2CF9AE}" pid="9" name="MSIP_Label_8e19d756-792e-42a1-bcad-4cb9051ddd2d_ActionId">
    <vt:lpwstr>f41914a7-38f9-4a23-8387-8a0d10a90b2a</vt:lpwstr>
  </property>
  <property fmtid="{D5CDD505-2E9C-101B-9397-08002B2CF9AE}" pid="10" name="MSIP_Label_8e19d756-792e-42a1-bcad-4cb9051ddd2d_ContentBits">
    <vt:lpwstr>2</vt:lpwstr>
  </property>
  <property fmtid="{D5CDD505-2E9C-101B-9397-08002B2CF9AE}" pid="11" name="MSIP_Label_6fdea275-d6f3-438f-b8d8-013cab2023d3_Enabled">
    <vt:lpwstr>true</vt:lpwstr>
  </property>
  <property fmtid="{D5CDD505-2E9C-101B-9397-08002B2CF9AE}" pid="12" name="MSIP_Label_6fdea275-d6f3-438f-b8d8-013cab2023d3_SetDate">
    <vt:lpwstr>2025-02-14T09:36:18Z</vt:lpwstr>
  </property>
  <property fmtid="{D5CDD505-2E9C-101B-9397-08002B2CF9AE}" pid="13" name="MSIP_Label_6fdea275-d6f3-438f-b8d8-013cab2023d3_Method">
    <vt:lpwstr>Privileged</vt:lpwstr>
  </property>
  <property fmtid="{D5CDD505-2E9C-101B-9397-08002B2CF9AE}" pid="14" name="MSIP_Label_6fdea275-d6f3-438f-b8d8-013cab2023d3_Name">
    <vt:lpwstr>Public</vt:lpwstr>
  </property>
  <property fmtid="{D5CDD505-2E9C-101B-9397-08002B2CF9AE}" pid="15" name="MSIP_Label_6fdea275-d6f3-438f-b8d8-013cab2023d3_SiteId">
    <vt:lpwstr>f38a5ecd-2813-4862-b11b-ac1d563c806f</vt:lpwstr>
  </property>
  <property fmtid="{D5CDD505-2E9C-101B-9397-08002B2CF9AE}" pid="16" name="MSIP_Label_6fdea275-d6f3-438f-b8d8-013cab2023d3_ActionId">
    <vt:lpwstr>5d76563d-5019-43e5-a5d1-52ad9552008a</vt:lpwstr>
  </property>
  <property fmtid="{D5CDD505-2E9C-101B-9397-08002B2CF9AE}" pid="17" name="MSIP_Label_6fdea275-d6f3-438f-b8d8-013cab2023d3_ContentBits">
    <vt:lpwstr>0</vt:lpwstr>
  </property>
</Properties>
</file>