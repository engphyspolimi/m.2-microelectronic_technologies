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3"/>
  </p:notesMasterIdLst>
  <p:handoutMasterIdLst>
    <p:handoutMasterId r:id="rId44"/>
  </p:handoutMasterIdLst>
  <p:sldIdLst>
    <p:sldId id="310" r:id="rId5"/>
    <p:sldId id="312" r:id="rId6"/>
    <p:sldId id="313" r:id="rId7"/>
    <p:sldId id="348" r:id="rId8"/>
    <p:sldId id="314" r:id="rId9"/>
    <p:sldId id="315" r:id="rId10"/>
    <p:sldId id="317" r:id="rId11"/>
    <p:sldId id="352" r:id="rId12"/>
    <p:sldId id="355" r:id="rId13"/>
    <p:sldId id="316" r:id="rId14"/>
    <p:sldId id="356" r:id="rId15"/>
    <p:sldId id="318" r:id="rId16"/>
    <p:sldId id="319" r:id="rId17"/>
    <p:sldId id="347" r:id="rId18"/>
    <p:sldId id="320" r:id="rId19"/>
    <p:sldId id="334" r:id="rId20"/>
    <p:sldId id="321" r:id="rId21"/>
    <p:sldId id="322" r:id="rId22"/>
    <p:sldId id="323" r:id="rId23"/>
    <p:sldId id="324" r:id="rId24"/>
    <p:sldId id="350" r:id="rId25"/>
    <p:sldId id="351" r:id="rId26"/>
    <p:sldId id="335" r:id="rId27"/>
    <p:sldId id="325" r:id="rId28"/>
    <p:sldId id="338" r:id="rId29"/>
    <p:sldId id="339" r:id="rId30"/>
    <p:sldId id="340" r:id="rId31"/>
    <p:sldId id="326" r:id="rId32"/>
    <p:sldId id="342" r:id="rId33"/>
    <p:sldId id="328" r:id="rId34"/>
    <p:sldId id="327" r:id="rId35"/>
    <p:sldId id="330" r:id="rId36"/>
    <p:sldId id="343" r:id="rId37"/>
    <p:sldId id="332" r:id="rId38"/>
    <p:sldId id="333" r:id="rId39"/>
    <p:sldId id="331" r:id="rId40"/>
    <p:sldId id="345" r:id="rId41"/>
    <p:sldId id="35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20307-E07E-4C57-A631-E78587DBE53D}" v="1" dt="2025-02-14T09:34:56.360"/>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18" autoAdjust="0"/>
  </p:normalViewPr>
  <p:slideViewPr>
    <p:cSldViewPr snapToGrid="0" showGuides="1">
      <p:cViewPr varScale="1">
        <p:scale>
          <a:sx n="71" d="100"/>
          <a:sy n="71" d="100"/>
        </p:scale>
        <p:origin x="484" y="48"/>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C1420307-E07E-4C57-A631-E78587DBE53D}"/>
    <pc:docChg chg="addSld delSld modSld">
      <pc:chgData name="Marcello Mariani" userId="1e342699-93ad-4e2e-93b0-0f6a2c00c4b8" providerId="ADAL" clId="{C1420307-E07E-4C57-A631-E78587DBE53D}" dt="2025-02-14T09:34:56.329" v="1"/>
      <pc:docMkLst>
        <pc:docMk/>
      </pc:docMkLst>
      <pc:sldChg chg="add">
        <pc:chgData name="Marcello Mariani" userId="1e342699-93ad-4e2e-93b0-0f6a2c00c4b8" providerId="ADAL" clId="{C1420307-E07E-4C57-A631-E78587DBE53D}" dt="2025-02-14T09:34:56.329" v="1"/>
        <pc:sldMkLst>
          <pc:docMk/>
          <pc:sldMk cId="0" sldId="310"/>
        </pc:sldMkLst>
      </pc:sldChg>
      <pc:sldChg chg="add">
        <pc:chgData name="Marcello Mariani" userId="1e342699-93ad-4e2e-93b0-0f6a2c00c4b8" providerId="ADAL" clId="{C1420307-E07E-4C57-A631-E78587DBE53D}" dt="2025-02-14T09:34:56.329" v="1"/>
        <pc:sldMkLst>
          <pc:docMk/>
          <pc:sldMk cId="0" sldId="312"/>
        </pc:sldMkLst>
      </pc:sldChg>
      <pc:sldChg chg="add">
        <pc:chgData name="Marcello Mariani" userId="1e342699-93ad-4e2e-93b0-0f6a2c00c4b8" providerId="ADAL" clId="{C1420307-E07E-4C57-A631-E78587DBE53D}" dt="2025-02-14T09:34:56.329" v="1"/>
        <pc:sldMkLst>
          <pc:docMk/>
          <pc:sldMk cId="0" sldId="313"/>
        </pc:sldMkLst>
      </pc:sldChg>
      <pc:sldChg chg="add">
        <pc:chgData name="Marcello Mariani" userId="1e342699-93ad-4e2e-93b0-0f6a2c00c4b8" providerId="ADAL" clId="{C1420307-E07E-4C57-A631-E78587DBE53D}" dt="2025-02-14T09:34:56.329" v="1"/>
        <pc:sldMkLst>
          <pc:docMk/>
          <pc:sldMk cId="0" sldId="314"/>
        </pc:sldMkLst>
      </pc:sldChg>
      <pc:sldChg chg="add">
        <pc:chgData name="Marcello Mariani" userId="1e342699-93ad-4e2e-93b0-0f6a2c00c4b8" providerId="ADAL" clId="{C1420307-E07E-4C57-A631-E78587DBE53D}" dt="2025-02-14T09:34:56.329" v="1"/>
        <pc:sldMkLst>
          <pc:docMk/>
          <pc:sldMk cId="0" sldId="315"/>
        </pc:sldMkLst>
      </pc:sldChg>
      <pc:sldChg chg="add">
        <pc:chgData name="Marcello Mariani" userId="1e342699-93ad-4e2e-93b0-0f6a2c00c4b8" providerId="ADAL" clId="{C1420307-E07E-4C57-A631-E78587DBE53D}" dt="2025-02-14T09:34:56.329" v="1"/>
        <pc:sldMkLst>
          <pc:docMk/>
          <pc:sldMk cId="0" sldId="316"/>
        </pc:sldMkLst>
      </pc:sldChg>
      <pc:sldChg chg="add">
        <pc:chgData name="Marcello Mariani" userId="1e342699-93ad-4e2e-93b0-0f6a2c00c4b8" providerId="ADAL" clId="{C1420307-E07E-4C57-A631-E78587DBE53D}" dt="2025-02-14T09:34:56.329" v="1"/>
        <pc:sldMkLst>
          <pc:docMk/>
          <pc:sldMk cId="0" sldId="317"/>
        </pc:sldMkLst>
      </pc:sldChg>
      <pc:sldChg chg="add">
        <pc:chgData name="Marcello Mariani" userId="1e342699-93ad-4e2e-93b0-0f6a2c00c4b8" providerId="ADAL" clId="{C1420307-E07E-4C57-A631-E78587DBE53D}" dt="2025-02-14T09:34:56.329" v="1"/>
        <pc:sldMkLst>
          <pc:docMk/>
          <pc:sldMk cId="0" sldId="318"/>
        </pc:sldMkLst>
      </pc:sldChg>
      <pc:sldChg chg="add">
        <pc:chgData name="Marcello Mariani" userId="1e342699-93ad-4e2e-93b0-0f6a2c00c4b8" providerId="ADAL" clId="{C1420307-E07E-4C57-A631-E78587DBE53D}" dt="2025-02-14T09:34:56.329" v="1"/>
        <pc:sldMkLst>
          <pc:docMk/>
          <pc:sldMk cId="0" sldId="319"/>
        </pc:sldMkLst>
      </pc:sldChg>
      <pc:sldChg chg="add">
        <pc:chgData name="Marcello Mariani" userId="1e342699-93ad-4e2e-93b0-0f6a2c00c4b8" providerId="ADAL" clId="{C1420307-E07E-4C57-A631-E78587DBE53D}" dt="2025-02-14T09:34:56.329" v="1"/>
        <pc:sldMkLst>
          <pc:docMk/>
          <pc:sldMk cId="0" sldId="320"/>
        </pc:sldMkLst>
      </pc:sldChg>
      <pc:sldChg chg="add">
        <pc:chgData name="Marcello Mariani" userId="1e342699-93ad-4e2e-93b0-0f6a2c00c4b8" providerId="ADAL" clId="{C1420307-E07E-4C57-A631-E78587DBE53D}" dt="2025-02-14T09:34:56.329" v="1"/>
        <pc:sldMkLst>
          <pc:docMk/>
          <pc:sldMk cId="0" sldId="321"/>
        </pc:sldMkLst>
      </pc:sldChg>
      <pc:sldChg chg="add">
        <pc:chgData name="Marcello Mariani" userId="1e342699-93ad-4e2e-93b0-0f6a2c00c4b8" providerId="ADAL" clId="{C1420307-E07E-4C57-A631-E78587DBE53D}" dt="2025-02-14T09:34:56.329" v="1"/>
        <pc:sldMkLst>
          <pc:docMk/>
          <pc:sldMk cId="0" sldId="322"/>
        </pc:sldMkLst>
      </pc:sldChg>
      <pc:sldChg chg="add">
        <pc:chgData name="Marcello Mariani" userId="1e342699-93ad-4e2e-93b0-0f6a2c00c4b8" providerId="ADAL" clId="{C1420307-E07E-4C57-A631-E78587DBE53D}" dt="2025-02-14T09:34:56.329" v="1"/>
        <pc:sldMkLst>
          <pc:docMk/>
          <pc:sldMk cId="0" sldId="323"/>
        </pc:sldMkLst>
      </pc:sldChg>
      <pc:sldChg chg="add">
        <pc:chgData name="Marcello Mariani" userId="1e342699-93ad-4e2e-93b0-0f6a2c00c4b8" providerId="ADAL" clId="{C1420307-E07E-4C57-A631-E78587DBE53D}" dt="2025-02-14T09:34:56.329" v="1"/>
        <pc:sldMkLst>
          <pc:docMk/>
          <pc:sldMk cId="0" sldId="324"/>
        </pc:sldMkLst>
      </pc:sldChg>
      <pc:sldChg chg="add">
        <pc:chgData name="Marcello Mariani" userId="1e342699-93ad-4e2e-93b0-0f6a2c00c4b8" providerId="ADAL" clId="{C1420307-E07E-4C57-A631-E78587DBE53D}" dt="2025-02-14T09:34:56.329" v="1"/>
        <pc:sldMkLst>
          <pc:docMk/>
          <pc:sldMk cId="0" sldId="325"/>
        </pc:sldMkLst>
      </pc:sldChg>
      <pc:sldChg chg="add">
        <pc:chgData name="Marcello Mariani" userId="1e342699-93ad-4e2e-93b0-0f6a2c00c4b8" providerId="ADAL" clId="{C1420307-E07E-4C57-A631-E78587DBE53D}" dt="2025-02-14T09:34:56.329" v="1"/>
        <pc:sldMkLst>
          <pc:docMk/>
          <pc:sldMk cId="0" sldId="326"/>
        </pc:sldMkLst>
      </pc:sldChg>
      <pc:sldChg chg="add">
        <pc:chgData name="Marcello Mariani" userId="1e342699-93ad-4e2e-93b0-0f6a2c00c4b8" providerId="ADAL" clId="{C1420307-E07E-4C57-A631-E78587DBE53D}" dt="2025-02-14T09:34:56.329" v="1"/>
        <pc:sldMkLst>
          <pc:docMk/>
          <pc:sldMk cId="0" sldId="327"/>
        </pc:sldMkLst>
      </pc:sldChg>
      <pc:sldChg chg="add">
        <pc:chgData name="Marcello Mariani" userId="1e342699-93ad-4e2e-93b0-0f6a2c00c4b8" providerId="ADAL" clId="{C1420307-E07E-4C57-A631-E78587DBE53D}" dt="2025-02-14T09:34:56.329" v="1"/>
        <pc:sldMkLst>
          <pc:docMk/>
          <pc:sldMk cId="0" sldId="328"/>
        </pc:sldMkLst>
      </pc:sldChg>
      <pc:sldChg chg="add">
        <pc:chgData name="Marcello Mariani" userId="1e342699-93ad-4e2e-93b0-0f6a2c00c4b8" providerId="ADAL" clId="{C1420307-E07E-4C57-A631-E78587DBE53D}" dt="2025-02-14T09:34:56.329" v="1"/>
        <pc:sldMkLst>
          <pc:docMk/>
          <pc:sldMk cId="0" sldId="330"/>
        </pc:sldMkLst>
      </pc:sldChg>
      <pc:sldChg chg="add">
        <pc:chgData name="Marcello Mariani" userId="1e342699-93ad-4e2e-93b0-0f6a2c00c4b8" providerId="ADAL" clId="{C1420307-E07E-4C57-A631-E78587DBE53D}" dt="2025-02-14T09:34:56.329" v="1"/>
        <pc:sldMkLst>
          <pc:docMk/>
          <pc:sldMk cId="0" sldId="331"/>
        </pc:sldMkLst>
      </pc:sldChg>
      <pc:sldChg chg="add">
        <pc:chgData name="Marcello Mariani" userId="1e342699-93ad-4e2e-93b0-0f6a2c00c4b8" providerId="ADAL" clId="{C1420307-E07E-4C57-A631-E78587DBE53D}" dt="2025-02-14T09:34:56.329" v="1"/>
        <pc:sldMkLst>
          <pc:docMk/>
          <pc:sldMk cId="0" sldId="332"/>
        </pc:sldMkLst>
      </pc:sldChg>
      <pc:sldChg chg="add">
        <pc:chgData name="Marcello Mariani" userId="1e342699-93ad-4e2e-93b0-0f6a2c00c4b8" providerId="ADAL" clId="{C1420307-E07E-4C57-A631-E78587DBE53D}" dt="2025-02-14T09:34:56.329" v="1"/>
        <pc:sldMkLst>
          <pc:docMk/>
          <pc:sldMk cId="0" sldId="333"/>
        </pc:sldMkLst>
      </pc:sldChg>
      <pc:sldChg chg="add">
        <pc:chgData name="Marcello Mariani" userId="1e342699-93ad-4e2e-93b0-0f6a2c00c4b8" providerId="ADAL" clId="{C1420307-E07E-4C57-A631-E78587DBE53D}" dt="2025-02-14T09:34:56.329" v="1"/>
        <pc:sldMkLst>
          <pc:docMk/>
          <pc:sldMk cId="0" sldId="334"/>
        </pc:sldMkLst>
      </pc:sldChg>
      <pc:sldChg chg="add">
        <pc:chgData name="Marcello Mariani" userId="1e342699-93ad-4e2e-93b0-0f6a2c00c4b8" providerId="ADAL" clId="{C1420307-E07E-4C57-A631-E78587DBE53D}" dt="2025-02-14T09:34:56.329" v="1"/>
        <pc:sldMkLst>
          <pc:docMk/>
          <pc:sldMk cId="0" sldId="335"/>
        </pc:sldMkLst>
      </pc:sldChg>
      <pc:sldChg chg="add">
        <pc:chgData name="Marcello Mariani" userId="1e342699-93ad-4e2e-93b0-0f6a2c00c4b8" providerId="ADAL" clId="{C1420307-E07E-4C57-A631-E78587DBE53D}" dt="2025-02-14T09:34:56.329" v="1"/>
        <pc:sldMkLst>
          <pc:docMk/>
          <pc:sldMk cId="0" sldId="338"/>
        </pc:sldMkLst>
      </pc:sldChg>
      <pc:sldChg chg="add">
        <pc:chgData name="Marcello Mariani" userId="1e342699-93ad-4e2e-93b0-0f6a2c00c4b8" providerId="ADAL" clId="{C1420307-E07E-4C57-A631-E78587DBE53D}" dt="2025-02-14T09:34:56.329" v="1"/>
        <pc:sldMkLst>
          <pc:docMk/>
          <pc:sldMk cId="0" sldId="339"/>
        </pc:sldMkLst>
      </pc:sldChg>
      <pc:sldChg chg="add">
        <pc:chgData name="Marcello Mariani" userId="1e342699-93ad-4e2e-93b0-0f6a2c00c4b8" providerId="ADAL" clId="{C1420307-E07E-4C57-A631-E78587DBE53D}" dt="2025-02-14T09:34:56.329" v="1"/>
        <pc:sldMkLst>
          <pc:docMk/>
          <pc:sldMk cId="0" sldId="340"/>
        </pc:sldMkLst>
      </pc:sldChg>
      <pc:sldChg chg="add">
        <pc:chgData name="Marcello Mariani" userId="1e342699-93ad-4e2e-93b0-0f6a2c00c4b8" providerId="ADAL" clId="{C1420307-E07E-4C57-A631-E78587DBE53D}" dt="2025-02-14T09:34:56.329" v="1"/>
        <pc:sldMkLst>
          <pc:docMk/>
          <pc:sldMk cId="0" sldId="342"/>
        </pc:sldMkLst>
      </pc:sldChg>
      <pc:sldChg chg="add">
        <pc:chgData name="Marcello Mariani" userId="1e342699-93ad-4e2e-93b0-0f6a2c00c4b8" providerId="ADAL" clId="{C1420307-E07E-4C57-A631-E78587DBE53D}" dt="2025-02-14T09:34:56.329" v="1"/>
        <pc:sldMkLst>
          <pc:docMk/>
          <pc:sldMk cId="0" sldId="343"/>
        </pc:sldMkLst>
      </pc:sldChg>
      <pc:sldChg chg="add">
        <pc:chgData name="Marcello Mariani" userId="1e342699-93ad-4e2e-93b0-0f6a2c00c4b8" providerId="ADAL" clId="{C1420307-E07E-4C57-A631-E78587DBE53D}" dt="2025-02-14T09:34:56.329" v="1"/>
        <pc:sldMkLst>
          <pc:docMk/>
          <pc:sldMk cId="0" sldId="345"/>
        </pc:sldMkLst>
      </pc:sldChg>
      <pc:sldChg chg="add">
        <pc:chgData name="Marcello Mariani" userId="1e342699-93ad-4e2e-93b0-0f6a2c00c4b8" providerId="ADAL" clId="{C1420307-E07E-4C57-A631-E78587DBE53D}" dt="2025-02-14T09:34:56.329" v="1"/>
        <pc:sldMkLst>
          <pc:docMk/>
          <pc:sldMk cId="0" sldId="347"/>
        </pc:sldMkLst>
      </pc:sldChg>
      <pc:sldChg chg="add">
        <pc:chgData name="Marcello Mariani" userId="1e342699-93ad-4e2e-93b0-0f6a2c00c4b8" providerId="ADAL" clId="{C1420307-E07E-4C57-A631-E78587DBE53D}" dt="2025-02-14T09:34:56.329" v="1"/>
        <pc:sldMkLst>
          <pc:docMk/>
          <pc:sldMk cId="0" sldId="348"/>
        </pc:sldMkLst>
      </pc:sldChg>
      <pc:sldChg chg="add">
        <pc:chgData name="Marcello Mariani" userId="1e342699-93ad-4e2e-93b0-0f6a2c00c4b8" providerId="ADAL" clId="{C1420307-E07E-4C57-A631-E78587DBE53D}" dt="2025-02-14T09:34:56.329" v="1"/>
        <pc:sldMkLst>
          <pc:docMk/>
          <pc:sldMk cId="0" sldId="350"/>
        </pc:sldMkLst>
      </pc:sldChg>
      <pc:sldChg chg="add">
        <pc:chgData name="Marcello Mariani" userId="1e342699-93ad-4e2e-93b0-0f6a2c00c4b8" providerId="ADAL" clId="{C1420307-E07E-4C57-A631-E78587DBE53D}" dt="2025-02-14T09:34:56.329" v="1"/>
        <pc:sldMkLst>
          <pc:docMk/>
          <pc:sldMk cId="0" sldId="351"/>
        </pc:sldMkLst>
      </pc:sldChg>
      <pc:sldChg chg="add">
        <pc:chgData name="Marcello Mariani" userId="1e342699-93ad-4e2e-93b0-0f6a2c00c4b8" providerId="ADAL" clId="{C1420307-E07E-4C57-A631-E78587DBE53D}" dt="2025-02-14T09:34:56.329" v="1"/>
        <pc:sldMkLst>
          <pc:docMk/>
          <pc:sldMk cId="0" sldId="352"/>
        </pc:sldMkLst>
      </pc:sldChg>
      <pc:sldChg chg="add">
        <pc:chgData name="Marcello Mariani" userId="1e342699-93ad-4e2e-93b0-0f6a2c00c4b8" providerId="ADAL" clId="{C1420307-E07E-4C57-A631-E78587DBE53D}" dt="2025-02-14T09:34:56.329" v="1"/>
        <pc:sldMkLst>
          <pc:docMk/>
          <pc:sldMk cId="0" sldId="354"/>
        </pc:sldMkLst>
      </pc:sldChg>
      <pc:sldChg chg="add">
        <pc:chgData name="Marcello Mariani" userId="1e342699-93ad-4e2e-93b0-0f6a2c00c4b8" providerId="ADAL" clId="{C1420307-E07E-4C57-A631-E78587DBE53D}" dt="2025-02-14T09:34:56.329" v="1"/>
        <pc:sldMkLst>
          <pc:docMk/>
          <pc:sldMk cId="0" sldId="355"/>
        </pc:sldMkLst>
      </pc:sldChg>
      <pc:sldChg chg="add">
        <pc:chgData name="Marcello Mariani" userId="1e342699-93ad-4e2e-93b0-0f6a2c00c4b8" providerId="ADAL" clId="{C1420307-E07E-4C57-A631-E78587DBE53D}" dt="2025-02-14T09:34:56.329" v="1"/>
        <pc:sldMkLst>
          <pc:docMk/>
          <pc:sldMk cId="4046173971" sldId="356"/>
        </pc:sldMkLst>
      </pc:sldChg>
      <pc:sldChg chg="del">
        <pc:chgData name="Marcello Mariani" userId="1e342699-93ad-4e2e-93b0-0f6a2c00c4b8" providerId="ADAL" clId="{C1420307-E07E-4C57-A631-E78587DBE53D}" dt="2025-02-14T09:34:55.258" v="0" actId="47"/>
        <pc:sldMkLst>
          <pc:docMk/>
          <pc:sldMk cId="1849405100" sldId="503"/>
        </pc:sldMkLst>
      </pc:sldChg>
      <pc:sldChg chg="del">
        <pc:chgData name="Marcello Mariani" userId="1e342699-93ad-4e2e-93b0-0f6a2c00c4b8" providerId="ADAL" clId="{C1420307-E07E-4C57-A631-E78587DBE53D}" dt="2025-02-14T09:34:55.258" v="0" actId="47"/>
        <pc:sldMkLst>
          <pc:docMk/>
          <pc:sldMk cId="3260653566" sldId="504"/>
        </pc:sldMkLst>
      </pc:sldChg>
      <pc:sldChg chg="del">
        <pc:chgData name="Marcello Mariani" userId="1e342699-93ad-4e2e-93b0-0f6a2c00c4b8" providerId="ADAL" clId="{C1420307-E07E-4C57-A631-E78587DBE53D}" dt="2025-02-14T09:34:55.258" v="0" actId="47"/>
        <pc:sldMkLst>
          <pc:docMk/>
          <pc:sldMk cId="680479922" sldId="505"/>
        </pc:sldMkLst>
      </pc:sldChg>
      <pc:sldChg chg="del">
        <pc:chgData name="Marcello Mariani" userId="1e342699-93ad-4e2e-93b0-0f6a2c00c4b8" providerId="ADAL" clId="{C1420307-E07E-4C57-A631-E78587DBE53D}" dt="2025-02-14T09:34:55.258" v="0" actId="47"/>
        <pc:sldMkLst>
          <pc:docMk/>
          <pc:sldMk cId="1986469317" sldId="506"/>
        </pc:sldMkLst>
      </pc:sldChg>
      <pc:sldChg chg="del">
        <pc:chgData name="Marcello Mariani" userId="1e342699-93ad-4e2e-93b0-0f6a2c00c4b8" providerId="ADAL" clId="{C1420307-E07E-4C57-A631-E78587DBE53D}" dt="2025-02-14T09:34:55.258" v="0" actId="47"/>
        <pc:sldMkLst>
          <pc:docMk/>
          <pc:sldMk cId="2869364607" sldId="507"/>
        </pc:sldMkLst>
      </pc:sldChg>
      <pc:sldChg chg="del">
        <pc:chgData name="Marcello Mariani" userId="1e342699-93ad-4e2e-93b0-0f6a2c00c4b8" providerId="ADAL" clId="{C1420307-E07E-4C57-A631-E78587DBE53D}" dt="2025-02-14T09:34:55.258" v="0" actId="47"/>
        <pc:sldMkLst>
          <pc:docMk/>
          <pc:sldMk cId="530014916" sldId="508"/>
        </pc:sldMkLst>
      </pc:sldChg>
      <pc:sldChg chg="del">
        <pc:chgData name="Marcello Mariani" userId="1e342699-93ad-4e2e-93b0-0f6a2c00c4b8" providerId="ADAL" clId="{C1420307-E07E-4C57-A631-E78587DBE53D}" dt="2025-02-14T09:34:55.258" v="0" actId="47"/>
        <pc:sldMkLst>
          <pc:docMk/>
          <pc:sldMk cId="413877799" sldId="510"/>
        </pc:sldMkLst>
      </pc:sldChg>
      <pc:sldChg chg="del">
        <pc:chgData name="Marcello Mariani" userId="1e342699-93ad-4e2e-93b0-0f6a2c00c4b8" providerId="ADAL" clId="{C1420307-E07E-4C57-A631-E78587DBE53D}" dt="2025-02-14T09:34:55.258" v="0" actId="47"/>
        <pc:sldMkLst>
          <pc:docMk/>
          <pc:sldMk cId="271598321" sldId="511"/>
        </pc:sldMkLst>
      </pc:sldChg>
      <pc:sldChg chg="del">
        <pc:chgData name="Marcello Mariani" userId="1e342699-93ad-4e2e-93b0-0f6a2c00c4b8" providerId="ADAL" clId="{C1420307-E07E-4C57-A631-E78587DBE53D}" dt="2025-02-14T09:34:55.258" v="0" actId="47"/>
        <pc:sldMkLst>
          <pc:docMk/>
          <pc:sldMk cId="3570306317" sldId="512"/>
        </pc:sldMkLst>
      </pc:sldChg>
      <pc:sldChg chg="del">
        <pc:chgData name="Marcello Mariani" userId="1e342699-93ad-4e2e-93b0-0f6a2c00c4b8" providerId="ADAL" clId="{C1420307-E07E-4C57-A631-E78587DBE53D}" dt="2025-02-14T09:34:55.258" v="0" actId="47"/>
        <pc:sldMkLst>
          <pc:docMk/>
          <pc:sldMk cId="2513792535" sldId="513"/>
        </pc:sldMkLst>
      </pc:sldChg>
      <pc:sldChg chg="del">
        <pc:chgData name="Marcello Mariani" userId="1e342699-93ad-4e2e-93b0-0f6a2c00c4b8" providerId="ADAL" clId="{C1420307-E07E-4C57-A631-E78587DBE53D}" dt="2025-02-14T09:34:55.258" v="0" actId="47"/>
        <pc:sldMkLst>
          <pc:docMk/>
          <pc:sldMk cId="2914335613" sldId="514"/>
        </pc:sldMkLst>
      </pc:sldChg>
      <pc:sldChg chg="del">
        <pc:chgData name="Marcello Mariani" userId="1e342699-93ad-4e2e-93b0-0f6a2c00c4b8" providerId="ADAL" clId="{C1420307-E07E-4C57-A631-E78587DBE53D}" dt="2025-02-14T09:34:55.258" v="0" actId="47"/>
        <pc:sldMkLst>
          <pc:docMk/>
          <pc:sldMk cId="1572351629" sldId="515"/>
        </pc:sldMkLst>
      </pc:sldChg>
      <pc:sldChg chg="del">
        <pc:chgData name="Marcello Mariani" userId="1e342699-93ad-4e2e-93b0-0f6a2c00c4b8" providerId="ADAL" clId="{C1420307-E07E-4C57-A631-E78587DBE53D}" dt="2025-02-14T09:34:55.258" v="0" actId="47"/>
        <pc:sldMkLst>
          <pc:docMk/>
          <pc:sldMk cId="2754973045" sldId="516"/>
        </pc:sldMkLst>
      </pc:sldChg>
      <pc:sldChg chg="del">
        <pc:chgData name="Marcello Mariani" userId="1e342699-93ad-4e2e-93b0-0f6a2c00c4b8" providerId="ADAL" clId="{C1420307-E07E-4C57-A631-E78587DBE53D}" dt="2025-02-14T09:34:55.258" v="0" actId="47"/>
        <pc:sldMkLst>
          <pc:docMk/>
          <pc:sldMk cId="320268788" sldId="517"/>
        </pc:sldMkLst>
      </pc:sldChg>
      <pc:sldChg chg="del">
        <pc:chgData name="Marcello Mariani" userId="1e342699-93ad-4e2e-93b0-0f6a2c00c4b8" providerId="ADAL" clId="{C1420307-E07E-4C57-A631-E78587DBE53D}" dt="2025-02-14T09:34:55.258" v="0" actId="47"/>
        <pc:sldMkLst>
          <pc:docMk/>
          <pc:sldMk cId="3253894316" sldId="518"/>
        </pc:sldMkLst>
      </pc:sldChg>
      <pc:sldChg chg="del">
        <pc:chgData name="Marcello Mariani" userId="1e342699-93ad-4e2e-93b0-0f6a2c00c4b8" providerId="ADAL" clId="{C1420307-E07E-4C57-A631-E78587DBE53D}" dt="2025-02-14T09:34:55.258" v="0" actId="47"/>
        <pc:sldMkLst>
          <pc:docMk/>
          <pc:sldMk cId="1883038598" sldId="519"/>
        </pc:sldMkLst>
      </pc:sldChg>
      <pc:sldChg chg="del">
        <pc:chgData name="Marcello Mariani" userId="1e342699-93ad-4e2e-93b0-0f6a2c00c4b8" providerId="ADAL" clId="{C1420307-E07E-4C57-A631-E78587DBE53D}" dt="2025-02-14T09:34:55.258" v="0" actId="47"/>
        <pc:sldMkLst>
          <pc:docMk/>
          <pc:sldMk cId="198085984" sldId="520"/>
        </pc:sldMkLst>
      </pc:sldChg>
      <pc:sldChg chg="del">
        <pc:chgData name="Marcello Mariani" userId="1e342699-93ad-4e2e-93b0-0f6a2c00c4b8" providerId="ADAL" clId="{C1420307-E07E-4C57-A631-E78587DBE53D}" dt="2025-02-14T09:34:55.258" v="0" actId="47"/>
        <pc:sldMkLst>
          <pc:docMk/>
          <pc:sldMk cId="1938050041" sldId="521"/>
        </pc:sldMkLst>
      </pc:sldChg>
      <pc:sldChg chg="del">
        <pc:chgData name="Marcello Mariani" userId="1e342699-93ad-4e2e-93b0-0f6a2c00c4b8" providerId="ADAL" clId="{C1420307-E07E-4C57-A631-E78587DBE53D}" dt="2025-02-14T09:34:55.258" v="0" actId="47"/>
        <pc:sldMkLst>
          <pc:docMk/>
          <pc:sldMk cId="2242550241" sldId="522"/>
        </pc:sldMkLst>
      </pc:sldChg>
      <pc:sldChg chg="del">
        <pc:chgData name="Marcello Mariani" userId="1e342699-93ad-4e2e-93b0-0f6a2c00c4b8" providerId="ADAL" clId="{C1420307-E07E-4C57-A631-E78587DBE53D}" dt="2025-02-14T09:34:55.258" v="0" actId="47"/>
        <pc:sldMkLst>
          <pc:docMk/>
          <pc:sldMk cId="3669017539" sldId="524"/>
        </pc:sldMkLst>
      </pc:sldChg>
      <pc:sldChg chg="del">
        <pc:chgData name="Marcello Mariani" userId="1e342699-93ad-4e2e-93b0-0f6a2c00c4b8" providerId="ADAL" clId="{C1420307-E07E-4C57-A631-E78587DBE53D}" dt="2025-02-14T09:34:55.258" v="0" actId="47"/>
        <pc:sldMkLst>
          <pc:docMk/>
          <pc:sldMk cId="960364689" sldId="525"/>
        </pc:sldMkLst>
      </pc:sldChg>
      <pc:sldChg chg="del">
        <pc:chgData name="Marcello Mariani" userId="1e342699-93ad-4e2e-93b0-0f6a2c00c4b8" providerId="ADAL" clId="{C1420307-E07E-4C57-A631-E78587DBE53D}" dt="2025-02-14T09:34:55.258" v="0" actId="47"/>
        <pc:sldMkLst>
          <pc:docMk/>
          <pc:sldMk cId="3832650475" sldId="526"/>
        </pc:sldMkLst>
      </pc:sldChg>
      <pc:sldChg chg="del">
        <pc:chgData name="Marcello Mariani" userId="1e342699-93ad-4e2e-93b0-0f6a2c00c4b8" providerId="ADAL" clId="{C1420307-E07E-4C57-A631-E78587DBE53D}" dt="2025-02-14T09:34:55.258" v="0" actId="47"/>
        <pc:sldMkLst>
          <pc:docMk/>
          <pc:sldMk cId="3883562765" sldId="527"/>
        </pc:sldMkLst>
      </pc:sldChg>
      <pc:sldChg chg="del">
        <pc:chgData name="Marcello Mariani" userId="1e342699-93ad-4e2e-93b0-0f6a2c00c4b8" providerId="ADAL" clId="{C1420307-E07E-4C57-A631-E78587DBE53D}" dt="2025-02-14T09:34:55.258" v="0" actId="47"/>
        <pc:sldMkLst>
          <pc:docMk/>
          <pc:sldMk cId="4293826401" sldId="528"/>
        </pc:sldMkLst>
      </pc:sldChg>
      <pc:sldChg chg="del">
        <pc:chgData name="Marcello Mariani" userId="1e342699-93ad-4e2e-93b0-0f6a2c00c4b8" providerId="ADAL" clId="{C1420307-E07E-4C57-A631-E78587DBE53D}" dt="2025-02-14T09:34:55.258" v="0" actId="47"/>
        <pc:sldMkLst>
          <pc:docMk/>
          <pc:sldMk cId="1758215975" sldId="529"/>
        </pc:sldMkLst>
      </pc:sldChg>
      <pc:sldChg chg="del">
        <pc:chgData name="Marcello Mariani" userId="1e342699-93ad-4e2e-93b0-0f6a2c00c4b8" providerId="ADAL" clId="{C1420307-E07E-4C57-A631-E78587DBE53D}" dt="2025-02-14T09:34:55.258" v="0" actId="47"/>
        <pc:sldMkLst>
          <pc:docMk/>
          <pc:sldMk cId="3213006456" sldId="530"/>
        </pc:sldMkLst>
      </pc:sldChg>
      <pc:sldChg chg="del">
        <pc:chgData name="Marcello Mariani" userId="1e342699-93ad-4e2e-93b0-0f6a2c00c4b8" providerId="ADAL" clId="{C1420307-E07E-4C57-A631-E78587DBE53D}" dt="2025-02-14T09:34:55.258" v="0" actId="47"/>
        <pc:sldMkLst>
          <pc:docMk/>
          <pc:sldMk cId="6245106" sldId="531"/>
        </pc:sldMkLst>
      </pc:sldChg>
      <pc:sldChg chg="del">
        <pc:chgData name="Marcello Mariani" userId="1e342699-93ad-4e2e-93b0-0f6a2c00c4b8" providerId="ADAL" clId="{C1420307-E07E-4C57-A631-E78587DBE53D}" dt="2025-02-14T09:34:55.258" v="0" actId="47"/>
        <pc:sldMkLst>
          <pc:docMk/>
          <pc:sldMk cId="186472371" sldId="532"/>
        </pc:sldMkLst>
      </pc:sldChg>
      <pc:sldChg chg="del">
        <pc:chgData name="Marcello Mariani" userId="1e342699-93ad-4e2e-93b0-0f6a2c00c4b8" providerId="ADAL" clId="{C1420307-E07E-4C57-A631-E78587DBE53D}" dt="2025-02-14T09:34:55.258" v="0" actId="47"/>
        <pc:sldMkLst>
          <pc:docMk/>
          <pc:sldMk cId="3246887501" sldId="533"/>
        </pc:sldMkLst>
      </pc:sldChg>
      <pc:sldChg chg="del">
        <pc:chgData name="Marcello Mariani" userId="1e342699-93ad-4e2e-93b0-0f6a2c00c4b8" providerId="ADAL" clId="{C1420307-E07E-4C57-A631-E78587DBE53D}" dt="2025-02-14T09:34:55.258" v="0" actId="47"/>
        <pc:sldMkLst>
          <pc:docMk/>
          <pc:sldMk cId="3538273796" sldId="534"/>
        </pc:sldMkLst>
      </pc:sldChg>
      <pc:sldChg chg="del">
        <pc:chgData name="Marcello Mariani" userId="1e342699-93ad-4e2e-93b0-0f6a2c00c4b8" providerId="ADAL" clId="{C1420307-E07E-4C57-A631-E78587DBE53D}" dt="2025-02-14T09:34:55.258" v="0" actId="47"/>
        <pc:sldMkLst>
          <pc:docMk/>
          <pc:sldMk cId="196752391" sldId="536"/>
        </pc:sldMkLst>
      </pc:sldChg>
      <pc:sldChg chg="del">
        <pc:chgData name="Marcello Mariani" userId="1e342699-93ad-4e2e-93b0-0f6a2c00c4b8" providerId="ADAL" clId="{C1420307-E07E-4C57-A631-E78587DBE53D}" dt="2025-02-14T09:34:55.258" v="0" actId="47"/>
        <pc:sldMkLst>
          <pc:docMk/>
          <pc:sldMk cId="1835250318" sldId="537"/>
        </pc:sldMkLst>
      </pc:sldChg>
      <pc:sldChg chg="del">
        <pc:chgData name="Marcello Mariani" userId="1e342699-93ad-4e2e-93b0-0f6a2c00c4b8" providerId="ADAL" clId="{C1420307-E07E-4C57-A631-E78587DBE53D}" dt="2025-02-14T09:34:55.258" v="0" actId="47"/>
        <pc:sldMkLst>
          <pc:docMk/>
          <pc:sldMk cId="137093195" sldId="538"/>
        </pc:sldMkLst>
      </pc:sldChg>
      <pc:sldChg chg="del">
        <pc:chgData name="Marcello Mariani" userId="1e342699-93ad-4e2e-93b0-0f6a2c00c4b8" providerId="ADAL" clId="{C1420307-E07E-4C57-A631-E78587DBE53D}" dt="2025-02-14T09:34:55.258" v="0" actId="47"/>
        <pc:sldMkLst>
          <pc:docMk/>
          <pc:sldMk cId="1469340757" sldId="539"/>
        </pc:sldMkLst>
      </pc:sldChg>
      <pc:sldChg chg="del">
        <pc:chgData name="Marcello Mariani" userId="1e342699-93ad-4e2e-93b0-0f6a2c00c4b8" providerId="ADAL" clId="{C1420307-E07E-4C57-A631-E78587DBE53D}" dt="2025-02-14T09:34:55.258" v="0" actId="47"/>
        <pc:sldMkLst>
          <pc:docMk/>
          <pc:sldMk cId="3697287028" sldId="540"/>
        </pc:sldMkLst>
      </pc:sldChg>
      <pc:sldChg chg="del">
        <pc:chgData name="Marcello Mariani" userId="1e342699-93ad-4e2e-93b0-0f6a2c00c4b8" providerId="ADAL" clId="{C1420307-E07E-4C57-A631-E78587DBE53D}" dt="2025-02-14T09:34:55.258" v="0" actId="47"/>
        <pc:sldMkLst>
          <pc:docMk/>
          <pc:sldMk cId="1667735340" sldId="541"/>
        </pc:sldMkLst>
      </pc:sldChg>
      <pc:sldChg chg="del">
        <pc:chgData name="Marcello Mariani" userId="1e342699-93ad-4e2e-93b0-0f6a2c00c4b8" providerId="ADAL" clId="{C1420307-E07E-4C57-A631-E78587DBE53D}" dt="2025-02-14T09:34:55.258" v="0" actId="47"/>
        <pc:sldMkLst>
          <pc:docMk/>
          <pc:sldMk cId="2111443729" sldId="542"/>
        </pc:sldMkLst>
      </pc:sldChg>
      <pc:sldChg chg="del">
        <pc:chgData name="Marcello Mariani" userId="1e342699-93ad-4e2e-93b0-0f6a2c00c4b8" providerId="ADAL" clId="{C1420307-E07E-4C57-A631-E78587DBE53D}" dt="2025-02-14T09:34:55.258" v="0" actId="47"/>
        <pc:sldMkLst>
          <pc:docMk/>
          <pc:sldMk cId="653904000" sldId="543"/>
        </pc:sldMkLst>
      </pc:sldChg>
      <pc:sldChg chg="del">
        <pc:chgData name="Marcello Mariani" userId="1e342699-93ad-4e2e-93b0-0f6a2c00c4b8" providerId="ADAL" clId="{C1420307-E07E-4C57-A631-E78587DBE53D}" dt="2025-02-14T09:34:55.258" v="0" actId="47"/>
        <pc:sldMkLst>
          <pc:docMk/>
          <pc:sldMk cId="2878362770" sldId="544"/>
        </pc:sldMkLst>
      </pc:sldChg>
      <pc:sldChg chg="del">
        <pc:chgData name="Marcello Mariani" userId="1e342699-93ad-4e2e-93b0-0f6a2c00c4b8" providerId="ADAL" clId="{C1420307-E07E-4C57-A631-E78587DBE53D}" dt="2025-02-14T09:34:55.258" v="0" actId="47"/>
        <pc:sldMkLst>
          <pc:docMk/>
          <pc:sldMk cId="3785374003" sldId="545"/>
        </pc:sldMkLst>
      </pc:sldChg>
      <pc:sldChg chg="del">
        <pc:chgData name="Marcello Mariani" userId="1e342699-93ad-4e2e-93b0-0f6a2c00c4b8" providerId="ADAL" clId="{C1420307-E07E-4C57-A631-E78587DBE53D}" dt="2025-02-14T09:34:55.258" v="0" actId="47"/>
        <pc:sldMkLst>
          <pc:docMk/>
          <pc:sldMk cId="3359946844" sldId="546"/>
        </pc:sldMkLst>
      </pc:sldChg>
      <pc:sldChg chg="del">
        <pc:chgData name="Marcello Mariani" userId="1e342699-93ad-4e2e-93b0-0f6a2c00c4b8" providerId="ADAL" clId="{C1420307-E07E-4C57-A631-E78587DBE53D}" dt="2025-02-14T09:34:55.258" v="0" actId="47"/>
        <pc:sldMkLst>
          <pc:docMk/>
          <pc:sldMk cId="1497012304" sldId="547"/>
        </pc:sldMkLst>
      </pc:sldChg>
      <pc:sldChg chg="del">
        <pc:chgData name="Marcello Mariani" userId="1e342699-93ad-4e2e-93b0-0f6a2c00c4b8" providerId="ADAL" clId="{C1420307-E07E-4C57-A631-E78587DBE53D}" dt="2025-02-14T09:34:55.258" v="0" actId="47"/>
        <pc:sldMkLst>
          <pc:docMk/>
          <pc:sldMk cId="1031474715" sldId="548"/>
        </pc:sldMkLst>
      </pc:sldChg>
      <pc:sldChg chg="del">
        <pc:chgData name="Marcello Mariani" userId="1e342699-93ad-4e2e-93b0-0f6a2c00c4b8" providerId="ADAL" clId="{C1420307-E07E-4C57-A631-E78587DBE53D}" dt="2025-02-14T09:34:55.258" v="0" actId="47"/>
        <pc:sldMkLst>
          <pc:docMk/>
          <pc:sldMk cId="1280440548" sldId="549"/>
        </pc:sldMkLst>
      </pc:sldChg>
      <pc:sldChg chg="del">
        <pc:chgData name="Marcello Mariani" userId="1e342699-93ad-4e2e-93b0-0f6a2c00c4b8" providerId="ADAL" clId="{C1420307-E07E-4C57-A631-E78587DBE53D}" dt="2025-02-14T09:34:55.258" v="0" actId="47"/>
        <pc:sldMkLst>
          <pc:docMk/>
          <pc:sldMk cId="933271178" sldId="550"/>
        </pc:sldMkLst>
      </pc:sldChg>
      <pc:sldChg chg="del">
        <pc:chgData name="Marcello Mariani" userId="1e342699-93ad-4e2e-93b0-0f6a2c00c4b8" providerId="ADAL" clId="{C1420307-E07E-4C57-A631-E78587DBE53D}" dt="2025-02-14T09:34:55.258" v="0" actId="47"/>
        <pc:sldMkLst>
          <pc:docMk/>
          <pc:sldMk cId="2275373677" sldId="551"/>
        </pc:sldMkLst>
      </pc:sldChg>
      <pc:sldChg chg="del">
        <pc:chgData name="Marcello Mariani" userId="1e342699-93ad-4e2e-93b0-0f6a2c00c4b8" providerId="ADAL" clId="{C1420307-E07E-4C57-A631-E78587DBE53D}" dt="2025-02-14T09:34:55.258" v="0" actId="47"/>
        <pc:sldMkLst>
          <pc:docMk/>
          <pc:sldMk cId="1482405268" sldId="552"/>
        </pc:sldMkLst>
      </pc:sldChg>
      <pc:sldChg chg="del">
        <pc:chgData name="Marcello Mariani" userId="1e342699-93ad-4e2e-93b0-0f6a2c00c4b8" providerId="ADAL" clId="{C1420307-E07E-4C57-A631-E78587DBE53D}" dt="2025-02-14T09:34:55.258" v="0" actId="47"/>
        <pc:sldMkLst>
          <pc:docMk/>
          <pc:sldMk cId="1137190436" sldId="553"/>
        </pc:sldMkLst>
      </pc:sldChg>
      <pc:sldChg chg="del">
        <pc:chgData name="Marcello Mariani" userId="1e342699-93ad-4e2e-93b0-0f6a2c00c4b8" providerId="ADAL" clId="{C1420307-E07E-4C57-A631-E78587DBE53D}" dt="2025-02-14T09:34:55.258" v="0" actId="47"/>
        <pc:sldMkLst>
          <pc:docMk/>
          <pc:sldMk cId="1998087846" sldId="554"/>
        </pc:sldMkLst>
      </pc:sldChg>
      <pc:sldChg chg="del">
        <pc:chgData name="Marcello Mariani" userId="1e342699-93ad-4e2e-93b0-0f6a2c00c4b8" providerId="ADAL" clId="{C1420307-E07E-4C57-A631-E78587DBE53D}" dt="2025-02-14T09:34:55.258" v="0" actId="47"/>
        <pc:sldMkLst>
          <pc:docMk/>
          <pc:sldMk cId="2033888609" sldId="555"/>
        </pc:sldMkLst>
      </pc:sldChg>
      <pc:sldChg chg="del">
        <pc:chgData name="Marcello Mariani" userId="1e342699-93ad-4e2e-93b0-0f6a2c00c4b8" providerId="ADAL" clId="{C1420307-E07E-4C57-A631-E78587DBE53D}" dt="2025-02-14T09:34:55.258" v="0" actId="47"/>
        <pc:sldMkLst>
          <pc:docMk/>
          <pc:sldMk cId="2453302323" sldId="556"/>
        </pc:sldMkLst>
      </pc:sldChg>
      <pc:sldChg chg="del">
        <pc:chgData name="Marcello Mariani" userId="1e342699-93ad-4e2e-93b0-0f6a2c00c4b8" providerId="ADAL" clId="{C1420307-E07E-4C57-A631-E78587DBE53D}" dt="2025-02-14T09:34:55.258" v="0" actId="47"/>
        <pc:sldMkLst>
          <pc:docMk/>
          <pc:sldMk cId="2516942480" sldId="558"/>
        </pc:sldMkLst>
      </pc:sldChg>
      <pc:sldChg chg="del">
        <pc:chgData name="Marcello Mariani" userId="1e342699-93ad-4e2e-93b0-0f6a2c00c4b8" providerId="ADAL" clId="{C1420307-E07E-4C57-A631-E78587DBE53D}" dt="2025-02-14T09:34:55.258" v="0" actId="47"/>
        <pc:sldMkLst>
          <pc:docMk/>
          <pc:sldMk cId="1702373882" sldId="560"/>
        </pc:sldMkLst>
      </pc:sldChg>
      <pc:sldChg chg="del">
        <pc:chgData name="Marcello Mariani" userId="1e342699-93ad-4e2e-93b0-0f6a2c00c4b8" providerId="ADAL" clId="{C1420307-E07E-4C57-A631-E78587DBE53D}" dt="2025-02-14T09:34:55.258" v="0" actId="47"/>
        <pc:sldMkLst>
          <pc:docMk/>
          <pc:sldMk cId="1531497524" sldId="561"/>
        </pc:sldMkLst>
      </pc:sldChg>
      <pc:sldChg chg="del">
        <pc:chgData name="Marcello Mariani" userId="1e342699-93ad-4e2e-93b0-0f6a2c00c4b8" providerId="ADAL" clId="{C1420307-E07E-4C57-A631-E78587DBE53D}" dt="2025-02-14T09:34:55.258" v="0" actId="47"/>
        <pc:sldMkLst>
          <pc:docMk/>
          <pc:sldMk cId="481023580" sldId="562"/>
        </pc:sldMkLst>
      </pc:sldChg>
      <pc:sldChg chg="del">
        <pc:chgData name="Marcello Mariani" userId="1e342699-93ad-4e2e-93b0-0f6a2c00c4b8" providerId="ADAL" clId="{C1420307-E07E-4C57-A631-E78587DBE53D}" dt="2025-02-14T09:34:55.258" v="0" actId="47"/>
        <pc:sldMkLst>
          <pc:docMk/>
          <pc:sldMk cId="2107952349" sldId="563"/>
        </pc:sldMkLst>
      </pc:sldChg>
      <pc:sldChg chg="del">
        <pc:chgData name="Marcello Mariani" userId="1e342699-93ad-4e2e-93b0-0f6a2c00c4b8" providerId="ADAL" clId="{C1420307-E07E-4C57-A631-E78587DBE53D}" dt="2025-02-14T09:34:55.258" v="0" actId="47"/>
        <pc:sldMkLst>
          <pc:docMk/>
          <pc:sldMk cId="1786233224" sldId="564"/>
        </pc:sldMkLst>
      </pc:sldChg>
      <pc:sldChg chg="del">
        <pc:chgData name="Marcello Mariani" userId="1e342699-93ad-4e2e-93b0-0f6a2c00c4b8" providerId="ADAL" clId="{C1420307-E07E-4C57-A631-E78587DBE53D}" dt="2025-02-14T09:34:55.258" v="0" actId="47"/>
        <pc:sldMkLst>
          <pc:docMk/>
          <pc:sldMk cId="1079507913" sldId="568"/>
        </pc:sldMkLst>
      </pc:sldChg>
      <pc:sldChg chg="del">
        <pc:chgData name="Marcello Mariani" userId="1e342699-93ad-4e2e-93b0-0f6a2c00c4b8" providerId="ADAL" clId="{C1420307-E07E-4C57-A631-E78587DBE53D}" dt="2025-02-14T09:34:55.258" v="0" actId="47"/>
        <pc:sldMkLst>
          <pc:docMk/>
          <pc:sldMk cId="0" sldId="861"/>
        </pc:sldMkLst>
      </pc:sldChg>
      <pc:sldChg chg="del">
        <pc:chgData name="Marcello Mariani" userId="1e342699-93ad-4e2e-93b0-0f6a2c00c4b8" providerId="ADAL" clId="{C1420307-E07E-4C57-A631-E78587DBE53D}" dt="2025-02-14T09:34:55.258" v="0" actId="47"/>
        <pc:sldMkLst>
          <pc:docMk/>
          <pc:sldMk cId="0" sldId="862"/>
        </pc:sldMkLst>
      </pc:sldChg>
      <pc:sldChg chg="del">
        <pc:chgData name="Marcello Mariani" userId="1e342699-93ad-4e2e-93b0-0f6a2c00c4b8" providerId="ADAL" clId="{C1420307-E07E-4C57-A631-E78587DBE53D}" dt="2025-02-14T09:34:55.258" v="0" actId="47"/>
        <pc:sldMkLst>
          <pc:docMk/>
          <pc:sldMk cId="564188690" sldId="863"/>
        </pc:sldMkLst>
      </pc:sldChg>
      <pc:sldMasterChg chg="delSldLayout">
        <pc:chgData name="Marcello Mariani" userId="1e342699-93ad-4e2e-93b0-0f6a2c00c4b8" providerId="ADAL" clId="{C1420307-E07E-4C57-A631-E78587DBE53D}" dt="2025-02-14T09:34:55.258" v="0" actId="47"/>
        <pc:sldMasterMkLst>
          <pc:docMk/>
          <pc:sldMasterMk cId="1404919433" sldId="2147483648"/>
        </pc:sldMasterMkLst>
        <pc:sldLayoutChg chg="del">
          <pc:chgData name="Marcello Mariani" userId="1e342699-93ad-4e2e-93b0-0f6a2c00c4b8" providerId="ADAL" clId="{C1420307-E07E-4C57-A631-E78587DBE53D}" dt="2025-02-14T09:34:55.258" v="0" actId="47"/>
          <pc:sldLayoutMkLst>
            <pc:docMk/>
            <pc:sldMasterMk cId="1404919433" sldId="2147483648"/>
            <pc:sldLayoutMk cId="2079063316"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82C9ED4-562E-E5DF-1B8A-A26612677F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1D50BB-0650-49CF-8BB3-89E10D46BA7D}" type="slidenum">
              <a:rPr lang="en-US" altLang="en-US" sz="1300"/>
              <a:pPr>
                <a:spcBef>
                  <a:spcPct val="0"/>
                </a:spcBef>
              </a:pPr>
              <a:t>1</a:t>
            </a:fld>
            <a:endParaRPr lang="en-US" altLang="en-US" sz="1300"/>
          </a:p>
        </p:txBody>
      </p:sp>
      <p:sp>
        <p:nvSpPr>
          <p:cNvPr id="10243" name="Rectangle 2">
            <a:extLst>
              <a:ext uri="{FF2B5EF4-FFF2-40B4-BE49-F238E27FC236}">
                <a16:creationId xmlns:a16="http://schemas.microsoft.com/office/drawing/2014/main" id="{D3DC1943-8DCB-9879-837A-48D1D13D9B7A}"/>
              </a:ext>
            </a:extLst>
          </p:cNvPr>
          <p:cNvSpPr>
            <a:spLocks noGrp="1" noRot="1" noChangeAspect="1" noChangeArrowheads="1" noTextEdit="1"/>
          </p:cNvSpPr>
          <p:nvPr>
            <p:ph type="sldImg"/>
          </p:nvPr>
        </p:nvSpPr>
        <p:spPr>
          <a:xfrm>
            <a:off x="139700" y="768350"/>
            <a:ext cx="6819900" cy="3836988"/>
          </a:xfrm>
          <a:ln/>
        </p:spPr>
      </p:sp>
      <p:sp>
        <p:nvSpPr>
          <p:cNvPr id="10244" name="Rectangle 3">
            <a:extLst>
              <a:ext uri="{FF2B5EF4-FFF2-40B4-BE49-F238E27FC236}">
                <a16:creationId xmlns:a16="http://schemas.microsoft.com/office/drawing/2014/main" id="{D6C21B40-EE23-FCC8-BD69-43B40A834E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1E688ACA-AAB4-4454-4096-63AF74F319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E56B99D-3B3E-483A-A594-ED9AADA17287}" type="slidenum">
              <a:rPr lang="en-US" altLang="en-US" sz="1300"/>
              <a:pPr>
                <a:spcBef>
                  <a:spcPct val="0"/>
                </a:spcBef>
              </a:pPr>
              <a:t>2</a:t>
            </a:fld>
            <a:endParaRPr lang="en-US" altLang="en-US" sz="1300"/>
          </a:p>
        </p:txBody>
      </p:sp>
      <p:sp>
        <p:nvSpPr>
          <p:cNvPr id="12291" name="Rectangle 2">
            <a:extLst>
              <a:ext uri="{FF2B5EF4-FFF2-40B4-BE49-F238E27FC236}">
                <a16:creationId xmlns:a16="http://schemas.microsoft.com/office/drawing/2014/main" id="{4F816022-BE8C-5D90-A067-4FDB518A88AD}"/>
              </a:ext>
            </a:extLst>
          </p:cNvPr>
          <p:cNvSpPr>
            <a:spLocks noGrp="1" noRot="1" noChangeAspect="1" noChangeArrowheads="1" noTextEdit="1"/>
          </p:cNvSpPr>
          <p:nvPr>
            <p:ph type="sldImg"/>
          </p:nvPr>
        </p:nvSpPr>
        <p:spPr>
          <a:xfrm>
            <a:off x="139700" y="768350"/>
            <a:ext cx="6819900" cy="3836988"/>
          </a:xfrm>
          <a:ln/>
        </p:spPr>
      </p:sp>
      <p:sp>
        <p:nvSpPr>
          <p:cNvPr id="12292" name="Rectangle 3">
            <a:extLst>
              <a:ext uri="{FF2B5EF4-FFF2-40B4-BE49-F238E27FC236}">
                <a16:creationId xmlns:a16="http://schemas.microsoft.com/office/drawing/2014/main" id="{FE768A2F-1A0F-B494-041D-0B9F3A1B46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7EE7DE4-B1C3-9A7F-DE99-332782B332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B7394D0-C389-407E-8D45-FD496521B20E}" type="slidenum">
              <a:rPr lang="en-US" altLang="en-US" sz="1300"/>
              <a:pPr>
                <a:spcBef>
                  <a:spcPct val="0"/>
                </a:spcBef>
              </a:pPr>
              <a:t>3</a:t>
            </a:fld>
            <a:endParaRPr lang="en-US" altLang="en-US" sz="1300"/>
          </a:p>
        </p:txBody>
      </p:sp>
      <p:sp>
        <p:nvSpPr>
          <p:cNvPr id="14339" name="Rectangle 2">
            <a:extLst>
              <a:ext uri="{FF2B5EF4-FFF2-40B4-BE49-F238E27FC236}">
                <a16:creationId xmlns:a16="http://schemas.microsoft.com/office/drawing/2014/main" id="{CE42A995-D9A6-8E66-FACA-C9BAC8962887}"/>
              </a:ext>
            </a:extLst>
          </p:cNvPr>
          <p:cNvSpPr>
            <a:spLocks noGrp="1" noRot="1" noChangeAspect="1" noChangeArrowheads="1" noTextEdit="1"/>
          </p:cNvSpPr>
          <p:nvPr>
            <p:ph type="sldImg"/>
          </p:nvPr>
        </p:nvSpPr>
        <p:spPr>
          <a:xfrm>
            <a:off x="139700" y="768350"/>
            <a:ext cx="6819900" cy="3836988"/>
          </a:xfrm>
          <a:ln/>
        </p:spPr>
      </p:sp>
      <p:sp>
        <p:nvSpPr>
          <p:cNvPr id="14340" name="Rectangle 3">
            <a:extLst>
              <a:ext uri="{FF2B5EF4-FFF2-40B4-BE49-F238E27FC236}">
                <a16:creationId xmlns:a16="http://schemas.microsoft.com/office/drawing/2014/main" id="{870FC898-1AAF-CA44-B528-33B0275B59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DC8FD9C-8996-59ED-8B1E-1006126B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B5D008-368A-474B-89BB-32DEDCEC109D}" type="slidenum">
              <a:rPr lang="en-US" altLang="en-US" sz="1300"/>
              <a:pPr>
                <a:spcBef>
                  <a:spcPct val="0"/>
                </a:spcBef>
              </a:pPr>
              <a:t>4</a:t>
            </a:fld>
            <a:endParaRPr lang="en-US" altLang="en-US" sz="1300"/>
          </a:p>
        </p:txBody>
      </p:sp>
      <p:sp>
        <p:nvSpPr>
          <p:cNvPr id="16387" name="Rectangle 2">
            <a:extLst>
              <a:ext uri="{FF2B5EF4-FFF2-40B4-BE49-F238E27FC236}">
                <a16:creationId xmlns:a16="http://schemas.microsoft.com/office/drawing/2014/main" id="{6D2C0184-3321-FEA9-0293-81EE2335FCDF}"/>
              </a:ext>
            </a:extLst>
          </p:cNvPr>
          <p:cNvSpPr>
            <a:spLocks noGrp="1" noRot="1" noChangeAspect="1" noChangeArrowheads="1" noTextEdit="1"/>
          </p:cNvSpPr>
          <p:nvPr>
            <p:ph type="sldImg"/>
          </p:nvPr>
        </p:nvSpPr>
        <p:spPr>
          <a:xfrm>
            <a:off x="139700" y="768350"/>
            <a:ext cx="6819900" cy="3836988"/>
          </a:xfrm>
          <a:ln/>
        </p:spPr>
      </p:sp>
      <p:sp>
        <p:nvSpPr>
          <p:cNvPr id="16388" name="Rectangle 3">
            <a:extLst>
              <a:ext uri="{FF2B5EF4-FFF2-40B4-BE49-F238E27FC236}">
                <a16:creationId xmlns:a16="http://schemas.microsoft.com/office/drawing/2014/main" id="{CDC3921A-A1E1-1B70-4DA2-24796C50B1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236B076C-2F98-52DC-B1D0-C85097CBDA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335228-33F9-4192-8B01-713BBCCB8822}" type="slidenum">
              <a:rPr lang="en-US" altLang="en-US" sz="1300"/>
              <a:pPr>
                <a:spcBef>
                  <a:spcPct val="0"/>
                </a:spcBef>
              </a:pPr>
              <a:t>5</a:t>
            </a:fld>
            <a:endParaRPr lang="en-US" altLang="en-US" sz="1300"/>
          </a:p>
        </p:txBody>
      </p:sp>
      <p:sp>
        <p:nvSpPr>
          <p:cNvPr id="18435" name="Rectangle 2">
            <a:extLst>
              <a:ext uri="{FF2B5EF4-FFF2-40B4-BE49-F238E27FC236}">
                <a16:creationId xmlns:a16="http://schemas.microsoft.com/office/drawing/2014/main" id="{646EE086-F526-348C-A1AF-B579F81F11E5}"/>
              </a:ext>
            </a:extLst>
          </p:cNvPr>
          <p:cNvSpPr>
            <a:spLocks noGrp="1" noRot="1" noChangeAspect="1" noChangeArrowheads="1" noTextEdit="1"/>
          </p:cNvSpPr>
          <p:nvPr>
            <p:ph type="sldImg"/>
          </p:nvPr>
        </p:nvSpPr>
        <p:spPr>
          <a:xfrm>
            <a:off x="139700" y="768350"/>
            <a:ext cx="6819900" cy="3836988"/>
          </a:xfrm>
          <a:ln/>
        </p:spPr>
      </p:sp>
      <p:sp>
        <p:nvSpPr>
          <p:cNvPr id="18436" name="Rectangle 3">
            <a:extLst>
              <a:ext uri="{FF2B5EF4-FFF2-40B4-BE49-F238E27FC236}">
                <a16:creationId xmlns:a16="http://schemas.microsoft.com/office/drawing/2014/main" id="{6400722A-3333-A225-14E6-2F5A8F9B9A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57F0126-D2C1-F5AD-6C7A-2389BAB086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997E8F8-83DF-4EF8-BD16-53DAE5EB3CCC}" type="slidenum">
              <a:rPr lang="en-US" altLang="en-US" sz="1300"/>
              <a:pPr>
                <a:spcBef>
                  <a:spcPct val="0"/>
                </a:spcBef>
              </a:pPr>
              <a:t>6</a:t>
            </a:fld>
            <a:endParaRPr lang="en-US" altLang="en-US" sz="1300"/>
          </a:p>
        </p:txBody>
      </p:sp>
      <p:sp>
        <p:nvSpPr>
          <p:cNvPr id="20483" name="Rectangle 2">
            <a:extLst>
              <a:ext uri="{FF2B5EF4-FFF2-40B4-BE49-F238E27FC236}">
                <a16:creationId xmlns:a16="http://schemas.microsoft.com/office/drawing/2014/main" id="{289485F5-D8D0-23FA-D05D-D04B12C66018}"/>
              </a:ext>
            </a:extLst>
          </p:cNvPr>
          <p:cNvSpPr>
            <a:spLocks noGrp="1" noRot="1" noChangeAspect="1" noChangeArrowheads="1" noTextEdit="1"/>
          </p:cNvSpPr>
          <p:nvPr>
            <p:ph type="sldImg"/>
          </p:nvPr>
        </p:nvSpPr>
        <p:spPr>
          <a:xfrm>
            <a:off x="139700" y="768350"/>
            <a:ext cx="6819900" cy="3836988"/>
          </a:xfrm>
          <a:ln/>
        </p:spPr>
      </p:sp>
      <p:sp>
        <p:nvSpPr>
          <p:cNvPr id="20484" name="Rectangle 3">
            <a:extLst>
              <a:ext uri="{FF2B5EF4-FFF2-40B4-BE49-F238E27FC236}">
                <a16:creationId xmlns:a16="http://schemas.microsoft.com/office/drawing/2014/main" id="{D3C92A48-6333-23E9-B545-89CD82D368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CBBE790C-DFC3-810E-AD0B-C582EBD9CB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BB5A5FE-B754-4465-BF7A-B436693833C0}" type="slidenum">
              <a:rPr lang="en-US" altLang="en-US" sz="1300"/>
              <a:pPr>
                <a:spcBef>
                  <a:spcPct val="0"/>
                </a:spcBef>
              </a:pPr>
              <a:t>7</a:t>
            </a:fld>
            <a:endParaRPr lang="en-US" altLang="en-US" sz="1300"/>
          </a:p>
        </p:txBody>
      </p:sp>
      <p:sp>
        <p:nvSpPr>
          <p:cNvPr id="22531" name="Rectangle 2">
            <a:extLst>
              <a:ext uri="{FF2B5EF4-FFF2-40B4-BE49-F238E27FC236}">
                <a16:creationId xmlns:a16="http://schemas.microsoft.com/office/drawing/2014/main" id="{3B8DEB0D-36C8-C9AD-4939-19D1AC81E1B0}"/>
              </a:ext>
            </a:extLst>
          </p:cNvPr>
          <p:cNvSpPr>
            <a:spLocks noGrp="1" noRot="1" noChangeAspect="1" noChangeArrowheads="1" noTextEdit="1"/>
          </p:cNvSpPr>
          <p:nvPr>
            <p:ph type="sldImg"/>
          </p:nvPr>
        </p:nvSpPr>
        <p:spPr>
          <a:xfrm>
            <a:off x="139700" y="768350"/>
            <a:ext cx="6819900" cy="3836988"/>
          </a:xfrm>
          <a:ln/>
        </p:spPr>
      </p:sp>
      <p:sp>
        <p:nvSpPr>
          <p:cNvPr id="22532" name="Rectangle 3">
            <a:extLst>
              <a:ext uri="{FF2B5EF4-FFF2-40B4-BE49-F238E27FC236}">
                <a16:creationId xmlns:a16="http://schemas.microsoft.com/office/drawing/2014/main" id="{A9B63F52-1AA4-0125-2DEE-020FA811EA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C1F6CA7A-E8A9-2EE8-94EE-A16018EF39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494F1DD-4DA2-4D2A-BE45-8EA193A39FFE}" type="slidenum">
              <a:rPr lang="en-US" altLang="en-US" sz="1300"/>
              <a:pPr>
                <a:spcBef>
                  <a:spcPct val="0"/>
                </a:spcBef>
              </a:pPr>
              <a:t>8</a:t>
            </a:fld>
            <a:endParaRPr lang="en-US" altLang="en-US" sz="1300"/>
          </a:p>
        </p:txBody>
      </p:sp>
      <p:sp>
        <p:nvSpPr>
          <p:cNvPr id="24579" name="Rectangle 2">
            <a:extLst>
              <a:ext uri="{FF2B5EF4-FFF2-40B4-BE49-F238E27FC236}">
                <a16:creationId xmlns:a16="http://schemas.microsoft.com/office/drawing/2014/main" id="{0039F485-EE43-9EC7-7012-C864960F4F98}"/>
              </a:ext>
            </a:extLst>
          </p:cNvPr>
          <p:cNvSpPr>
            <a:spLocks noGrp="1" noRot="1" noChangeAspect="1" noChangeArrowheads="1" noTextEdit="1"/>
          </p:cNvSpPr>
          <p:nvPr>
            <p:ph type="sldImg"/>
          </p:nvPr>
        </p:nvSpPr>
        <p:spPr>
          <a:xfrm>
            <a:off x="139700" y="768350"/>
            <a:ext cx="6819900" cy="3836988"/>
          </a:xfrm>
          <a:ln/>
        </p:spPr>
      </p:sp>
      <p:sp>
        <p:nvSpPr>
          <p:cNvPr id="24580" name="Rectangle 3">
            <a:extLst>
              <a:ext uri="{FF2B5EF4-FFF2-40B4-BE49-F238E27FC236}">
                <a16:creationId xmlns:a16="http://schemas.microsoft.com/office/drawing/2014/main" id="{09D0395E-F1FF-19E3-8DA4-D474AD93F1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734DE086-C713-5EB4-C604-7773CF35E0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6EA5BF5-84F3-4FED-8366-A49E98CBBFE9}" type="slidenum">
              <a:rPr lang="en-US" altLang="en-US" sz="1300"/>
              <a:pPr>
                <a:spcBef>
                  <a:spcPct val="0"/>
                </a:spcBef>
              </a:pPr>
              <a:t>10</a:t>
            </a:fld>
            <a:endParaRPr lang="en-US" altLang="en-US" sz="1300"/>
          </a:p>
        </p:txBody>
      </p:sp>
      <p:sp>
        <p:nvSpPr>
          <p:cNvPr id="27651" name="Rectangle 2">
            <a:extLst>
              <a:ext uri="{FF2B5EF4-FFF2-40B4-BE49-F238E27FC236}">
                <a16:creationId xmlns:a16="http://schemas.microsoft.com/office/drawing/2014/main" id="{8A54D450-EC8E-0E8C-13A3-03809A59FA28}"/>
              </a:ext>
            </a:extLst>
          </p:cNvPr>
          <p:cNvSpPr>
            <a:spLocks noGrp="1" noRot="1" noChangeAspect="1" noChangeArrowheads="1" noTextEdit="1"/>
          </p:cNvSpPr>
          <p:nvPr>
            <p:ph type="sldImg"/>
          </p:nvPr>
        </p:nvSpPr>
        <p:spPr>
          <a:xfrm>
            <a:off x="139700" y="768350"/>
            <a:ext cx="6819900" cy="3836988"/>
          </a:xfrm>
          <a:ln/>
        </p:spPr>
      </p:sp>
      <p:sp>
        <p:nvSpPr>
          <p:cNvPr id="27652" name="Rectangle 3">
            <a:extLst>
              <a:ext uri="{FF2B5EF4-FFF2-40B4-BE49-F238E27FC236}">
                <a16:creationId xmlns:a16="http://schemas.microsoft.com/office/drawing/2014/main" id="{B86D1FC9-E838-02E3-A859-5B24814221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734DE086-C713-5EB4-C604-7773CF35E0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6EA5BF5-84F3-4FED-8366-A49E98CBBFE9}" type="slidenum">
              <a:rPr lang="en-US" altLang="en-US" sz="1300"/>
              <a:pPr>
                <a:spcBef>
                  <a:spcPct val="0"/>
                </a:spcBef>
              </a:pPr>
              <a:t>11</a:t>
            </a:fld>
            <a:endParaRPr lang="en-US" altLang="en-US" sz="1300"/>
          </a:p>
        </p:txBody>
      </p:sp>
      <p:sp>
        <p:nvSpPr>
          <p:cNvPr id="27651" name="Rectangle 2">
            <a:extLst>
              <a:ext uri="{FF2B5EF4-FFF2-40B4-BE49-F238E27FC236}">
                <a16:creationId xmlns:a16="http://schemas.microsoft.com/office/drawing/2014/main" id="{8A54D450-EC8E-0E8C-13A3-03809A59FA28}"/>
              </a:ext>
            </a:extLst>
          </p:cNvPr>
          <p:cNvSpPr>
            <a:spLocks noGrp="1" noRot="1" noChangeAspect="1" noChangeArrowheads="1" noTextEdit="1"/>
          </p:cNvSpPr>
          <p:nvPr>
            <p:ph type="sldImg"/>
          </p:nvPr>
        </p:nvSpPr>
        <p:spPr>
          <a:xfrm>
            <a:off x="139700" y="768350"/>
            <a:ext cx="6819900" cy="3836988"/>
          </a:xfrm>
          <a:ln/>
        </p:spPr>
      </p:sp>
      <p:sp>
        <p:nvSpPr>
          <p:cNvPr id="27652" name="Rectangle 3">
            <a:extLst>
              <a:ext uri="{FF2B5EF4-FFF2-40B4-BE49-F238E27FC236}">
                <a16:creationId xmlns:a16="http://schemas.microsoft.com/office/drawing/2014/main" id="{B86D1FC9-E838-02E3-A859-5B24814221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67766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6E7D8179-9902-3F98-129A-E3227EF7A9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8984007-9EC8-4DD4-B241-60BD95CDADDC}" type="slidenum">
              <a:rPr lang="en-US" altLang="en-US" sz="1300"/>
              <a:pPr>
                <a:spcBef>
                  <a:spcPct val="0"/>
                </a:spcBef>
              </a:pPr>
              <a:t>12</a:t>
            </a:fld>
            <a:endParaRPr lang="en-US" altLang="en-US" sz="1300"/>
          </a:p>
        </p:txBody>
      </p:sp>
      <p:sp>
        <p:nvSpPr>
          <p:cNvPr id="29699" name="Rectangle 2">
            <a:extLst>
              <a:ext uri="{FF2B5EF4-FFF2-40B4-BE49-F238E27FC236}">
                <a16:creationId xmlns:a16="http://schemas.microsoft.com/office/drawing/2014/main" id="{5D83A02C-194B-2027-6486-2378F9579FDC}"/>
              </a:ext>
            </a:extLst>
          </p:cNvPr>
          <p:cNvSpPr>
            <a:spLocks noGrp="1" noRot="1" noChangeAspect="1" noChangeArrowheads="1" noTextEdit="1"/>
          </p:cNvSpPr>
          <p:nvPr>
            <p:ph type="sldImg"/>
          </p:nvPr>
        </p:nvSpPr>
        <p:spPr>
          <a:xfrm>
            <a:off x="139700" y="768350"/>
            <a:ext cx="6819900" cy="3836988"/>
          </a:xfrm>
          <a:ln/>
        </p:spPr>
      </p:sp>
      <p:sp>
        <p:nvSpPr>
          <p:cNvPr id="29700" name="Rectangle 3">
            <a:extLst>
              <a:ext uri="{FF2B5EF4-FFF2-40B4-BE49-F238E27FC236}">
                <a16:creationId xmlns:a16="http://schemas.microsoft.com/office/drawing/2014/main" id="{F1E718E5-AC0B-D136-DB2A-22261DD80E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92556761-DEB9-45CB-C795-3528B88058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3727BA0-D686-40CE-A883-D7AC51224EFE}" type="slidenum">
              <a:rPr lang="en-US" altLang="en-US" sz="1300"/>
              <a:pPr>
                <a:spcBef>
                  <a:spcPct val="0"/>
                </a:spcBef>
              </a:pPr>
              <a:t>13</a:t>
            </a:fld>
            <a:endParaRPr lang="en-US" altLang="en-US" sz="1300"/>
          </a:p>
        </p:txBody>
      </p:sp>
      <p:sp>
        <p:nvSpPr>
          <p:cNvPr id="31747" name="Rectangle 2">
            <a:extLst>
              <a:ext uri="{FF2B5EF4-FFF2-40B4-BE49-F238E27FC236}">
                <a16:creationId xmlns:a16="http://schemas.microsoft.com/office/drawing/2014/main" id="{422A69CC-9700-7BFF-DD1B-943A8A082882}"/>
              </a:ext>
            </a:extLst>
          </p:cNvPr>
          <p:cNvSpPr>
            <a:spLocks noGrp="1" noRot="1" noChangeAspect="1" noChangeArrowheads="1" noTextEdit="1"/>
          </p:cNvSpPr>
          <p:nvPr>
            <p:ph type="sldImg"/>
          </p:nvPr>
        </p:nvSpPr>
        <p:spPr>
          <a:xfrm>
            <a:off x="139700" y="768350"/>
            <a:ext cx="6819900" cy="3836988"/>
          </a:xfrm>
          <a:ln/>
        </p:spPr>
      </p:sp>
      <p:sp>
        <p:nvSpPr>
          <p:cNvPr id="31748" name="Rectangle 3">
            <a:extLst>
              <a:ext uri="{FF2B5EF4-FFF2-40B4-BE49-F238E27FC236}">
                <a16:creationId xmlns:a16="http://schemas.microsoft.com/office/drawing/2014/main" id="{5D44E286-4415-83EC-E521-290C277BE1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Le approssimazioni per C1 e CO sono valide per h grande, il che in genere e’ vero…</a:t>
            </a:r>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B1F4709C-59E7-11FD-D8D9-04763FDF2D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8FFC7A-51DB-4ACD-B21D-2DEEF0F74422}" type="slidenum">
              <a:rPr lang="en-US" altLang="en-US" sz="1300"/>
              <a:pPr>
                <a:spcBef>
                  <a:spcPct val="0"/>
                </a:spcBef>
              </a:pPr>
              <a:t>14</a:t>
            </a:fld>
            <a:endParaRPr lang="en-US" altLang="en-US" sz="1300"/>
          </a:p>
        </p:txBody>
      </p:sp>
      <p:sp>
        <p:nvSpPr>
          <p:cNvPr id="33795" name="Rectangle 2">
            <a:extLst>
              <a:ext uri="{FF2B5EF4-FFF2-40B4-BE49-F238E27FC236}">
                <a16:creationId xmlns:a16="http://schemas.microsoft.com/office/drawing/2014/main" id="{899F6747-38F4-6A81-BFCE-C74CD9FE4204}"/>
              </a:ext>
            </a:extLst>
          </p:cNvPr>
          <p:cNvSpPr>
            <a:spLocks noGrp="1" noRot="1" noChangeAspect="1" noChangeArrowheads="1" noTextEdit="1"/>
          </p:cNvSpPr>
          <p:nvPr>
            <p:ph type="sldImg"/>
          </p:nvPr>
        </p:nvSpPr>
        <p:spPr>
          <a:xfrm>
            <a:off x="139700" y="768350"/>
            <a:ext cx="6819900" cy="3836988"/>
          </a:xfrm>
          <a:ln/>
        </p:spPr>
      </p:sp>
      <p:sp>
        <p:nvSpPr>
          <p:cNvPr id="33796" name="Rectangle 3">
            <a:extLst>
              <a:ext uri="{FF2B5EF4-FFF2-40B4-BE49-F238E27FC236}">
                <a16:creationId xmlns:a16="http://schemas.microsoft.com/office/drawing/2014/main" id="{45716DB3-B287-092D-F0D2-4E9CB364F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7D0B8FE3-D912-349B-FD3D-1CE23A5E3C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766F26A-BE8F-4D14-8053-59093BA22E21}" type="slidenum">
              <a:rPr lang="en-US" altLang="en-US" sz="1300"/>
              <a:pPr>
                <a:spcBef>
                  <a:spcPct val="0"/>
                </a:spcBef>
              </a:pPr>
              <a:t>15</a:t>
            </a:fld>
            <a:endParaRPr lang="en-US" altLang="en-US" sz="1300"/>
          </a:p>
        </p:txBody>
      </p:sp>
      <p:sp>
        <p:nvSpPr>
          <p:cNvPr id="35843" name="Rectangle 2">
            <a:extLst>
              <a:ext uri="{FF2B5EF4-FFF2-40B4-BE49-F238E27FC236}">
                <a16:creationId xmlns:a16="http://schemas.microsoft.com/office/drawing/2014/main" id="{2F0F3D72-ECFF-0D51-0F28-1CAF7469BD2F}"/>
              </a:ext>
            </a:extLst>
          </p:cNvPr>
          <p:cNvSpPr>
            <a:spLocks noGrp="1" noRot="1" noChangeAspect="1" noChangeArrowheads="1" noTextEdit="1"/>
          </p:cNvSpPr>
          <p:nvPr>
            <p:ph type="sldImg"/>
          </p:nvPr>
        </p:nvSpPr>
        <p:spPr>
          <a:xfrm>
            <a:off x="139700" y="768350"/>
            <a:ext cx="6819900" cy="3836988"/>
          </a:xfrm>
          <a:ln/>
        </p:spPr>
      </p:sp>
      <p:sp>
        <p:nvSpPr>
          <p:cNvPr id="35844" name="Rectangle 3">
            <a:extLst>
              <a:ext uri="{FF2B5EF4-FFF2-40B4-BE49-F238E27FC236}">
                <a16:creationId xmlns:a16="http://schemas.microsoft.com/office/drawing/2014/main" id="{0B7CAD6C-55FE-652B-7D29-248D6078D9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C538FCB-613F-FCEB-0D93-7DB56A1A94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EF9AD11-D010-4281-8AD2-053212A63DA0}" type="slidenum">
              <a:rPr lang="en-US" altLang="en-US" sz="1300"/>
              <a:pPr>
                <a:spcBef>
                  <a:spcPct val="0"/>
                </a:spcBef>
              </a:pPr>
              <a:t>16</a:t>
            </a:fld>
            <a:endParaRPr lang="en-US" altLang="en-US" sz="1300"/>
          </a:p>
        </p:txBody>
      </p:sp>
      <p:sp>
        <p:nvSpPr>
          <p:cNvPr id="37891" name="Rectangle 2">
            <a:extLst>
              <a:ext uri="{FF2B5EF4-FFF2-40B4-BE49-F238E27FC236}">
                <a16:creationId xmlns:a16="http://schemas.microsoft.com/office/drawing/2014/main" id="{E96F0851-B7F5-C863-9DF1-6620C8E153F4}"/>
              </a:ext>
            </a:extLst>
          </p:cNvPr>
          <p:cNvSpPr>
            <a:spLocks noGrp="1" noRot="1" noChangeAspect="1" noChangeArrowheads="1" noTextEdit="1"/>
          </p:cNvSpPr>
          <p:nvPr>
            <p:ph type="sldImg"/>
          </p:nvPr>
        </p:nvSpPr>
        <p:spPr>
          <a:xfrm>
            <a:off x="139700" y="768350"/>
            <a:ext cx="6819900" cy="3836988"/>
          </a:xfrm>
          <a:ln/>
        </p:spPr>
      </p:sp>
      <p:sp>
        <p:nvSpPr>
          <p:cNvPr id="37892" name="Rectangle 3">
            <a:extLst>
              <a:ext uri="{FF2B5EF4-FFF2-40B4-BE49-F238E27FC236}">
                <a16:creationId xmlns:a16="http://schemas.microsoft.com/office/drawing/2014/main" id="{3E048DA4-ECCC-CF3A-EB33-72413B7C6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6C3B9CC-7E83-EE1F-5BB3-1DB4312197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169CBFC-7FAE-4BD4-BF22-9339245879C2}" type="slidenum">
              <a:rPr lang="en-US" altLang="en-US" sz="1300"/>
              <a:pPr>
                <a:spcBef>
                  <a:spcPct val="0"/>
                </a:spcBef>
              </a:pPr>
              <a:t>17</a:t>
            </a:fld>
            <a:endParaRPr lang="en-US" altLang="en-US" sz="1300"/>
          </a:p>
        </p:txBody>
      </p:sp>
      <p:sp>
        <p:nvSpPr>
          <p:cNvPr id="39939" name="Rectangle 2">
            <a:extLst>
              <a:ext uri="{FF2B5EF4-FFF2-40B4-BE49-F238E27FC236}">
                <a16:creationId xmlns:a16="http://schemas.microsoft.com/office/drawing/2014/main" id="{E63863D8-C2E5-4E15-525A-4D415F584922}"/>
              </a:ext>
            </a:extLst>
          </p:cNvPr>
          <p:cNvSpPr>
            <a:spLocks noGrp="1" noRot="1" noChangeAspect="1" noChangeArrowheads="1" noTextEdit="1"/>
          </p:cNvSpPr>
          <p:nvPr>
            <p:ph type="sldImg"/>
          </p:nvPr>
        </p:nvSpPr>
        <p:spPr>
          <a:xfrm>
            <a:off x="139700" y="768350"/>
            <a:ext cx="6819900" cy="3836988"/>
          </a:xfrm>
          <a:ln/>
        </p:spPr>
      </p:sp>
      <p:sp>
        <p:nvSpPr>
          <p:cNvPr id="39940" name="Rectangle 3">
            <a:extLst>
              <a:ext uri="{FF2B5EF4-FFF2-40B4-BE49-F238E27FC236}">
                <a16:creationId xmlns:a16="http://schemas.microsoft.com/office/drawing/2014/main" id="{6E247A65-D882-0EA6-13E8-D199DA8D54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634E644-DC4C-6E69-5E93-733C5B67D4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A0BE28-6D2C-49EB-89FF-A43C5470C6B2}" type="slidenum">
              <a:rPr lang="en-US" altLang="en-US" sz="1300"/>
              <a:pPr>
                <a:spcBef>
                  <a:spcPct val="0"/>
                </a:spcBef>
              </a:pPr>
              <a:t>18</a:t>
            </a:fld>
            <a:endParaRPr lang="en-US" altLang="en-US" sz="1300"/>
          </a:p>
        </p:txBody>
      </p:sp>
      <p:sp>
        <p:nvSpPr>
          <p:cNvPr id="41987" name="Rectangle 2">
            <a:extLst>
              <a:ext uri="{FF2B5EF4-FFF2-40B4-BE49-F238E27FC236}">
                <a16:creationId xmlns:a16="http://schemas.microsoft.com/office/drawing/2014/main" id="{3BA31CB8-0AD8-2363-8BFF-D0271FCA9A00}"/>
              </a:ext>
            </a:extLst>
          </p:cNvPr>
          <p:cNvSpPr>
            <a:spLocks noGrp="1" noRot="1" noChangeAspect="1" noChangeArrowheads="1" noTextEdit="1"/>
          </p:cNvSpPr>
          <p:nvPr>
            <p:ph type="sldImg"/>
          </p:nvPr>
        </p:nvSpPr>
        <p:spPr>
          <a:xfrm>
            <a:off x="139700" y="768350"/>
            <a:ext cx="6819900" cy="3836988"/>
          </a:xfrm>
          <a:ln/>
        </p:spPr>
      </p:sp>
      <p:sp>
        <p:nvSpPr>
          <p:cNvPr id="41988" name="Rectangle 3">
            <a:extLst>
              <a:ext uri="{FF2B5EF4-FFF2-40B4-BE49-F238E27FC236}">
                <a16:creationId xmlns:a16="http://schemas.microsoft.com/office/drawing/2014/main" id="{9065ED36-EDB9-8FAC-EC55-1430A271E8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F1B1343-ED47-6ECD-F36F-40A94AB140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34E8E80-0061-4162-8231-7840AD8F8E45}" type="slidenum">
              <a:rPr lang="en-US" altLang="en-US" sz="1300"/>
              <a:pPr>
                <a:spcBef>
                  <a:spcPct val="0"/>
                </a:spcBef>
              </a:pPr>
              <a:t>19</a:t>
            </a:fld>
            <a:endParaRPr lang="en-US" altLang="en-US" sz="1300"/>
          </a:p>
        </p:txBody>
      </p:sp>
      <p:sp>
        <p:nvSpPr>
          <p:cNvPr id="44035" name="Rectangle 2">
            <a:extLst>
              <a:ext uri="{FF2B5EF4-FFF2-40B4-BE49-F238E27FC236}">
                <a16:creationId xmlns:a16="http://schemas.microsoft.com/office/drawing/2014/main" id="{8CBE0A6B-11C6-2063-D0F2-24B8D4FF5334}"/>
              </a:ext>
            </a:extLst>
          </p:cNvPr>
          <p:cNvSpPr>
            <a:spLocks noGrp="1" noRot="1" noChangeAspect="1" noChangeArrowheads="1" noTextEdit="1"/>
          </p:cNvSpPr>
          <p:nvPr>
            <p:ph type="sldImg"/>
          </p:nvPr>
        </p:nvSpPr>
        <p:spPr>
          <a:xfrm>
            <a:off x="139700" y="768350"/>
            <a:ext cx="6819900" cy="3836988"/>
          </a:xfrm>
          <a:ln/>
        </p:spPr>
      </p:sp>
      <p:sp>
        <p:nvSpPr>
          <p:cNvPr id="44036" name="Rectangle 3">
            <a:extLst>
              <a:ext uri="{FF2B5EF4-FFF2-40B4-BE49-F238E27FC236}">
                <a16:creationId xmlns:a16="http://schemas.microsoft.com/office/drawing/2014/main" id="{882834B4-CDFB-9BEC-A2DB-E0F4B1876F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902DAEA-5B34-AE9F-EED2-0C51741400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EF1E8C8-7416-4898-81EE-31B517FBBDC5}" type="slidenum">
              <a:rPr lang="en-US" altLang="en-US" sz="1300"/>
              <a:pPr>
                <a:spcBef>
                  <a:spcPct val="0"/>
                </a:spcBef>
              </a:pPr>
              <a:t>20</a:t>
            </a:fld>
            <a:endParaRPr lang="en-US" altLang="en-US" sz="1300"/>
          </a:p>
        </p:txBody>
      </p:sp>
      <p:sp>
        <p:nvSpPr>
          <p:cNvPr id="46083" name="Rectangle 2">
            <a:extLst>
              <a:ext uri="{FF2B5EF4-FFF2-40B4-BE49-F238E27FC236}">
                <a16:creationId xmlns:a16="http://schemas.microsoft.com/office/drawing/2014/main" id="{63ACBA60-A741-E73B-585E-B63A0FCB6CE5}"/>
              </a:ext>
            </a:extLst>
          </p:cNvPr>
          <p:cNvSpPr>
            <a:spLocks noGrp="1" noRot="1" noChangeAspect="1" noChangeArrowheads="1" noTextEdit="1"/>
          </p:cNvSpPr>
          <p:nvPr>
            <p:ph type="sldImg"/>
          </p:nvPr>
        </p:nvSpPr>
        <p:spPr>
          <a:xfrm>
            <a:off x="139700" y="768350"/>
            <a:ext cx="6819900" cy="3836988"/>
          </a:xfrm>
          <a:ln/>
        </p:spPr>
      </p:sp>
      <p:sp>
        <p:nvSpPr>
          <p:cNvPr id="46084" name="Rectangle 3">
            <a:extLst>
              <a:ext uri="{FF2B5EF4-FFF2-40B4-BE49-F238E27FC236}">
                <a16:creationId xmlns:a16="http://schemas.microsoft.com/office/drawing/2014/main" id="{68F69BEB-0665-C519-7EDF-A1B4A2D185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7AD8EAAE-D538-1894-D62D-EC5A64F80FDD}"/>
              </a:ext>
            </a:extLst>
          </p:cNvPr>
          <p:cNvSpPr>
            <a:spLocks noGrp="1" noRot="1" noChangeAspect="1" noTextEdit="1"/>
          </p:cNvSpPr>
          <p:nvPr>
            <p:ph type="sldImg"/>
          </p:nvPr>
        </p:nvSpPr>
        <p:spPr>
          <a:xfrm>
            <a:off x="139700" y="768350"/>
            <a:ext cx="6819900" cy="3836988"/>
          </a:xfrm>
          <a:ln/>
        </p:spPr>
      </p:sp>
      <p:sp>
        <p:nvSpPr>
          <p:cNvPr id="48131" name="Notes Placeholder 2">
            <a:extLst>
              <a:ext uri="{FF2B5EF4-FFF2-40B4-BE49-F238E27FC236}">
                <a16:creationId xmlns:a16="http://schemas.microsoft.com/office/drawing/2014/main" id="{F2BBE8DA-9943-9BFB-BA00-3329EE5C90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48132" name="Slide Number Placeholder 3">
            <a:extLst>
              <a:ext uri="{FF2B5EF4-FFF2-40B4-BE49-F238E27FC236}">
                <a16:creationId xmlns:a16="http://schemas.microsoft.com/office/drawing/2014/main" id="{3709380E-44BA-9569-8267-B49222792D9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125FE9-68C1-4049-BFD5-574654CA71E5}" type="slidenum">
              <a:rPr lang="en-US" altLang="en-US" sz="1300"/>
              <a:pPr>
                <a:spcBef>
                  <a:spcPct val="0"/>
                </a:spcBef>
              </a:pPr>
              <a:t>21</a:t>
            </a:fld>
            <a:endParaRPr lang="en-US" altLang="en-US" sz="1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BDFCC586-C4A0-576D-E7B1-25AD3EA905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50BF8CB-89DC-4371-805A-0C625F1F76A4}" type="slidenum">
              <a:rPr lang="en-US" altLang="en-US" sz="1300"/>
              <a:pPr>
                <a:spcBef>
                  <a:spcPct val="0"/>
                </a:spcBef>
              </a:pPr>
              <a:t>22</a:t>
            </a:fld>
            <a:endParaRPr lang="en-US" altLang="en-US" sz="1300"/>
          </a:p>
        </p:txBody>
      </p:sp>
      <p:sp>
        <p:nvSpPr>
          <p:cNvPr id="50179" name="Rectangle 2">
            <a:extLst>
              <a:ext uri="{FF2B5EF4-FFF2-40B4-BE49-F238E27FC236}">
                <a16:creationId xmlns:a16="http://schemas.microsoft.com/office/drawing/2014/main" id="{3C27458A-DED0-F735-5DCE-148E27A3594F}"/>
              </a:ext>
            </a:extLst>
          </p:cNvPr>
          <p:cNvSpPr>
            <a:spLocks noGrp="1" noRot="1" noChangeAspect="1" noChangeArrowheads="1" noTextEdit="1"/>
          </p:cNvSpPr>
          <p:nvPr>
            <p:ph type="sldImg"/>
          </p:nvPr>
        </p:nvSpPr>
        <p:spPr>
          <a:xfrm>
            <a:off x="139700" y="768350"/>
            <a:ext cx="6819900" cy="3836988"/>
          </a:xfrm>
          <a:ln/>
        </p:spPr>
      </p:sp>
      <p:sp>
        <p:nvSpPr>
          <p:cNvPr id="50180" name="Rectangle 3">
            <a:extLst>
              <a:ext uri="{FF2B5EF4-FFF2-40B4-BE49-F238E27FC236}">
                <a16:creationId xmlns:a16="http://schemas.microsoft.com/office/drawing/2014/main" id="{FF12F772-4B94-10F7-B795-3E90CFEC6E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Symbol" panose="05050102010706020507" pitchFamily="18" charset="2"/>
              <a:buChar char="g"/>
            </a:pPr>
            <a:r>
              <a:rPr lang="en-GB" altLang="en-US">
                <a:latin typeface="Arial" panose="020B0604020202020204" pitchFamily="34" charset="0"/>
              </a:rPr>
              <a:t> e’ il numero di interstiziali per atomo di ossigeno che prendono parte alla reazione, </a:t>
            </a:r>
            <a:r>
              <a:rPr lang="en-GB" altLang="en-US">
                <a:latin typeface="Symbol" panose="05050102010706020507" pitchFamily="18" charset="2"/>
              </a:rPr>
              <a:t>b </a:t>
            </a:r>
            <a:r>
              <a:rPr lang="en-GB" altLang="en-US">
                <a:latin typeface="Arial" panose="020B0604020202020204" pitchFamily="34" charset="0"/>
              </a:rPr>
              <a:t>e’ lo stesso numero per le vacanze. </a:t>
            </a:r>
          </a:p>
          <a:p>
            <a:pPr eaLnBrk="1" hangingPunct="1">
              <a:buFont typeface="Symbol" panose="05050102010706020507" pitchFamily="18" charset="2"/>
              <a:buNone/>
            </a:pPr>
            <a:endParaRPr lang="en-GB" altLang="en-US">
              <a:latin typeface="Symbol" panose="05050102010706020507" pitchFamily="18" charset="2"/>
            </a:endParaRPr>
          </a:p>
          <a:p>
            <a:pPr eaLnBrk="1" hangingPunct="1">
              <a:buFont typeface="Symbol" panose="05050102010706020507" pitchFamily="18" charset="2"/>
              <a:buNone/>
            </a:pPr>
            <a:r>
              <a:rPr lang="en-GB" altLang="en-US">
                <a:latin typeface="Symbol" panose="05050102010706020507" pitchFamily="18" charset="2"/>
              </a:rPr>
              <a:t> </a:t>
            </a:r>
            <a:endParaRPr lang="en-US" altLang="en-US">
              <a:latin typeface="Symbol" panose="05050102010706020507" pitchFamily="18" charset="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4BD02BA7-7D11-48F9-3572-E57DC7484E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BCB6DA-C3B9-4865-817D-AB78CE0B5B88}" type="slidenum">
              <a:rPr lang="en-US" altLang="en-US" sz="1300"/>
              <a:pPr>
                <a:spcBef>
                  <a:spcPct val="0"/>
                </a:spcBef>
              </a:pPr>
              <a:t>23</a:t>
            </a:fld>
            <a:endParaRPr lang="en-US" altLang="en-US" sz="1300"/>
          </a:p>
        </p:txBody>
      </p:sp>
      <p:sp>
        <p:nvSpPr>
          <p:cNvPr id="52227" name="Rectangle 2">
            <a:extLst>
              <a:ext uri="{FF2B5EF4-FFF2-40B4-BE49-F238E27FC236}">
                <a16:creationId xmlns:a16="http://schemas.microsoft.com/office/drawing/2014/main" id="{8E15FDDD-4797-C0DA-596E-7E9394946D5E}"/>
              </a:ext>
            </a:extLst>
          </p:cNvPr>
          <p:cNvSpPr>
            <a:spLocks noGrp="1" noRot="1" noChangeAspect="1" noChangeArrowheads="1" noTextEdit="1"/>
          </p:cNvSpPr>
          <p:nvPr>
            <p:ph type="sldImg"/>
          </p:nvPr>
        </p:nvSpPr>
        <p:spPr>
          <a:xfrm>
            <a:off x="139700" y="768350"/>
            <a:ext cx="6819900" cy="3836988"/>
          </a:xfrm>
          <a:ln/>
        </p:spPr>
      </p:sp>
      <p:sp>
        <p:nvSpPr>
          <p:cNvPr id="52228" name="Rectangle 3">
            <a:extLst>
              <a:ext uri="{FF2B5EF4-FFF2-40B4-BE49-F238E27FC236}">
                <a16:creationId xmlns:a16="http://schemas.microsoft.com/office/drawing/2014/main" id="{F048972C-4C76-CD3A-3728-5A31BE58BF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571B079-B88E-D4F7-45F8-5B0B197DE5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C93CB55-57AB-4AA9-8975-8D8F56A91316}" type="slidenum">
              <a:rPr lang="en-US" altLang="en-US" sz="1300"/>
              <a:pPr>
                <a:spcBef>
                  <a:spcPct val="0"/>
                </a:spcBef>
              </a:pPr>
              <a:t>24</a:t>
            </a:fld>
            <a:endParaRPr lang="en-US" altLang="en-US" sz="1300"/>
          </a:p>
        </p:txBody>
      </p:sp>
      <p:sp>
        <p:nvSpPr>
          <p:cNvPr id="54275" name="Rectangle 2">
            <a:extLst>
              <a:ext uri="{FF2B5EF4-FFF2-40B4-BE49-F238E27FC236}">
                <a16:creationId xmlns:a16="http://schemas.microsoft.com/office/drawing/2014/main" id="{DCAB9C63-D0A1-1A6E-3C1E-71ACAC0F2C46}"/>
              </a:ext>
            </a:extLst>
          </p:cNvPr>
          <p:cNvSpPr>
            <a:spLocks noGrp="1" noRot="1" noChangeAspect="1" noChangeArrowheads="1" noTextEdit="1"/>
          </p:cNvSpPr>
          <p:nvPr>
            <p:ph type="sldImg"/>
          </p:nvPr>
        </p:nvSpPr>
        <p:spPr>
          <a:xfrm>
            <a:off x="139700" y="768350"/>
            <a:ext cx="6819900" cy="3836988"/>
          </a:xfrm>
          <a:ln/>
        </p:spPr>
      </p:sp>
      <p:sp>
        <p:nvSpPr>
          <p:cNvPr id="54276" name="Rectangle 3">
            <a:extLst>
              <a:ext uri="{FF2B5EF4-FFF2-40B4-BE49-F238E27FC236}">
                <a16:creationId xmlns:a16="http://schemas.microsoft.com/office/drawing/2014/main" id="{582B4B23-1C2B-1F81-6BFF-31286DF88E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21EFA04-2051-18E3-C59B-C904D42EE2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A4312E7-6330-484B-A2B5-AA6002FA44AB}" type="slidenum">
              <a:rPr lang="en-US" altLang="en-US" sz="1300"/>
              <a:pPr>
                <a:spcBef>
                  <a:spcPct val="0"/>
                </a:spcBef>
              </a:pPr>
              <a:t>25</a:t>
            </a:fld>
            <a:endParaRPr lang="en-US" altLang="en-US" sz="1300"/>
          </a:p>
        </p:txBody>
      </p:sp>
      <p:sp>
        <p:nvSpPr>
          <p:cNvPr id="56323" name="Rectangle 2">
            <a:extLst>
              <a:ext uri="{FF2B5EF4-FFF2-40B4-BE49-F238E27FC236}">
                <a16:creationId xmlns:a16="http://schemas.microsoft.com/office/drawing/2014/main" id="{991B5827-7055-7B6C-A4D3-36727EDF62C1}"/>
              </a:ext>
            </a:extLst>
          </p:cNvPr>
          <p:cNvSpPr>
            <a:spLocks noGrp="1" noRot="1" noChangeAspect="1" noChangeArrowheads="1" noTextEdit="1"/>
          </p:cNvSpPr>
          <p:nvPr>
            <p:ph type="sldImg"/>
          </p:nvPr>
        </p:nvSpPr>
        <p:spPr>
          <a:xfrm>
            <a:off x="139700" y="768350"/>
            <a:ext cx="6819900" cy="3836988"/>
          </a:xfrm>
          <a:ln/>
        </p:spPr>
      </p:sp>
      <p:sp>
        <p:nvSpPr>
          <p:cNvPr id="56324" name="Rectangle 3">
            <a:extLst>
              <a:ext uri="{FF2B5EF4-FFF2-40B4-BE49-F238E27FC236}">
                <a16:creationId xmlns:a16="http://schemas.microsoft.com/office/drawing/2014/main" id="{B0338C7A-EB85-8C0D-6B20-8FB647E768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1A19429-CCCD-8F19-ADC6-74B60D9255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E0416AA-BAF0-4186-8DBF-5E6FF7E684E0}" type="slidenum">
              <a:rPr lang="en-US" altLang="en-US" sz="1300"/>
              <a:pPr>
                <a:spcBef>
                  <a:spcPct val="0"/>
                </a:spcBef>
              </a:pPr>
              <a:t>26</a:t>
            </a:fld>
            <a:endParaRPr lang="en-US" altLang="en-US" sz="1300"/>
          </a:p>
        </p:txBody>
      </p:sp>
      <p:sp>
        <p:nvSpPr>
          <p:cNvPr id="58371" name="Rectangle 2">
            <a:extLst>
              <a:ext uri="{FF2B5EF4-FFF2-40B4-BE49-F238E27FC236}">
                <a16:creationId xmlns:a16="http://schemas.microsoft.com/office/drawing/2014/main" id="{952465B3-3CCB-DFDE-2BB1-03BB393F840B}"/>
              </a:ext>
            </a:extLst>
          </p:cNvPr>
          <p:cNvSpPr>
            <a:spLocks noGrp="1" noRot="1" noChangeAspect="1" noChangeArrowheads="1" noTextEdit="1"/>
          </p:cNvSpPr>
          <p:nvPr>
            <p:ph type="sldImg"/>
          </p:nvPr>
        </p:nvSpPr>
        <p:spPr>
          <a:xfrm>
            <a:off x="139700" y="768350"/>
            <a:ext cx="6819900" cy="3836988"/>
          </a:xfrm>
          <a:ln/>
        </p:spPr>
      </p:sp>
      <p:sp>
        <p:nvSpPr>
          <p:cNvPr id="58372" name="Rectangle 3">
            <a:extLst>
              <a:ext uri="{FF2B5EF4-FFF2-40B4-BE49-F238E27FC236}">
                <a16:creationId xmlns:a16="http://schemas.microsoft.com/office/drawing/2014/main" id="{C9E39F64-8FAE-6279-6C8D-742B0EBC2E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19C50BDF-A15D-3A2F-3710-7227776071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5A23DAC-9843-4775-9363-0BD7BEFDBF18}" type="slidenum">
              <a:rPr lang="en-US" altLang="en-US" sz="1300"/>
              <a:pPr>
                <a:spcBef>
                  <a:spcPct val="0"/>
                </a:spcBef>
              </a:pPr>
              <a:t>27</a:t>
            </a:fld>
            <a:endParaRPr lang="en-US" altLang="en-US" sz="1300"/>
          </a:p>
        </p:txBody>
      </p:sp>
      <p:sp>
        <p:nvSpPr>
          <p:cNvPr id="60419" name="Rectangle 2">
            <a:extLst>
              <a:ext uri="{FF2B5EF4-FFF2-40B4-BE49-F238E27FC236}">
                <a16:creationId xmlns:a16="http://schemas.microsoft.com/office/drawing/2014/main" id="{B2080780-BC99-2797-C496-E1EFED3E807E}"/>
              </a:ext>
            </a:extLst>
          </p:cNvPr>
          <p:cNvSpPr>
            <a:spLocks noGrp="1" noRot="1" noChangeAspect="1" noChangeArrowheads="1" noTextEdit="1"/>
          </p:cNvSpPr>
          <p:nvPr>
            <p:ph type="sldImg"/>
          </p:nvPr>
        </p:nvSpPr>
        <p:spPr>
          <a:xfrm>
            <a:off x="139700" y="768350"/>
            <a:ext cx="6819900" cy="3836988"/>
          </a:xfrm>
          <a:ln/>
        </p:spPr>
      </p:sp>
      <p:sp>
        <p:nvSpPr>
          <p:cNvPr id="60420" name="Rectangle 3">
            <a:extLst>
              <a:ext uri="{FF2B5EF4-FFF2-40B4-BE49-F238E27FC236}">
                <a16:creationId xmlns:a16="http://schemas.microsoft.com/office/drawing/2014/main" id="{5116B761-7526-BC53-8486-DBE59263C9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39A9C380-F4B4-394F-C5AC-935C1A74F7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4322463-BCF3-4E19-B695-72779D9164B5}" type="slidenum">
              <a:rPr lang="en-US" altLang="en-US" sz="1300"/>
              <a:pPr>
                <a:spcBef>
                  <a:spcPct val="0"/>
                </a:spcBef>
              </a:pPr>
              <a:t>28</a:t>
            </a:fld>
            <a:endParaRPr lang="en-US" altLang="en-US" sz="1300"/>
          </a:p>
        </p:txBody>
      </p:sp>
      <p:sp>
        <p:nvSpPr>
          <p:cNvPr id="62467" name="Rectangle 2">
            <a:extLst>
              <a:ext uri="{FF2B5EF4-FFF2-40B4-BE49-F238E27FC236}">
                <a16:creationId xmlns:a16="http://schemas.microsoft.com/office/drawing/2014/main" id="{A6E4ECED-9831-7CBC-48C3-A22AD7802C0A}"/>
              </a:ext>
            </a:extLst>
          </p:cNvPr>
          <p:cNvSpPr>
            <a:spLocks noGrp="1" noRot="1" noChangeAspect="1" noChangeArrowheads="1" noTextEdit="1"/>
          </p:cNvSpPr>
          <p:nvPr>
            <p:ph type="sldImg"/>
          </p:nvPr>
        </p:nvSpPr>
        <p:spPr>
          <a:xfrm>
            <a:off x="139700" y="768350"/>
            <a:ext cx="6819900" cy="3836988"/>
          </a:xfrm>
          <a:ln/>
        </p:spPr>
      </p:sp>
      <p:sp>
        <p:nvSpPr>
          <p:cNvPr id="62468" name="Rectangle 3">
            <a:extLst>
              <a:ext uri="{FF2B5EF4-FFF2-40B4-BE49-F238E27FC236}">
                <a16:creationId xmlns:a16="http://schemas.microsoft.com/office/drawing/2014/main" id="{F00C14A8-02DE-CF8D-6CB6-CE8477080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E5A9A2E6-2C84-955D-2D26-465965ABE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2837DC0-1500-45D7-A735-DDB3AAF014D7}" type="slidenum">
              <a:rPr lang="en-US" altLang="en-US" sz="1300"/>
              <a:pPr>
                <a:spcBef>
                  <a:spcPct val="0"/>
                </a:spcBef>
              </a:pPr>
              <a:t>29</a:t>
            </a:fld>
            <a:endParaRPr lang="en-US" altLang="en-US" sz="1300"/>
          </a:p>
        </p:txBody>
      </p:sp>
      <p:sp>
        <p:nvSpPr>
          <p:cNvPr id="64515" name="Rectangle 2">
            <a:extLst>
              <a:ext uri="{FF2B5EF4-FFF2-40B4-BE49-F238E27FC236}">
                <a16:creationId xmlns:a16="http://schemas.microsoft.com/office/drawing/2014/main" id="{344BEF38-997E-F03C-D110-7C1A3F0FC78A}"/>
              </a:ext>
            </a:extLst>
          </p:cNvPr>
          <p:cNvSpPr>
            <a:spLocks noGrp="1" noRot="1" noChangeAspect="1" noChangeArrowheads="1" noTextEdit="1"/>
          </p:cNvSpPr>
          <p:nvPr>
            <p:ph type="sldImg"/>
          </p:nvPr>
        </p:nvSpPr>
        <p:spPr>
          <a:xfrm>
            <a:off x="139700" y="768350"/>
            <a:ext cx="6819900" cy="3836988"/>
          </a:xfrm>
          <a:ln/>
        </p:spPr>
      </p:sp>
      <p:sp>
        <p:nvSpPr>
          <p:cNvPr id="64516" name="Rectangle 3">
            <a:extLst>
              <a:ext uri="{FF2B5EF4-FFF2-40B4-BE49-F238E27FC236}">
                <a16:creationId xmlns:a16="http://schemas.microsoft.com/office/drawing/2014/main" id="{40593F09-01AB-B948-BB9C-60941F60DD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7AD62F43-4D9A-96F2-172E-93A65CC57A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6D659C8-570A-4054-B2A3-23AC3667E655}" type="slidenum">
              <a:rPr lang="en-US" altLang="en-US" sz="1300"/>
              <a:pPr>
                <a:spcBef>
                  <a:spcPct val="0"/>
                </a:spcBef>
              </a:pPr>
              <a:t>30</a:t>
            </a:fld>
            <a:endParaRPr lang="en-US" altLang="en-US" sz="1300"/>
          </a:p>
        </p:txBody>
      </p:sp>
      <p:sp>
        <p:nvSpPr>
          <p:cNvPr id="66563" name="Rectangle 2">
            <a:extLst>
              <a:ext uri="{FF2B5EF4-FFF2-40B4-BE49-F238E27FC236}">
                <a16:creationId xmlns:a16="http://schemas.microsoft.com/office/drawing/2014/main" id="{6AFC0004-825E-EED8-A261-D4B19B146C23}"/>
              </a:ext>
            </a:extLst>
          </p:cNvPr>
          <p:cNvSpPr>
            <a:spLocks noGrp="1" noRot="1" noChangeAspect="1" noChangeArrowheads="1" noTextEdit="1"/>
          </p:cNvSpPr>
          <p:nvPr>
            <p:ph type="sldImg"/>
          </p:nvPr>
        </p:nvSpPr>
        <p:spPr>
          <a:xfrm>
            <a:off x="139700" y="768350"/>
            <a:ext cx="6819900" cy="3836988"/>
          </a:xfrm>
          <a:ln/>
        </p:spPr>
      </p:sp>
      <p:sp>
        <p:nvSpPr>
          <p:cNvPr id="66564" name="Rectangle 3">
            <a:extLst>
              <a:ext uri="{FF2B5EF4-FFF2-40B4-BE49-F238E27FC236}">
                <a16:creationId xmlns:a16="http://schemas.microsoft.com/office/drawing/2014/main" id="{7CD9D89F-F917-B363-0FBA-A9F4CCE9A3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0CA5C508-94A3-AC09-C3AB-18BFCC1632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96FEDB2-9E02-4649-B810-A4CCD80AA31D}" type="slidenum">
              <a:rPr lang="en-US" altLang="en-US" sz="1300"/>
              <a:pPr>
                <a:spcBef>
                  <a:spcPct val="0"/>
                </a:spcBef>
              </a:pPr>
              <a:t>31</a:t>
            </a:fld>
            <a:endParaRPr lang="en-US" altLang="en-US" sz="1300"/>
          </a:p>
        </p:txBody>
      </p:sp>
      <p:sp>
        <p:nvSpPr>
          <p:cNvPr id="68611" name="Rectangle 2">
            <a:extLst>
              <a:ext uri="{FF2B5EF4-FFF2-40B4-BE49-F238E27FC236}">
                <a16:creationId xmlns:a16="http://schemas.microsoft.com/office/drawing/2014/main" id="{404F4493-DD31-B022-2BB3-4593D367BA7F}"/>
              </a:ext>
            </a:extLst>
          </p:cNvPr>
          <p:cNvSpPr>
            <a:spLocks noGrp="1" noRot="1" noChangeAspect="1" noChangeArrowheads="1" noTextEdit="1"/>
          </p:cNvSpPr>
          <p:nvPr>
            <p:ph type="sldImg"/>
          </p:nvPr>
        </p:nvSpPr>
        <p:spPr>
          <a:xfrm>
            <a:off x="139700" y="768350"/>
            <a:ext cx="6819900" cy="3836988"/>
          </a:xfrm>
          <a:ln/>
        </p:spPr>
      </p:sp>
      <p:sp>
        <p:nvSpPr>
          <p:cNvPr id="68612" name="Rectangle 3">
            <a:extLst>
              <a:ext uri="{FF2B5EF4-FFF2-40B4-BE49-F238E27FC236}">
                <a16:creationId xmlns:a16="http://schemas.microsoft.com/office/drawing/2014/main" id="{5A5D2F24-845A-B42A-9BDA-5E2911AC35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692A562-EDE0-4BBD-4267-D537221FFC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D94C7C-0572-4A25-B2D8-C71CC791B70D}" type="slidenum">
              <a:rPr lang="en-US" altLang="en-US" sz="1300"/>
              <a:pPr>
                <a:spcBef>
                  <a:spcPct val="0"/>
                </a:spcBef>
              </a:pPr>
              <a:t>32</a:t>
            </a:fld>
            <a:endParaRPr lang="en-US" altLang="en-US" sz="1300"/>
          </a:p>
        </p:txBody>
      </p:sp>
      <p:sp>
        <p:nvSpPr>
          <p:cNvPr id="70659" name="Rectangle 2">
            <a:extLst>
              <a:ext uri="{FF2B5EF4-FFF2-40B4-BE49-F238E27FC236}">
                <a16:creationId xmlns:a16="http://schemas.microsoft.com/office/drawing/2014/main" id="{DD95B37A-D6D3-3DA2-D35D-D01F5B22B8B4}"/>
              </a:ext>
            </a:extLst>
          </p:cNvPr>
          <p:cNvSpPr>
            <a:spLocks noGrp="1" noRot="1" noChangeAspect="1" noChangeArrowheads="1" noTextEdit="1"/>
          </p:cNvSpPr>
          <p:nvPr>
            <p:ph type="sldImg"/>
          </p:nvPr>
        </p:nvSpPr>
        <p:spPr>
          <a:xfrm>
            <a:off x="139700" y="768350"/>
            <a:ext cx="6819900" cy="3836988"/>
          </a:xfrm>
          <a:ln/>
        </p:spPr>
      </p:sp>
      <p:sp>
        <p:nvSpPr>
          <p:cNvPr id="70660" name="Rectangle 3">
            <a:extLst>
              <a:ext uri="{FF2B5EF4-FFF2-40B4-BE49-F238E27FC236}">
                <a16:creationId xmlns:a16="http://schemas.microsoft.com/office/drawing/2014/main" id="{199B0170-5129-7481-40B0-E563703A24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E8BF8A02-5C1F-9F2E-B730-C602B9168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723BCFE-D95A-41D4-BF64-127076ED0FD7}" type="slidenum">
              <a:rPr lang="en-US" altLang="en-US" sz="1300"/>
              <a:pPr>
                <a:spcBef>
                  <a:spcPct val="0"/>
                </a:spcBef>
              </a:pPr>
              <a:t>33</a:t>
            </a:fld>
            <a:endParaRPr lang="en-US" altLang="en-US" sz="1300"/>
          </a:p>
        </p:txBody>
      </p:sp>
      <p:sp>
        <p:nvSpPr>
          <p:cNvPr id="72707" name="Rectangle 2">
            <a:extLst>
              <a:ext uri="{FF2B5EF4-FFF2-40B4-BE49-F238E27FC236}">
                <a16:creationId xmlns:a16="http://schemas.microsoft.com/office/drawing/2014/main" id="{98B6696C-F8E4-53C3-F327-A5D55C3554E2}"/>
              </a:ext>
            </a:extLst>
          </p:cNvPr>
          <p:cNvSpPr>
            <a:spLocks noGrp="1" noRot="1" noChangeAspect="1" noChangeArrowheads="1" noTextEdit="1"/>
          </p:cNvSpPr>
          <p:nvPr>
            <p:ph type="sldImg"/>
          </p:nvPr>
        </p:nvSpPr>
        <p:spPr>
          <a:xfrm>
            <a:off x="139700" y="768350"/>
            <a:ext cx="6819900" cy="3836988"/>
          </a:xfrm>
          <a:ln/>
        </p:spPr>
      </p:sp>
      <p:sp>
        <p:nvSpPr>
          <p:cNvPr id="72708" name="Rectangle 3">
            <a:extLst>
              <a:ext uri="{FF2B5EF4-FFF2-40B4-BE49-F238E27FC236}">
                <a16:creationId xmlns:a16="http://schemas.microsoft.com/office/drawing/2014/main" id="{F495C086-AD67-0205-1717-7F64DF3579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37A60681-2DA6-4173-613D-710A8A203F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6250D0-75A3-4888-8A6A-4267CA784B10}" type="slidenum">
              <a:rPr lang="en-US" altLang="en-US" sz="1300"/>
              <a:pPr>
                <a:spcBef>
                  <a:spcPct val="0"/>
                </a:spcBef>
              </a:pPr>
              <a:t>34</a:t>
            </a:fld>
            <a:endParaRPr lang="en-US" altLang="en-US" sz="1300"/>
          </a:p>
        </p:txBody>
      </p:sp>
      <p:sp>
        <p:nvSpPr>
          <p:cNvPr id="74755" name="Rectangle 2">
            <a:extLst>
              <a:ext uri="{FF2B5EF4-FFF2-40B4-BE49-F238E27FC236}">
                <a16:creationId xmlns:a16="http://schemas.microsoft.com/office/drawing/2014/main" id="{19622D2C-8167-4724-41A9-39405F2316D3}"/>
              </a:ext>
            </a:extLst>
          </p:cNvPr>
          <p:cNvSpPr>
            <a:spLocks noGrp="1" noRot="1" noChangeAspect="1" noChangeArrowheads="1" noTextEdit="1"/>
          </p:cNvSpPr>
          <p:nvPr>
            <p:ph type="sldImg"/>
          </p:nvPr>
        </p:nvSpPr>
        <p:spPr>
          <a:xfrm>
            <a:off x="139700" y="768350"/>
            <a:ext cx="6819900" cy="3836988"/>
          </a:xfrm>
          <a:ln/>
        </p:spPr>
      </p:sp>
      <p:sp>
        <p:nvSpPr>
          <p:cNvPr id="74756" name="Rectangle 3">
            <a:extLst>
              <a:ext uri="{FF2B5EF4-FFF2-40B4-BE49-F238E27FC236}">
                <a16:creationId xmlns:a16="http://schemas.microsoft.com/office/drawing/2014/main" id="{521AA7DD-F33E-0E8E-B24C-C8F7C0F60E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39D4FCF-11C5-4ED2-1D4B-FDAA53E56E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C4C66C-2FDC-4C5E-856C-15CC70897B4E}" type="slidenum">
              <a:rPr lang="en-US" altLang="en-US" sz="1300"/>
              <a:pPr>
                <a:spcBef>
                  <a:spcPct val="0"/>
                </a:spcBef>
              </a:pPr>
              <a:t>35</a:t>
            </a:fld>
            <a:endParaRPr lang="en-US" altLang="en-US" sz="1300"/>
          </a:p>
        </p:txBody>
      </p:sp>
      <p:sp>
        <p:nvSpPr>
          <p:cNvPr id="76803" name="Rectangle 2">
            <a:extLst>
              <a:ext uri="{FF2B5EF4-FFF2-40B4-BE49-F238E27FC236}">
                <a16:creationId xmlns:a16="http://schemas.microsoft.com/office/drawing/2014/main" id="{9FE02753-E674-EE21-7A57-0777E0C0E63E}"/>
              </a:ext>
            </a:extLst>
          </p:cNvPr>
          <p:cNvSpPr>
            <a:spLocks noGrp="1" noRot="1" noChangeAspect="1" noChangeArrowheads="1" noTextEdit="1"/>
          </p:cNvSpPr>
          <p:nvPr>
            <p:ph type="sldImg"/>
          </p:nvPr>
        </p:nvSpPr>
        <p:spPr>
          <a:xfrm>
            <a:off x="139700" y="768350"/>
            <a:ext cx="6819900" cy="3836988"/>
          </a:xfrm>
          <a:ln/>
        </p:spPr>
      </p:sp>
      <p:sp>
        <p:nvSpPr>
          <p:cNvPr id="76804" name="Rectangle 3">
            <a:extLst>
              <a:ext uri="{FF2B5EF4-FFF2-40B4-BE49-F238E27FC236}">
                <a16:creationId xmlns:a16="http://schemas.microsoft.com/office/drawing/2014/main" id="{9494215F-18B7-077B-12E4-34FD4251A1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24E0274A-8A46-57AD-9EE7-59C1B36AC5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1A81187-E25E-412F-8FE2-63F03190B653}" type="slidenum">
              <a:rPr lang="en-US" altLang="en-US" sz="1300"/>
              <a:pPr>
                <a:spcBef>
                  <a:spcPct val="0"/>
                </a:spcBef>
              </a:pPr>
              <a:t>36</a:t>
            </a:fld>
            <a:endParaRPr lang="en-US" altLang="en-US" sz="1300"/>
          </a:p>
        </p:txBody>
      </p:sp>
      <p:sp>
        <p:nvSpPr>
          <p:cNvPr id="78851" name="Rectangle 2">
            <a:extLst>
              <a:ext uri="{FF2B5EF4-FFF2-40B4-BE49-F238E27FC236}">
                <a16:creationId xmlns:a16="http://schemas.microsoft.com/office/drawing/2014/main" id="{D3875882-2143-A5BD-135A-8DC07E016C09}"/>
              </a:ext>
            </a:extLst>
          </p:cNvPr>
          <p:cNvSpPr>
            <a:spLocks noGrp="1" noRot="1" noChangeAspect="1" noChangeArrowheads="1" noTextEdit="1"/>
          </p:cNvSpPr>
          <p:nvPr>
            <p:ph type="sldImg"/>
          </p:nvPr>
        </p:nvSpPr>
        <p:spPr>
          <a:xfrm>
            <a:off x="139700" y="768350"/>
            <a:ext cx="6819900" cy="3836988"/>
          </a:xfrm>
          <a:ln/>
        </p:spPr>
      </p:sp>
      <p:sp>
        <p:nvSpPr>
          <p:cNvPr id="78852" name="Rectangle 3">
            <a:extLst>
              <a:ext uri="{FF2B5EF4-FFF2-40B4-BE49-F238E27FC236}">
                <a16:creationId xmlns:a16="http://schemas.microsoft.com/office/drawing/2014/main" id="{709CD329-7446-1F24-98B1-3989FC9A43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BF2DE74-5F6A-4A37-BE93-17B52C7A85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Arial" panose="020B0604020202020204" pitchFamily="34" charset="0"/>
              </a:defRPr>
            </a:lvl1pPr>
            <a:lvl2pPr marL="742950" indent="-285750" defTabSz="990600">
              <a:spcBef>
                <a:spcPct val="30000"/>
              </a:spcBef>
              <a:defRPr sz="1200">
                <a:solidFill>
                  <a:schemeClr val="tx1"/>
                </a:solidFill>
                <a:latin typeface="Arial" panose="020B0604020202020204" pitchFamily="34" charset="0"/>
              </a:defRPr>
            </a:lvl2pPr>
            <a:lvl3pPr marL="1143000" indent="-228600" defTabSz="990600">
              <a:spcBef>
                <a:spcPct val="30000"/>
              </a:spcBef>
              <a:defRPr sz="1200">
                <a:solidFill>
                  <a:schemeClr val="tx1"/>
                </a:solidFill>
                <a:latin typeface="Arial" panose="020B0604020202020204" pitchFamily="34" charset="0"/>
              </a:defRPr>
            </a:lvl3pPr>
            <a:lvl4pPr marL="1600200" indent="-228600" defTabSz="990600">
              <a:spcBef>
                <a:spcPct val="30000"/>
              </a:spcBef>
              <a:defRPr sz="1200">
                <a:solidFill>
                  <a:schemeClr val="tx1"/>
                </a:solidFill>
                <a:latin typeface="Arial" panose="020B0604020202020204" pitchFamily="34" charset="0"/>
              </a:defRPr>
            </a:lvl4pPr>
            <a:lvl5pPr marL="2057400" indent="-228600" defTabSz="990600">
              <a:spcBef>
                <a:spcPct val="30000"/>
              </a:spcBef>
              <a:defRPr sz="1200">
                <a:solidFill>
                  <a:schemeClr val="tx1"/>
                </a:solidFill>
                <a:latin typeface="Arial" panose="020B0604020202020204" pitchFamily="34" charset="0"/>
              </a:defRPr>
            </a:lvl5pPr>
            <a:lvl6pPr marL="2514600" indent="-228600" defTabSz="9906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906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906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90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B2A0188-DBF4-4EA8-81CE-A6AB0FEE7637}" type="slidenum">
              <a:rPr lang="en-US" altLang="en-US" sz="1300"/>
              <a:pPr>
                <a:spcBef>
                  <a:spcPct val="0"/>
                </a:spcBef>
              </a:pPr>
              <a:t>37</a:t>
            </a:fld>
            <a:endParaRPr lang="en-US" altLang="en-US" sz="1300"/>
          </a:p>
        </p:txBody>
      </p:sp>
      <p:sp>
        <p:nvSpPr>
          <p:cNvPr id="80899" name="Rectangle 2">
            <a:extLst>
              <a:ext uri="{FF2B5EF4-FFF2-40B4-BE49-F238E27FC236}">
                <a16:creationId xmlns:a16="http://schemas.microsoft.com/office/drawing/2014/main" id="{44B5908F-D4D1-551C-BA2D-BB9402787383}"/>
              </a:ext>
            </a:extLst>
          </p:cNvPr>
          <p:cNvSpPr>
            <a:spLocks noGrp="1" noRot="1" noChangeAspect="1" noChangeArrowheads="1" noTextEdit="1"/>
          </p:cNvSpPr>
          <p:nvPr>
            <p:ph type="sldImg"/>
          </p:nvPr>
        </p:nvSpPr>
        <p:spPr>
          <a:xfrm>
            <a:off x="139700" y="768350"/>
            <a:ext cx="6819900" cy="3836988"/>
          </a:xfrm>
          <a:ln/>
        </p:spPr>
      </p:sp>
      <p:sp>
        <p:nvSpPr>
          <p:cNvPr id="80900" name="Rectangle 3">
            <a:extLst>
              <a:ext uri="{FF2B5EF4-FFF2-40B4-BE49-F238E27FC236}">
                <a16:creationId xmlns:a16="http://schemas.microsoft.com/office/drawing/2014/main" id="{7D0AC3B3-E32A-EF7D-B1BA-00161B23E0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EB1398-2F01-2409-28C2-02192AE62CF9}"/>
              </a:ext>
            </a:extLst>
          </p:cNvPr>
          <p:cNvSpPr>
            <a:spLocks noGrp="1" noChangeArrowheads="1"/>
          </p:cNvSpPr>
          <p:nvPr>
            <p:ph type="sldNum" sz="quarter" idx="10"/>
          </p:nvPr>
        </p:nvSpPr>
        <p:spPr>
          <a:ln/>
        </p:spPr>
        <p:txBody>
          <a:bodyPr/>
          <a:lstStyle>
            <a:lvl1pPr>
              <a:defRPr/>
            </a:lvl1pPr>
          </a:lstStyle>
          <a:p>
            <a:r>
              <a:rPr lang="en-US" altLang="en-US"/>
              <a:t>Page </a:t>
            </a:r>
            <a:fld id="{1E78B402-F66B-4144-AEA2-E3936C867EC3}" type="slidenum">
              <a:rPr lang="en-US" altLang="en-US"/>
              <a:pPr/>
              <a:t>‹#›</a:t>
            </a:fld>
            <a:endParaRPr lang="en-US" altLang="en-US"/>
          </a:p>
        </p:txBody>
      </p:sp>
    </p:spTree>
    <p:extLst>
      <p:ext uri="{BB962C8B-B14F-4D97-AF65-F5344CB8AC3E}">
        <p14:creationId xmlns:p14="http://schemas.microsoft.com/office/powerpoint/2010/main" val="12942334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48.xml"/><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8.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48.xml"/><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3.png"/><Relationship Id="rId7"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48.xml"/><Relationship Id="rId6" Type="http://schemas.openxmlformats.org/officeDocument/2006/relationships/oleObject" Target="../embeddings/oleObject4.bin"/><Relationship Id="rId5" Type="http://schemas.openxmlformats.org/officeDocument/2006/relationships/image" Target="../media/image16.wmf"/><Relationship Id="rId4" Type="http://schemas.openxmlformats.org/officeDocument/2006/relationships/oleObject" Target="../embeddings/oleObject3.bin"/><Relationship Id="rId9" Type="http://schemas.openxmlformats.org/officeDocument/2006/relationships/image" Target="../media/image18.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3.wmf"/><Relationship Id="rId3" Type="http://schemas.openxmlformats.org/officeDocument/2006/relationships/image" Target="../media/image13.png"/><Relationship Id="rId7" Type="http://schemas.openxmlformats.org/officeDocument/2006/relationships/image" Target="../media/image20.wmf"/><Relationship Id="rId12" Type="http://schemas.openxmlformats.org/officeDocument/2006/relationships/oleObject" Target="../embeddings/oleObject10.bin"/><Relationship Id="rId17" Type="http://schemas.openxmlformats.org/officeDocument/2006/relationships/image" Target="../media/image25.wmf"/><Relationship Id="rId2" Type="http://schemas.openxmlformats.org/officeDocument/2006/relationships/notesSlide" Target="../notesSlides/notesSlide11.xml"/><Relationship Id="rId16" Type="http://schemas.openxmlformats.org/officeDocument/2006/relationships/oleObject" Target="../embeddings/oleObject12.bin"/><Relationship Id="rId1" Type="http://schemas.openxmlformats.org/officeDocument/2006/relationships/slideLayout" Target="../slideLayouts/slideLayout48.xml"/><Relationship Id="rId6" Type="http://schemas.openxmlformats.org/officeDocument/2006/relationships/oleObject" Target="../embeddings/oleObject7.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21.wmf"/><Relationship Id="rId14"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28.wmf"/><Relationship Id="rId3" Type="http://schemas.openxmlformats.org/officeDocument/2006/relationships/image" Target="../media/image13.png"/><Relationship Id="rId7" Type="http://schemas.openxmlformats.org/officeDocument/2006/relationships/image" Target="../media/image17.wmf"/><Relationship Id="rId12" Type="http://schemas.openxmlformats.org/officeDocument/2006/relationships/oleObject" Target="../embeddings/oleObject15.bin"/><Relationship Id="rId2" Type="http://schemas.openxmlformats.org/officeDocument/2006/relationships/notesSlide" Target="../notesSlides/notesSlide12.xml"/><Relationship Id="rId1" Type="http://schemas.openxmlformats.org/officeDocument/2006/relationships/slideLayout" Target="../slideLayouts/slideLayout48.xml"/><Relationship Id="rId6" Type="http://schemas.openxmlformats.org/officeDocument/2006/relationships/oleObject" Target="../embeddings/oleObject4.bin"/><Relationship Id="rId11" Type="http://schemas.openxmlformats.org/officeDocument/2006/relationships/image" Target="../media/image27.wmf"/><Relationship Id="rId5" Type="http://schemas.openxmlformats.org/officeDocument/2006/relationships/image" Target="../media/image26.wmf"/><Relationship Id="rId15" Type="http://schemas.openxmlformats.org/officeDocument/2006/relationships/image" Target="../media/image24.wmf"/><Relationship Id="rId10" Type="http://schemas.openxmlformats.org/officeDocument/2006/relationships/oleObject" Target="../embeddings/oleObject14.bin"/><Relationship Id="rId4" Type="http://schemas.openxmlformats.org/officeDocument/2006/relationships/oleObject" Target="../embeddings/oleObject13.bin"/><Relationship Id="rId9" Type="http://schemas.openxmlformats.org/officeDocument/2006/relationships/image" Target="../media/image18.wmf"/><Relationship Id="rId1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3.wmf"/><Relationship Id="rId3" Type="http://schemas.openxmlformats.org/officeDocument/2006/relationships/image" Target="../media/image13.png"/><Relationship Id="rId7" Type="http://schemas.openxmlformats.org/officeDocument/2006/relationships/image" Target="../media/image30.wmf"/><Relationship Id="rId12" Type="http://schemas.openxmlformats.org/officeDocument/2006/relationships/oleObject" Target="../embeddings/oleObject20.bin"/><Relationship Id="rId2" Type="http://schemas.openxmlformats.org/officeDocument/2006/relationships/notesSlide" Target="../notesSlides/notesSlide14.xml"/><Relationship Id="rId1" Type="http://schemas.openxmlformats.org/officeDocument/2006/relationships/slideLayout" Target="../slideLayouts/slideLayout48.xml"/><Relationship Id="rId6" Type="http://schemas.openxmlformats.org/officeDocument/2006/relationships/oleObject" Target="../embeddings/oleObject17.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1.wmf"/></Relationships>
</file>

<file path=ppt/slides/_rels/slide16.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36.wmf"/><Relationship Id="rId2" Type="http://schemas.openxmlformats.org/officeDocument/2006/relationships/notesSlide" Target="../notesSlides/notesSlide15.xml"/><Relationship Id="rId1" Type="http://schemas.openxmlformats.org/officeDocument/2006/relationships/slideLayout" Target="../slideLayouts/slideLayout48.xml"/><Relationship Id="rId6" Type="http://schemas.openxmlformats.org/officeDocument/2006/relationships/image" Target="../media/image35.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30.wmf"/><Relationship Id="rId4" Type="http://schemas.openxmlformats.org/officeDocument/2006/relationships/image" Target="../media/image34.wmf"/><Relationship Id="rId9" Type="http://schemas.openxmlformats.org/officeDocument/2006/relationships/oleObject" Target="../embeddings/oleObject2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16.xml"/><Relationship Id="rId1" Type="http://schemas.openxmlformats.org/officeDocument/2006/relationships/slideLayout" Target="../slideLayouts/slideLayout48.xml"/><Relationship Id="rId4" Type="http://schemas.openxmlformats.org/officeDocument/2006/relationships/image" Target="../media/image37.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7.xml"/><Relationship Id="rId1" Type="http://schemas.openxmlformats.org/officeDocument/2006/relationships/slideLayout" Target="../slideLayouts/slideLayout48.xml"/><Relationship Id="rId5" Type="http://schemas.openxmlformats.org/officeDocument/2006/relationships/image" Target="../media/image39.jpeg"/><Relationship Id="rId4"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43.jpeg"/><Relationship Id="rId2" Type="http://schemas.openxmlformats.org/officeDocument/2006/relationships/notesSlide" Target="../notesSlides/notesSlide18.xml"/><Relationship Id="rId1" Type="http://schemas.openxmlformats.org/officeDocument/2006/relationships/slideLayout" Target="../slideLayouts/slideLayout48.xml"/><Relationship Id="rId6" Type="http://schemas.openxmlformats.org/officeDocument/2006/relationships/image" Target="../media/image42.wmf"/><Relationship Id="rId5" Type="http://schemas.openxmlformats.org/officeDocument/2006/relationships/oleObject" Target="../embeddings/oleObject28.bin"/><Relationship Id="rId4" Type="http://schemas.openxmlformats.org/officeDocument/2006/relationships/image" Target="../media/image41.jpeg"/></Relationships>
</file>

<file path=ppt/slides/_rels/slide2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19.xml"/><Relationship Id="rId1" Type="http://schemas.openxmlformats.org/officeDocument/2006/relationships/slideLayout" Target="../slideLayouts/slideLayout48.xml"/><Relationship Id="rId6" Type="http://schemas.openxmlformats.org/officeDocument/2006/relationships/image" Target="../media/image46.png"/><Relationship Id="rId5" Type="http://schemas.openxmlformats.org/officeDocument/2006/relationships/image" Target="../media/image45.wmf"/><Relationship Id="rId4" Type="http://schemas.openxmlformats.org/officeDocument/2006/relationships/oleObject" Target="../embeddings/oleObject29.bin"/></Relationships>
</file>

<file path=ppt/slides/_rels/slide21.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21.xml"/><Relationship Id="rId1" Type="http://schemas.openxmlformats.org/officeDocument/2006/relationships/slideLayout" Target="../slideLayouts/slideLayout48.xml"/><Relationship Id="rId6" Type="http://schemas.openxmlformats.org/officeDocument/2006/relationships/image" Target="../media/image49.wmf"/><Relationship Id="rId5" Type="http://schemas.openxmlformats.org/officeDocument/2006/relationships/oleObject" Target="../embeddings/oleObject31.bin"/><Relationship Id="rId4" Type="http://schemas.openxmlformats.org/officeDocument/2006/relationships/image" Target="../media/image48.wmf"/></Relationships>
</file>

<file path=ppt/slides/_rels/slide2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2.xml"/><Relationship Id="rId1" Type="http://schemas.openxmlformats.org/officeDocument/2006/relationships/slideLayout" Target="../slideLayouts/slideLayout48.xml"/><Relationship Id="rId4" Type="http://schemas.openxmlformats.org/officeDocument/2006/relationships/image" Target="../media/image51.jpeg"/></Relationships>
</file>

<file path=ppt/slides/_rels/slide2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3.xml"/><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4.xml"/><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5.xml"/><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6.xml"/><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3.jpeg"/><Relationship Id="rId7" Type="http://schemas.openxmlformats.org/officeDocument/2006/relationships/oleObject" Target="../embeddings/oleObject32.bin"/><Relationship Id="rId2" Type="http://schemas.openxmlformats.org/officeDocument/2006/relationships/notesSlide" Target="../notesSlides/notesSlide27.xml"/><Relationship Id="rId1" Type="http://schemas.openxmlformats.org/officeDocument/2006/relationships/slideLayout" Target="../slideLayouts/slideLayout48.xml"/><Relationship Id="rId6" Type="http://schemas.openxmlformats.org/officeDocument/2006/relationships/image" Target="../media/image56.jpeg"/><Relationship Id="rId11" Type="http://schemas.openxmlformats.org/officeDocument/2006/relationships/image" Target="../media/image59.jpeg"/><Relationship Id="rId5" Type="http://schemas.openxmlformats.org/officeDocument/2006/relationships/image" Target="../media/image55.jpeg"/><Relationship Id="rId10" Type="http://schemas.openxmlformats.org/officeDocument/2006/relationships/image" Target="../media/image58.wmf"/><Relationship Id="rId4" Type="http://schemas.openxmlformats.org/officeDocument/2006/relationships/image" Target="../media/image54.jpeg"/><Relationship Id="rId9" Type="http://schemas.openxmlformats.org/officeDocument/2006/relationships/oleObject" Target="../embeddings/oleObject33.bin"/></Relationships>
</file>

<file path=ppt/slides/_rels/slide2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8.xml"/><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29.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31.xml"/><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32.xml"/><Relationship Id="rId1" Type="http://schemas.openxmlformats.org/officeDocument/2006/relationships/slideLayout" Target="../slideLayouts/slideLayout48.xml"/><Relationship Id="rId5" Type="http://schemas.openxmlformats.org/officeDocument/2006/relationships/image" Target="../media/image65.wmf"/><Relationship Id="rId4" Type="http://schemas.openxmlformats.org/officeDocument/2006/relationships/image" Target="../media/image64.wmf"/></Relationships>
</file>

<file path=ppt/slides/_rels/slide34.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notesSlide" Target="../notesSlides/notesSlide33.xml"/><Relationship Id="rId1" Type="http://schemas.openxmlformats.org/officeDocument/2006/relationships/slideLayout" Target="../slideLayouts/slideLayout48.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34.xml"/><Relationship Id="rId1" Type="http://schemas.openxmlformats.org/officeDocument/2006/relationships/slideLayout" Target="../slideLayouts/slideLayout48.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35.xml"/><Relationship Id="rId1" Type="http://schemas.openxmlformats.org/officeDocument/2006/relationships/slideLayout" Target="../slideLayouts/slideLayout48.xml"/><Relationship Id="rId4" Type="http://schemas.openxmlformats.org/officeDocument/2006/relationships/image" Target="../media/image69.wmf"/></Relationships>
</file>

<file path=ppt/slides/_rels/slide37.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36.xml"/><Relationship Id="rId1" Type="http://schemas.openxmlformats.org/officeDocument/2006/relationships/slideLayout" Target="../slideLayouts/slideLayout48.xml"/></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12">
            <a:extLst>
              <a:ext uri="{FF2B5EF4-FFF2-40B4-BE49-F238E27FC236}">
                <a16:creationId xmlns:a16="http://schemas.microsoft.com/office/drawing/2014/main" id="{DFDAAF30-7AF9-0D77-2C6D-5526F94E9E09}"/>
              </a:ext>
            </a:extLst>
          </p:cNvPr>
          <p:cNvSpPr>
            <a:spLocks noGrp="1" noChangeArrowheads="1"/>
          </p:cNvSpPr>
          <p:nvPr>
            <p:ph type="title"/>
          </p:nvPr>
        </p:nvSpPr>
        <p:spPr/>
        <p:txBody>
          <a:bodyPr/>
          <a:lstStyle/>
          <a:p>
            <a:pPr eaLnBrk="1" hangingPunct="1"/>
            <a:r>
              <a:rPr lang="en-US" altLang="en-US"/>
              <a:t>Silicon oxidation</a:t>
            </a:r>
          </a:p>
        </p:txBody>
      </p:sp>
      <p:sp>
        <p:nvSpPr>
          <p:cNvPr id="2" name="Text Placeholder 1">
            <a:extLst>
              <a:ext uri="{FF2B5EF4-FFF2-40B4-BE49-F238E27FC236}">
                <a16:creationId xmlns:a16="http://schemas.microsoft.com/office/drawing/2014/main" id="{67AC4F0F-5D13-00F3-1EEA-5C7A322DCB98}"/>
              </a:ext>
            </a:extLst>
          </p:cNvPr>
          <p:cNvSpPr>
            <a:spLocks noGrp="1"/>
          </p:cNvSpPr>
          <p:nvPr>
            <p:ph type="body"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F9F82AD4-F2E9-C237-FBAF-8DAD417775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5D4794F-C1A3-40B8-B956-A3C10B894A35}" type="slidenum">
              <a:rPr lang="en-US" altLang="en-US" sz="800"/>
              <a:pPr>
                <a:lnSpc>
                  <a:spcPct val="100000"/>
                </a:lnSpc>
                <a:spcBef>
                  <a:spcPct val="0"/>
                </a:spcBef>
                <a:buClr>
                  <a:srgbClr val="F68933"/>
                </a:buClr>
                <a:buFontTx/>
                <a:buNone/>
              </a:pPr>
              <a:t>2</a:t>
            </a:fld>
            <a:endParaRPr lang="en-US" altLang="en-US" sz="800"/>
          </a:p>
        </p:txBody>
      </p:sp>
      <p:sp>
        <p:nvSpPr>
          <p:cNvPr id="11267" name="Rectangle 2">
            <a:extLst>
              <a:ext uri="{FF2B5EF4-FFF2-40B4-BE49-F238E27FC236}">
                <a16:creationId xmlns:a16="http://schemas.microsoft.com/office/drawing/2014/main" id="{51638EFA-542E-0652-374C-1EBF541B330D}"/>
              </a:ext>
            </a:extLst>
          </p:cNvPr>
          <p:cNvSpPr>
            <a:spLocks noGrp="1" noChangeArrowheads="1"/>
          </p:cNvSpPr>
          <p:nvPr>
            <p:ph type="title"/>
          </p:nvPr>
        </p:nvSpPr>
        <p:spPr/>
        <p:txBody>
          <a:bodyPr/>
          <a:lstStyle/>
          <a:p>
            <a:pPr eaLnBrk="1" hangingPunct="1"/>
            <a:r>
              <a:rPr lang="en-GB" altLang="en-US"/>
              <a:t>Silicon oxidation</a:t>
            </a:r>
            <a:endParaRPr lang="en-US" altLang="en-US"/>
          </a:p>
        </p:txBody>
      </p:sp>
      <p:sp>
        <p:nvSpPr>
          <p:cNvPr id="11268" name="Rectangle 3">
            <a:extLst>
              <a:ext uri="{FF2B5EF4-FFF2-40B4-BE49-F238E27FC236}">
                <a16:creationId xmlns:a16="http://schemas.microsoft.com/office/drawing/2014/main" id="{AE81C472-F315-D64A-6105-9E9DF5D59E76}"/>
              </a:ext>
            </a:extLst>
          </p:cNvPr>
          <p:cNvSpPr>
            <a:spLocks noGrp="1" noChangeArrowheads="1"/>
          </p:cNvSpPr>
          <p:nvPr>
            <p:ph type="body" idx="1"/>
          </p:nvPr>
        </p:nvSpPr>
        <p:spPr/>
        <p:txBody>
          <a:bodyPr/>
          <a:lstStyle/>
          <a:p>
            <a:pPr eaLnBrk="1" hangingPunct="1"/>
            <a:r>
              <a:rPr lang="en-GB" altLang="en-US" sz="3200"/>
              <a:t>Formation of silicon dioxide (SiO</a:t>
            </a:r>
            <a:r>
              <a:rPr lang="en-GB" altLang="en-US" sz="3200" baseline="-25000"/>
              <a:t>2</a:t>
            </a:r>
            <a:r>
              <a:rPr lang="en-GB" altLang="en-US" sz="3200"/>
              <a:t>) on silicon surface, in an oxidant ambient (O</a:t>
            </a:r>
            <a:r>
              <a:rPr lang="en-GB" altLang="en-US" sz="3200" baseline="-25000"/>
              <a:t>2</a:t>
            </a:r>
            <a:r>
              <a:rPr lang="en-GB" altLang="en-US" sz="3200"/>
              <a:t>, H</a:t>
            </a:r>
            <a:r>
              <a:rPr lang="en-GB" altLang="en-US" sz="3200" baseline="-25000"/>
              <a:t>2</a:t>
            </a:r>
            <a:r>
              <a:rPr lang="en-GB" altLang="en-US" sz="3200"/>
              <a:t>O).</a:t>
            </a:r>
            <a:endParaRPr lang="en-US" altLang="en-US" sz="3200"/>
          </a:p>
        </p:txBody>
      </p:sp>
      <p:sp>
        <p:nvSpPr>
          <p:cNvPr id="11269" name="Text Box 5">
            <a:extLst>
              <a:ext uri="{FF2B5EF4-FFF2-40B4-BE49-F238E27FC236}">
                <a16:creationId xmlns:a16="http://schemas.microsoft.com/office/drawing/2014/main" id="{4820BBD6-7C08-452F-0DE7-85500D01EF02}"/>
              </a:ext>
            </a:extLst>
          </p:cNvPr>
          <p:cNvSpPr txBox="1">
            <a:spLocks noChangeArrowheads="1"/>
          </p:cNvSpPr>
          <p:nvPr/>
        </p:nvSpPr>
        <p:spPr bwMode="auto">
          <a:xfrm>
            <a:off x="1797050" y="3048000"/>
            <a:ext cx="75057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SiO</a:t>
            </a:r>
            <a:r>
              <a:rPr lang="en-GB" altLang="en-US" sz="2000" baseline="-25000"/>
              <a:t>2</a:t>
            </a:r>
            <a:r>
              <a:rPr lang="en-GB" altLang="en-US" sz="2000"/>
              <a:t> can also be deposited on silicon ( see other lessons)</a:t>
            </a:r>
            <a:endParaRPr lang="en-US" altLang="en-US" sz="2000"/>
          </a:p>
        </p:txBody>
      </p:sp>
      <p:sp>
        <p:nvSpPr>
          <p:cNvPr id="11270" name="Text Box 6">
            <a:extLst>
              <a:ext uri="{FF2B5EF4-FFF2-40B4-BE49-F238E27FC236}">
                <a16:creationId xmlns:a16="http://schemas.microsoft.com/office/drawing/2014/main" id="{0996302E-6FD5-AAA4-F7C6-778F629F3383}"/>
              </a:ext>
            </a:extLst>
          </p:cNvPr>
          <p:cNvSpPr txBox="1">
            <a:spLocks noChangeArrowheads="1"/>
          </p:cNvSpPr>
          <p:nvPr/>
        </p:nvSpPr>
        <p:spPr bwMode="auto">
          <a:xfrm>
            <a:off x="2833688" y="3998916"/>
            <a:ext cx="6851650" cy="1512887"/>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a:solidFill>
                  <a:schemeClr val="tx1"/>
                </a:solidFill>
              </a:rPr>
              <a:t>Si + O</a:t>
            </a:r>
            <a:r>
              <a:rPr lang="en-GB" altLang="en-US" baseline="-25000">
                <a:solidFill>
                  <a:schemeClr val="tx1"/>
                </a:solidFill>
              </a:rPr>
              <a:t>2</a:t>
            </a:r>
            <a:r>
              <a:rPr lang="en-GB" altLang="en-US">
                <a:solidFill>
                  <a:schemeClr val="tx1"/>
                </a:solidFill>
              </a:rPr>
              <a:t> </a:t>
            </a:r>
            <a:r>
              <a:rPr lang="en-GB" altLang="en-US">
                <a:solidFill>
                  <a:schemeClr val="tx1"/>
                </a:solidFill>
                <a:sym typeface="Wingdings" panose="05000000000000000000" pitchFamily="2" charset="2"/>
              </a:rPr>
              <a:t> SiO</a:t>
            </a:r>
            <a:r>
              <a:rPr lang="en-GB" altLang="en-US" baseline="-25000">
                <a:solidFill>
                  <a:schemeClr val="tx1"/>
                </a:solidFill>
                <a:sym typeface="Wingdings" panose="05000000000000000000" pitchFamily="2" charset="2"/>
              </a:rPr>
              <a:t>2 </a:t>
            </a:r>
            <a:r>
              <a:rPr lang="en-GB" altLang="en-US">
                <a:solidFill>
                  <a:schemeClr val="tx1"/>
                </a:solidFill>
                <a:sym typeface="Wingdings" panose="05000000000000000000" pitchFamily="2" charset="2"/>
              </a:rPr>
              <a:t> [dry oxidation]</a:t>
            </a:r>
            <a:endParaRPr lang="en-GB" altLang="en-US" baseline="-25000">
              <a:solidFill>
                <a:schemeClr val="tx1"/>
              </a:solidFill>
              <a:sym typeface="Wingdings" panose="05000000000000000000" pitchFamily="2" charset="2"/>
            </a:endParaRPr>
          </a:p>
          <a:p>
            <a:pPr eaLnBrk="1" hangingPunct="1">
              <a:spcBef>
                <a:spcPct val="50000"/>
              </a:spcBef>
              <a:buFont typeface="Times" panose="02020603050405020304" pitchFamily="18" charset="0"/>
              <a:buNone/>
            </a:pPr>
            <a:r>
              <a:rPr lang="en-GB" altLang="en-US">
                <a:solidFill>
                  <a:schemeClr val="tx1"/>
                </a:solidFill>
              </a:rPr>
              <a:t>or</a:t>
            </a:r>
          </a:p>
          <a:p>
            <a:pPr eaLnBrk="1" hangingPunct="1">
              <a:spcBef>
                <a:spcPct val="50000"/>
              </a:spcBef>
              <a:buFont typeface="Times" panose="02020603050405020304" pitchFamily="18" charset="0"/>
              <a:buNone/>
            </a:pPr>
            <a:r>
              <a:rPr lang="en-GB" altLang="en-US">
                <a:solidFill>
                  <a:schemeClr val="tx1"/>
                </a:solidFill>
              </a:rPr>
              <a:t>Si + H</a:t>
            </a:r>
            <a:r>
              <a:rPr lang="en-GB" altLang="en-US" baseline="-25000">
                <a:solidFill>
                  <a:schemeClr val="tx1"/>
                </a:solidFill>
              </a:rPr>
              <a:t>2</a:t>
            </a:r>
            <a:r>
              <a:rPr lang="en-GB" altLang="en-US">
                <a:solidFill>
                  <a:schemeClr val="tx1"/>
                </a:solidFill>
              </a:rPr>
              <a:t>O </a:t>
            </a:r>
            <a:r>
              <a:rPr lang="en-GB" altLang="en-US">
                <a:solidFill>
                  <a:schemeClr val="tx1"/>
                </a:solidFill>
                <a:sym typeface="Wingdings" panose="05000000000000000000" pitchFamily="2" charset="2"/>
              </a:rPr>
              <a:t>SiO</a:t>
            </a:r>
            <a:r>
              <a:rPr lang="en-GB" altLang="en-US" baseline="-25000">
                <a:solidFill>
                  <a:schemeClr val="tx1"/>
                </a:solidFill>
                <a:sym typeface="Wingdings" panose="05000000000000000000" pitchFamily="2" charset="2"/>
              </a:rPr>
              <a:t>2</a:t>
            </a:r>
            <a:r>
              <a:rPr lang="en-GB" altLang="en-US">
                <a:solidFill>
                  <a:schemeClr val="tx1"/>
                </a:solidFill>
                <a:sym typeface="Wingdings" panose="05000000000000000000" pitchFamily="2" charset="2"/>
              </a:rPr>
              <a:t>+2H</a:t>
            </a:r>
            <a:r>
              <a:rPr lang="en-GB" altLang="en-US" baseline="-25000">
                <a:solidFill>
                  <a:schemeClr val="tx1"/>
                </a:solidFill>
                <a:sym typeface="Wingdings" panose="05000000000000000000" pitchFamily="2" charset="2"/>
              </a:rPr>
              <a:t>2 </a:t>
            </a:r>
            <a:r>
              <a:rPr lang="en-GB" altLang="en-US">
                <a:solidFill>
                  <a:schemeClr val="tx1"/>
                </a:solidFill>
                <a:sym typeface="Wingdings" panose="05000000000000000000" pitchFamily="2" charset="2"/>
              </a:rPr>
              <a:t>[wet oxidation]</a:t>
            </a:r>
            <a:endParaRPr lang="en-US" alt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28E65210-1780-8023-ADA1-7E1E4A0328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E6E401B-B9EF-489B-8CD0-1163F2FFD857}" type="slidenum">
              <a:rPr lang="en-US" altLang="en-US" sz="800"/>
              <a:pPr>
                <a:lnSpc>
                  <a:spcPct val="100000"/>
                </a:lnSpc>
                <a:spcBef>
                  <a:spcPct val="0"/>
                </a:spcBef>
                <a:buClr>
                  <a:srgbClr val="F68933"/>
                </a:buClr>
                <a:buFontTx/>
                <a:buNone/>
              </a:pPr>
              <a:t>3</a:t>
            </a:fld>
            <a:endParaRPr lang="en-US" altLang="en-US" sz="800"/>
          </a:p>
        </p:txBody>
      </p:sp>
      <p:sp>
        <p:nvSpPr>
          <p:cNvPr id="13315" name="Rectangle 2">
            <a:extLst>
              <a:ext uri="{FF2B5EF4-FFF2-40B4-BE49-F238E27FC236}">
                <a16:creationId xmlns:a16="http://schemas.microsoft.com/office/drawing/2014/main" id="{F26D066D-FAE3-45CB-301E-CDDD2057151F}"/>
              </a:ext>
            </a:extLst>
          </p:cNvPr>
          <p:cNvSpPr>
            <a:spLocks noGrp="1" noChangeArrowheads="1"/>
          </p:cNvSpPr>
          <p:nvPr>
            <p:ph type="title"/>
          </p:nvPr>
        </p:nvSpPr>
        <p:spPr/>
        <p:txBody>
          <a:bodyPr/>
          <a:lstStyle/>
          <a:p>
            <a:pPr eaLnBrk="1" hangingPunct="1"/>
            <a:r>
              <a:rPr lang="en-GB" altLang="en-US"/>
              <a:t>Why SiO</a:t>
            </a:r>
            <a:r>
              <a:rPr lang="en-GB" altLang="en-US" baseline="-25000"/>
              <a:t>2</a:t>
            </a:r>
            <a:endParaRPr lang="en-US" altLang="en-US"/>
          </a:p>
        </p:txBody>
      </p:sp>
      <p:sp>
        <p:nvSpPr>
          <p:cNvPr id="13316" name="Rectangle 3">
            <a:extLst>
              <a:ext uri="{FF2B5EF4-FFF2-40B4-BE49-F238E27FC236}">
                <a16:creationId xmlns:a16="http://schemas.microsoft.com/office/drawing/2014/main" id="{00C64D26-5E40-D129-791B-056608745627}"/>
              </a:ext>
            </a:extLst>
          </p:cNvPr>
          <p:cNvSpPr>
            <a:spLocks noGrp="1" noChangeArrowheads="1"/>
          </p:cNvSpPr>
          <p:nvPr>
            <p:ph type="body" idx="1"/>
          </p:nvPr>
        </p:nvSpPr>
        <p:spPr/>
        <p:txBody>
          <a:bodyPr/>
          <a:lstStyle/>
          <a:p>
            <a:pPr eaLnBrk="1" hangingPunct="1"/>
            <a:r>
              <a:rPr lang="en-GB" altLang="en-US"/>
              <a:t>Si is widely used in IC because it forms an excellent oxide, with a nearly defect-free interface.</a:t>
            </a:r>
            <a:endParaRPr lang="en-US" altLang="en-US"/>
          </a:p>
        </p:txBody>
      </p:sp>
      <p:sp>
        <p:nvSpPr>
          <p:cNvPr id="13317" name="Text Box 93">
            <a:extLst>
              <a:ext uri="{FF2B5EF4-FFF2-40B4-BE49-F238E27FC236}">
                <a16:creationId xmlns:a16="http://schemas.microsoft.com/office/drawing/2014/main" id="{105A819D-D314-9312-D36D-B34A98FA74EA}"/>
              </a:ext>
            </a:extLst>
          </p:cNvPr>
          <p:cNvSpPr txBox="1">
            <a:spLocks noChangeArrowheads="1"/>
          </p:cNvSpPr>
          <p:nvPr/>
        </p:nvSpPr>
        <p:spPr bwMode="auto">
          <a:xfrm>
            <a:off x="6478588" y="2865438"/>
            <a:ext cx="3738562" cy="2446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solidFill>
                  <a:schemeClr val="accent1"/>
                </a:solidFill>
              </a:rPr>
              <a:t>Note</a:t>
            </a:r>
            <a:r>
              <a:rPr lang="en-GB" altLang="en-US" sz="2000"/>
              <a:t>: Silicon will oxidize in air at room T but...</a:t>
            </a:r>
          </a:p>
          <a:p>
            <a:pPr eaLnBrk="1" hangingPunct="1">
              <a:spcBef>
                <a:spcPct val="50000"/>
              </a:spcBef>
            </a:pPr>
            <a:r>
              <a:rPr lang="en-GB" altLang="en-US" sz="2000"/>
              <a:t>Not enough energy for O</a:t>
            </a:r>
            <a:r>
              <a:rPr lang="en-GB" altLang="en-US" sz="2000" baseline="-25000"/>
              <a:t>2 </a:t>
            </a:r>
            <a:r>
              <a:rPr lang="en-GB" altLang="en-US" sz="2000"/>
              <a:t>to diffuse through SiO</a:t>
            </a:r>
            <a:r>
              <a:rPr lang="en-GB" altLang="en-US" sz="2000" baseline="-25000"/>
              <a:t>2</a:t>
            </a:r>
            <a:r>
              <a:rPr lang="en-GB" altLang="en-US" sz="2000"/>
              <a:t> after a firs thin oxide layer is formed</a:t>
            </a:r>
          </a:p>
          <a:p>
            <a:pPr eaLnBrk="1" hangingPunct="1">
              <a:spcBef>
                <a:spcPct val="50000"/>
              </a:spcBef>
            </a:pPr>
            <a:r>
              <a:rPr lang="en-GB" altLang="en-US" sz="2000"/>
              <a:t>Native oxide won’t grow more than 2 nm </a:t>
            </a:r>
            <a:endParaRPr lang="en-US" altLang="en-US" sz="2000"/>
          </a:p>
        </p:txBody>
      </p:sp>
      <p:sp>
        <p:nvSpPr>
          <p:cNvPr id="13318" name="Text Box 94">
            <a:extLst>
              <a:ext uri="{FF2B5EF4-FFF2-40B4-BE49-F238E27FC236}">
                <a16:creationId xmlns:a16="http://schemas.microsoft.com/office/drawing/2014/main" id="{22A0A5A2-87DB-F38D-B985-F47E80EFA8E1}"/>
              </a:ext>
            </a:extLst>
          </p:cNvPr>
          <p:cNvSpPr txBox="1">
            <a:spLocks noChangeArrowheads="1"/>
          </p:cNvSpPr>
          <p:nvPr/>
        </p:nvSpPr>
        <p:spPr bwMode="auto">
          <a:xfrm>
            <a:off x="6096003" y="5472116"/>
            <a:ext cx="43672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Typical oxidation temperatures:</a:t>
            </a:r>
          </a:p>
          <a:p>
            <a:pPr eaLnBrk="1" hangingPunct="1">
              <a:spcBef>
                <a:spcPct val="50000"/>
              </a:spcBef>
              <a:buFont typeface="Times" panose="02020603050405020304" pitchFamily="18" charset="0"/>
              <a:buNone/>
            </a:pPr>
            <a:r>
              <a:rPr lang="en-GB" altLang="en-US" sz="2000"/>
              <a:t>From 700 to 1100 </a:t>
            </a:r>
            <a:r>
              <a:rPr lang="en-US" altLang="en-US" sz="2000">
                <a:cs typeface="Arial" panose="020B0604020202020204" pitchFamily="34" charset="0"/>
              </a:rPr>
              <a:t>°C</a:t>
            </a:r>
          </a:p>
        </p:txBody>
      </p:sp>
      <p:graphicFrame>
        <p:nvGraphicFramePr>
          <p:cNvPr id="13319" name="Object 96">
            <a:extLst>
              <a:ext uri="{FF2B5EF4-FFF2-40B4-BE49-F238E27FC236}">
                <a16:creationId xmlns:a16="http://schemas.microsoft.com/office/drawing/2014/main" id="{51805997-7914-6DB5-D27D-B28390780B9A}"/>
              </a:ext>
            </a:extLst>
          </p:cNvPr>
          <p:cNvGraphicFramePr>
            <a:graphicFrameLocks noChangeAspect="1"/>
          </p:cNvGraphicFramePr>
          <p:nvPr/>
        </p:nvGraphicFramePr>
        <p:xfrm>
          <a:off x="1524000" y="2814641"/>
          <a:ext cx="4648200" cy="2833687"/>
        </p:xfrm>
        <a:graphic>
          <a:graphicData uri="http://schemas.openxmlformats.org/presentationml/2006/ole">
            <mc:AlternateContent xmlns:mc="http://schemas.openxmlformats.org/markup-compatibility/2006">
              <mc:Choice xmlns:v="urn:schemas-microsoft-com:vml" Requires="v">
                <p:oleObj name="Document" r:id="rId3" imgW="5181600" imgH="3160776" progId="Word.Document.8">
                  <p:embed/>
                </p:oleObj>
              </mc:Choice>
              <mc:Fallback>
                <p:oleObj name="Document" r:id="rId3" imgW="5181600" imgH="3160776" progId="Word.Document.8">
                  <p:embed/>
                  <p:pic>
                    <p:nvPicPr>
                      <p:cNvPr id="13319" name="Object 96">
                        <a:extLst>
                          <a:ext uri="{FF2B5EF4-FFF2-40B4-BE49-F238E27FC236}">
                            <a16:creationId xmlns:a16="http://schemas.microsoft.com/office/drawing/2014/main" id="{51805997-7914-6DB5-D27D-B28390780B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814641"/>
                        <a:ext cx="4648200" cy="283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404B4159-3099-C3E4-8A28-752AEE12EFF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7F3A595-36E3-4E1B-9E46-D06437816F32}" type="slidenum">
              <a:rPr lang="en-US" altLang="en-US" sz="800"/>
              <a:pPr>
                <a:lnSpc>
                  <a:spcPct val="100000"/>
                </a:lnSpc>
                <a:spcBef>
                  <a:spcPct val="0"/>
                </a:spcBef>
                <a:buClr>
                  <a:srgbClr val="F68933"/>
                </a:buClr>
                <a:buFontTx/>
                <a:buNone/>
              </a:pPr>
              <a:t>4</a:t>
            </a:fld>
            <a:endParaRPr lang="en-US" altLang="en-US" sz="800"/>
          </a:p>
        </p:txBody>
      </p:sp>
      <p:sp>
        <p:nvSpPr>
          <p:cNvPr id="15363" name="Rectangle 2">
            <a:extLst>
              <a:ext uri="{FF2B5EF4-FFF2-40B4-BE49-F238E27FC236}">
                <a16:creationId xmlns:a16="http://schemas.microsoft.com/office/drawing/2014/main" id="{AA5CA04A-71CC-25B4-9CA3-6707E0781351}"/>
              </a:ext>
            </a:extLst>
          </p:cNvPr>
          <p:cNvSpPr>
            <a:spLocks noGrp="1" noChangeArrowheads="1"/>
          </p:cNvSpPr>
          <p:nvPr>
            <p:ph type="title"/>
          </p:nvPr>
        </p:nvSpPr>
        <p:spPr/>
        <p:txBody>
          <a:bodyPr/>
          <a:lstStyle/>
          <a:p>
            <a:pPr eaLnBrk="1" hangingPunct="1"/>
            <a:r>
              <a:rPr lang="en-GB" altLang="en-US"/>
              <a:t>ITRS roadmap for gate dielectrics</a:t>
            </a:r>
            <a:endParaRPr lang="en-US" altLang="en-US"/>
          </a:p>
        </p:txBody>
      </p:sp>
      <p:pic>
        <p:nvPicPr>
          <p:cNvPr id="15364" name="Picture 4">
            <a:extLst>
              <a:ext uri="{FF2B5EF4-FFF2-40B4-BE49-F238E27FC236}">
                <a16:creationId xmlns:a16="http://schemas.microsoft.com/office/drawing/2014/main" id="{65057930-81DB-9BF8-BF95-21953A409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916" y="1851028"/>
            <a:ext cx="8764587"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78C70831-BC9F-C324-9F42-2D2529B0E7A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1F5D7CD-D432-4267-A3EE-C0BDDC2677E7}" type="slidenum">
              <a:rPr lang="en-US" altLang="en-US" sz="800"/>
              <a:pPr>
                <a:lnSpc>
                  <a:spcPct val="100000"/>
                </a:lnSpc>
                <a:spcBef>
                  <a:spcPct val="0"/>
                </a:spcBef>
                <a:buClr>
                  <a:srgbClr val="F68933"/>
                </a:buClr>
                <a:buFontTx/>
                <a:buNone/>
              </a:pPr>
              <a:t>5</a:t>
            </a:fld>
            <a:endParaRPr lang="en-US" altLang="en-US" sz="800"/>
          </a:p>
        </p:txBody>
      </p:sp>
      <p:sp>
        <p:nvSpPr>
          <p:cNvPr id="17411" name="Rectangle 2">
            <a:extLst>
              <a:ext uri="{FF2B5EF4-FFF2-40B4-BE49-F238E27FC236}">
                <a16:creationId xmlns:a16="http://schemas.microsoft.com/office/drawing/2014/main" id="{EC9C30A0-CE7E-5F92-3E6A-8F06D1320CE1}"/>
              </a:ext>
            </a:extLst>
          </p:cNvPr>
          <p:cNvSpPr>
            <a:spLocks noGrp="1" noChangeArrowheads="1"/>
          </p:cNvSpPr>
          <p:nvPr>
            <p:ph type="title"/>
          </p:nvPr>
        </p:nvSpPr>
        <p:spPr/>
        <p:txBody>
          <a:bodyPr/>
          <a:lstStyle/>
          <a:p>
            <a:pPr eaLnBrk="1" hangingPunct="1"/>
            <a:r>
              <a:rPr lang="en-GB" altLang="en-US"/>
              <a:t>SiO</a:t>
            </a:r>
            <a:r>
              <a:rPr lang="en-GB" altLang="en-US" baseline="-25000"/>
              <a:t>2 </a:t>
            </a:r>
            <a:r>
              <a:rPr lang="en-GB" altLang="en-US"/>
              <a:t>structure </a:t>
            </a:r>
            <a:endParaRPr lang="en-US" altLang="en-US"/>
          </a:p>
        </p:txBody>
      </p:sp>
      <p:sp>
        <p:nvSpPr>
          <p:cNvPr id="17412" name="Rectangle 3">
            <a:extLst>
              <a:ext uri="{FF2B5EF4-FFF2-40B4-BE49-F238E27FC236}">
                <a16:creationId xmlns:a16="http://schemas.microsoft.com/office/drawing/2014/main" id="{8B8B9A03-7C9A-A938-27ED-A88AB814AE96}"/>
              </a:ext>
            </a:extLst>
          </p:cNvPr>
          <p:cNvSpPr>
            <a:spLocks noGrp="1" noChangeArrowheads="1"/>
          </p:cNvSpPr>
          <p:nvPr>
            <p:ph type="body" idx="1"/>
          </p:nvPr>
        </p:nvSpPr>
        <p:spPr>
          <a:xfrm>
            <a:off x="1879600" y="1524003"/>
            <a:ext cx="8402638" cy="798513"/>
          </a:xfrm>
        </p:spPr>
        <p:txBody>
          <a:bodyPr/>
          <a:lstStyle/>
          <a:p>
            <a:pPr eaLnBrk="1" hangingPunct="1"/>
            <a:r>
              <a:rPr lang="en-GB" altLang="en-US" sz="2000"/>
              <a:t>SiO</a:t>
            </a:r>
            <a:r>
              <a:rPr lang="en-GB" altLang="en-US" sz="2000" baseline="-25000"/>
              <a:t>2 </a:t>
            </a:r>
            <a:r>
              <a:rPr lang="en-GB" altLang="en-US" sz="2000"/>
              <a:t>is grown as fused silica </a:t>
            </a:r>
            <a:r>
              <a:rPr lang="en-GB" altLang="en-US" sz="2000">
                <a:sym typeface="Wingdings" panose="05000000000000000000" pitchFamily="2" charset="2"/>
              </a:rPr>
              <a:t> amorphous with low range order</a:t>
            </a:r>
          </a:p>
          <a:p>
            <a:pPr eaLnBrk="1" hangingPunct="1"/>
            <a:r>
              <a:rPr lang="en-GB" altLang="en-US" sz="2000">
                <a:sym typeface="Wingdings" panose="05000000000000000000" pitchFamily="2" charset="2"/>
              </a:rPr>
              <a:t>Rate of crystallization at typical process T can be neglected</a:t>
            </a:r>
            <a:endParaRPr lang="en-US" altLang="en-US" sz="2000"/>
          </a:p>
        </p:txBody>
      </p:sp>
      <p:sp>
        <p:nvSpPr>
          <p:cNvPr id="17413" name="Text Box 6">
            <a:extLst>
              <a:ext uri="{FF2B5EF4-FFF2-40B4-BE49-F238E27FC236}">
                <a16:creationId xmlns:a16="http://schemas.microsoft.com/office/drawing/2014/main" id="{D16F9050-4833-9503-7037-450E28EDBC82}"/>
              </a:ext>
            </a:extLst>
          </p:cNvPr>
          <p:cNvSpPr txBox="1">
            <a:spLocks noChangeArrowheads="1"/>
          </p:cNvSpPr>
          <p:nvPr/>
        </p:nvSpPr>
        <p:spPr bwMode="auto">
          <a:xfrm>
            <a:off x="6396038" y="2606675"/>
            <a:ext cx="3930650"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Basic unit: SiO</a:t>
            </a:r>
            <a:r>
              <a:rPr lang="en-GB" altLang="en-US" sz="2000" baseline="-25000"/>
              <a:t>4</a:t>
            </a:r>
            <a:r>
              <a:rPr lang="en-GB" altLang="en-US" sz="2000"/>
              <a:t> tetrahedra</a:t>
            </a:r>
          </a:p>
          <a:p>
            <a:pPr eaLnBrk="1" hangingPunct="1">
              <a:spcBef>
                <a:spcPct val="50000"/>
              </a:spcBef>
            </a:pPr>
            <a:r>
              <a:rPr lang="en-GB" altLang="en-US" sz="2000"/>
              <a:t>Some O atoms are bonded to two Si atoms </a:t>
            </a:r>
            <a:r>
              <a:rPr lang="en-GB" altLang="en-US" sz="2000">
                <a:sym typeface="Wingdings" panose="05000000000000000000" pitchFamily="2" charset="2"/>
              </a:rPr>
              <a:t> </a:t>
            </a:r>
            <a:r>
              <a:rPr lang="en-GB" altLang="en-US" sz="2000">
                <a:solidFill>
                  <a:schemeClr val="accent1"/>
                </a:solidFill>
                <a:sym typeface="Wingdings" panose="05000000000000000000" pitchFamily="2" charset="2"/>
              </a:rPr>
              <a:t>bridging oxygen</a:t>
            </a:r>
          </a:p>
          <a:p>
            <a:pPr eaLnBrk="1" hangingPunct="1">
              <a:spcBef>
                <a:spcPct val="50000"/>
              </a:spcBef>
            </a:pPr>
            <a:r>
              <a:rPr lang="en-GB" altLang="en-US" sz="2000">
                <a:solidFill>
                  <a:schemeClr val="tx1"/>
                </a:solidFill>
                <a:sym typeface="Wingdings" panose="05000000000000000000" pitchFamily="2" charset="2"/>
              </a:rPr>
              <a:t>O atoms bonded to a single Si atom  </a:t>
            </a:r>
            <a:r>
              <a:rPr lang="en-GB" altLang="en-US" sz="2000">
                <a:solidFill>
                  <a:srgbClr val="FF7F00"/>
                </a:solidFill>
                <a:sym typeface="Wingdings" panose="05000000000000000000" pitchFamily="2" charset="2"/>
              </a:rPr>
              <a:t>non bridging oxygen</a:t>
            </a:r>
            <a:endParaRPr lang="en-US" altLang="en-US" sz="2000">
              <a:solidFill>
                <a:srgbClr val="FF7F00"/>
              </a:solidFill>
              <a:sym typeface="Wingdings" panose="05000000000000000000" pitchFamily="2" charset="2"/>
            </a:endParaRPr>
          </a:p>
        </p:txBody>
      </p:sp>
      <p:sp>
        <p:nvSpPr>
          <p:cNvPr id="17414" name="Text Box 7">
            <a:extLst>
              <a:ext uri="{FF2B5EF4-FFF2-40B4-BE49-F238E27FC236}">
                <a16:creationId xmlns:a16="http://schemas.microsoft.com/office/drawing/2014/main" id="{B9433470-FE6F-1832-D748-A7C4F11AE9AF}"/>
              </a:ext>
            </a:extLst>
          </p:cNvPr>
          <p:cNvSpPr txBox="1">
            <a:spLocks noChangeArrowheads="1"/>
          </p:cNvSpPr>
          <p:nvPr/>
        </p:nvSpPr>
        <p:spPr bwMode="auto">
          <a:xfrm>
            <a:off x="6300791" y="4994275"/>
            <a:ext cx="3876675"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b="1"/>
              <a:t>Higher fraction of bridging to non bridging oxygen </a:t>
            </a:r>
            <a:r>
              <a:rPr lang="en-GB" altLang="en-US" sz="1800" b="1">
                <a:sym typeface="Wingdings" panose="05000000000000000000" pitchFamily="2" charset="2"/>
              </a:rPr>
              <a:t> higher cohesion and structural strength of SiO</a:t>
            </a:r>
            <a:r>
              <a:rPr lang="en-GB" altLang="en-US" sz="1800" b="1" baseline="-25000">
                <a:sym typeface="Wingdings" panose="05000000000000000000" pitchFamily="2" charset="2"/>
              </a:rPr>
              <a:t>2 </a:t>
            </a:r>
            <a:r>
              <a:rPr lang="en-GB" altLang="en-US" sz="1800" b="1">
                <a:sym typeface="Wingdings" panose="05000000000000000000" pitchFamily="2" charset="2"/>
              </a:rPr>
              <a:t>(dry ox. Have more bridging O</a:t>
            </a:r>
            <a:r>
              <a:rPr lang="en-GB" altLang="en-US" sz="1800" b="1" baseline="-25000">
                <a:sym typeface="Wingdings" panose="05000000000000000000" pitchFamily="2" charset="2"/>
              </a:rPr>
              <a:t>2</a:t>
            </a:r>
            <a:r>
              <a:rPr lang="en-GB" altLang="en-US" sz="1800" b="1">
                <a:sym typeface="Wingdings" panose="05000000000000000000" pitchFamily="2" charset="2"/>
              </a:rPr>
              <a:t> than wet ox.)</a:t>
            </a:r>
            <a:endParaRPr lang="en-US" altLang="en-US" sz="1800" b="1"/>
          </a:p>
        </p:txBody>
      </p:sp>
      <p:pic>
        <p:nvPicPr>
          <p:cNvPr id="17415" name="Picture 9" descr="sio2_structure0001">
            <a:extLst>
              <a:ext uri="{FF2B5EF4-FFF2-40B4-BE49-F238E27FC236}">
                <a16:creationId xmlns:a16="http://schemas.microsoft.com/office/drawing/2014/main" id="{1857D322-8D46-B4E8-1692-E3B15904C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281" r="1596"/>
          <a:stretch>
            <a:fillRect/>
          </a:stretch>
        </p:blipFill>
        <p:spPr bwMode="auto">
          <a:xfrm>
            <a:off x="3089278" y="3429000"/>
            <a:ext cx="3000375" cy="278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8" descr="sio2_structure0001">
            <a:extLst>
              <a:ext uri="{FF2B5EF4-FFF2-40B4-BE49-F238E27FC236}">
                <a16:creationId xmlns:a16="http://schemas.microsoft.com/office/drawing/2014/main" id="{DAB22535-5FA8-A9C4-DC0C-337B3F372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016" b="10611"/>
          <a:stretch>
            <a:fillRect/>
          </a:stretch>
        </p:blipFill>
        <p:spPr bwMode="auto">
          <a:xfrm>
            <a:off x="1524003" y="2354263"/>
            <a:ext cx="2212975"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F992DCD8-6A0B-CD35-A37E-DA00B1313C5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2AC0676-D7C1-4DA0-8604-54625C12067C}" type="slidenum">
              <a:rPr lang="en-US" altLang="en-US" sz="800"/>
              <a:pPr>
                <a:lnSpc>
                  <a:spcPct val="100000"/>
                </a:lnSpc>
                <a:spcBef>
                  <a:spcPct val="0"/>
                </a:spcBef>
                <a:buClr>
                  <a:srgbClr val="F68933"/>
                </a:buClr>
                <a:buFontTx/>
                <a:buNone/>
              </a:pPr>
              <a:t>6</a:t>
            </a:fld>
            <a:endParaRPr lang="en-US" altLang="en-US" sz="800"/>
          </a:p>
        </p:txBody>
      </p:sp>
      <p:sp>
        <p:nvSpPr>
          <p:cNvPr id="19459" name="Rectangle 2">
            <a:extLst>
              <a:ext uri="{FF2B5EF4-FFF2-40B4-BE49-F238E27FC236}">
                <a16:creationId xmlns:a16="http://schemas.microsoft.com/office/drawing/2014/main" id="{659111AA-B686-3997-186D-71372BF31235}"/>
              </a:ext>
            </a:extLst>
          </p:cNvPr>
          <p:cNvSpPr>
            <a:spLocks noGrp="1" noChangeArrowheads="1"/>
          </p:cNvSpPr>
          <p:nvPr>
            <p:ph type="title"/>
          </p:nvPr>
        </p:nvSpPr>
        <p:spPr/>
        <p:txBody>
          <a:bodyPr/>
          <a:lstStyle/>
          <a:p>
            <a:pPr eaLnBrk="1" hangingPunct="1"/>
            <a:r>
              <a:rPr lang="en-GB" altLang="en-US"/>
              <a:t>SiO</a:t>
            </a:r>
            <a:r>
              <a:rPr lang="en-GB" altLang="en-US" baseline="-25000"/>
              <a:t>2</a:t>
            </a:r>
            <a:r>
              <a:rPr lang="en-GB" altLang="en-US"/>
              <a:t> structure: impurities</a:t>
            </a:r>
            <a:endParaRPr lang="en-US" altLang="en-US"/>
          </a:p>
        </p:txBody>
      </p:sp>
      <p:sp>
        <p:nvSpPr>
          <p:cNvPr id="19460" name="Rectangle 3">
            <a:extLst>
              <a:ext uri="{FF2B5EF4-FFF2-40B4-BE49-F238E27FC236}">
                <a16:creationId xmlns:a16="http://schemas.microsoft.com/office/drawing/2014/main" id="{0EAF8CF2-C77E-0432-53C9-B74B63F55ACE}"/>
              </a:ext>
            </a:extLst>
          </p:cNvPr>
          <p:cNvSpPr>
            <a:spLocks noGrp="1" noChangeArrowheads="1"/>
          </p:cNvSpPr>
          <p:nvPr>
            <p:ph type="body" idx="1"/>
          </p:nvPr>
        </p:nvSpPr>
        <p:spPr>
          <a:xfrm>
            <a:off x="1879603" y="1244600"/>
            <a:ext cx="3940175" cy="5181600"/>
          </a:xfrm>
          <a:noFill/>
        </p:spPr>
        <p:txBody>
          <a:bodyPr/>
          <a:lstStyle/>
          <a:p>
            <a:pPr marL="4763" indent="-4763">
              <a:lnSpc>
                <a:spcPct val="75000"/>
              </a:lnSpc>
            </a:pPr>
            <a:r>
              <a:rPr lang="en-US" altLang="en-US" sz="2000" b="1" i="1"/>
              <a:t>Substitutional </a:t>
            </a:r>
            <a:r>
              <a:rPr lang="en-US" altLang="en-US" sz="2000" b="1"/>
              <a:t>impurities</a:t>
            </a:r>
            <a:r>
              <a:rPr lang="en-US" altLang="en-US" sz="2000"/>
              <a:t>: </a:t>
            </a:r>
          </a:p>
          <a:p>
            <a:pPr marL="4763" indent="-4763">
              <a:lnSpc>
                <a:spcPct val="75000"/>
              </a:lnSpc>
              <a:buNone/>
            </a:pPr>
            <a:r>
              <a:rPr lang="en-US" altLang="en-US"/>
              <a:t>Replace silicon in the structure (</a:t>
            </a:r>
            <a:r>
              <a:rPr lang="en-US" altLang="en-US" i="1"/>
              <a:t>network formers</a:t>
            </a:r>
            <a:r>
              <a:rPr lang="en-US" altLang="en-US"/>
              <a:t>) which brings to the elimination (structure weakening) or formation of bridging oxygen (ex. Boron - Phosphorus)</a:t>
            </a:r>
          </a:p>
          <a:p>
            <a:pPr marL="4763" indent="-4763">
              <a:lnSpc>
                <a:spcPct val="75000"/>
              </a:lnSpc>
            </a:pPr>
            <a:r>
              <a:rPr lang="en-GB" altLang="en-US" sz="2000" b="1" i="1"/>
              <a:t>Interstitial impurities:</a:t>
            </a:r>
          </a:p>
          <a:p>
            <a:pPr marL="4763" indent="-4763">
              <a:lnSpc>
                <a:spcPct val="75000"/>
              </a:lnSpc>
              <a:buNone/>
            </a:pPr>
            <a:r>
              <a:rPr lang="en-US" altLang="en-US"/>
              <a:t>Interstitial impurities (ex. Na, K) increase the amount of non bridging oxygen making the structure weaken and porous and increasing the diffusivity of other species within the glass (network modifiers)</a:t>
            </a:r>
          </a:p>
          <a:p>
            <a:pPr marL="4763" indent="-4763">
              <a:lnSpc>
                <a:spcPct val="75000"/>
              </a:lnSpc>
              <a:buNone/>
            </a:pPr>
            <a:endParaRPr lang="en-GB" altLang="en-US"/>
          </a:p>
          <a:p>
            <a:pPr marL="4763" indent="-4763">
              <a:lnSpc>
                <a:spcPct val="75000"/>
              </a:lnSpc>
            </a:pPr>
            <a:r>
              <a:rPr lang="en-GB" altLang="en-US"/>
              <a:t> </a:t>
            </a:r>
            <a:r>
              <a:rPr lang="en-GB" altLang="en-US" sz="2000" b="1" i="1"/>
              <a:t>Water in SiO2</a:t>
            </a:r>
          </a:p>
          <a:p>
            <a:pPr marL="4763" indent="-4763">
              <a:lnSpc>
                <a:spcPct val="75000"/>
              </a:lnSpc>
              <a:buNone/>
            </a:pPr>
            <a:r>
              <a:rPr lang="en-GB" altLang="en-US"/>
              <a:t>Si:O:Si </a:t>
            </a:r>
            <a:r>
              <a:rPr lang="en-GB" altLang="en-US">
                <a:sym typeface="Wingdings" panose="05000000000000000000" pitchFamily="2" charset="2"/>
              </a:rPr>
              <a:t> Si:O:H+H:O:Si</a:t>
            </a:r>
          </a:p>
          <a:p>
            <a:pPr marL="4763" indent="-4763">
              <a:lnSpc>
                <a:spcPct val="75000"/>
              </a:lnSpc>
              <a:buNone/>
            </a:pPr>
            <a:r>
              <a:rPr lang="en-GB" altLang="en-US"/>
              <a:t>Hydroxyls are generated and substitute bridging oxygen. The H bond is quite weak and can be easily removed </a:t>
            </a:r>
            <a:r>
              <a:rPr lang="en-GB" altLang="en-US">
                <a:sym typeface="Wingdings" panose="05000000000000000000" pitchFamily="2" charset="2"/>
              </a:rPr>
              <a:t> charged states or traps can be generated</a:t>
            </a:r>
            <a:endParaRPr lang="en-US" altLang="en-US"/>
          </a:p>
        </p:txBody>
      </p:sp>
      <p:pic>
        <p:nvPicPr>
          <p:cNvPr id="19461" name="Picture 6">
            <a:extLst>
              <a:ext uri="{FF2B5EF4-FFF2-40B4-BE49-F238E27FC236}">
                <a16:creationId xmlns:a16="http://schemas.microsoft.com/office/drawing/2014/main" id="{49A21529-C4F9-7BE2-5B41-765A4069B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16038"/>
            <a:ext cx="4470400"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4AAC2A83-5B0C-6568-83D5-F626110D640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90BFA2F-73D6-403F-BB14-513675B62BE1}" type="slidenum">
              <a:rPr lang="en-US" altLang="en-US" sz="800"/>
              <a:pPr>
                <a:lnSpc>
                  <a:spcPct val="100000"/>
                </a:lnSpc>
                <a:spcBef>
                  <a:spcPct val="0"/>
                </a:spcBef>
                <a:buClr>
                  <a:srgbClr val="F68933"/>
                </a:buClr>
                <a:buFontTx/>
                <a:buNone/>
              </a:pPr>
              <a:t>7</a:t>
            </a:fld>
            <a:endParaRPr lang="en-US" altLang="en-US" sz="800"/>
          </a:p>
        </p:txBody>
      </p:sp>
      <p:sp>
        <p:nvSpPr>
          <p:cNvPr id="21507" name="Rectangle 2">
            <a:extLst>
              <a:ext uri="{FF2B5EF4-FFF2-40B4-BE49-F238E27FC236}">
                <a16:creationId xmlns:a16="http://schemas.microsoft.com/office/drawing/2014/main" id="{F1D8B2B9-6F3D-9418-2228-71F19BF52BE4}"/>
              </a:ext>
            </a:extLst>
          </p:cNvPr>
          <p:cNvSpPr>
            <a:spLocks noGrp="1" noChangeArrowheads="1"/>
          </p:cNvSpPr>
          <p:nvPr>
            <p:ph type="title"/>
          </p:nvPr>
        </p:nvSpPr>
        <p:spPr/>
        <p:txBody>
          <a:bodyPr/>
          <a:lstStyle/>
          <a:p>
            <a:pPr eaLnBrk="1" hangingPunct="1"/>
            <a:r>
              <a:rPr lang="en-GB" altLang="en-US"/>
              <a:t>Oxidation kinetics </a:t>
            </a:r>
            <a:endParaRPr lang="en-US" altLang="en-US"/>
          </a:p>
        </p:txBody>
      </p:sp>
      <p:sp>
        <p:nvSpPr>
          <p:cNvPr id="21508" name="Rectangle 4">
            <a:extLst>
              <a:ext uri="{FF2B5EF4-FFF2-40B4-BE49-F238E27FC236}">
                <a16:creationId xmlns:a16="http://schemas.microsoft.com/office/drawing/2014/main" id="{2F47D0D8-98AF-6747-1F25-F71C5EBAFF53}"/>
              </a:ext>
            </a:extLst>
          </p:cNvPr>
          <p:cNvSpPr>
            <a:spLocks noChangeArrowheads="1"/>
          </p:cNvSpPr>
          <p:nvPr/>
        </p:nvSpPr>
        <p:spPr bwMode="auto">
          <a:xfrm>
            <a:off x="2012953" y="3429003"/>
            <a:ext cx="2773363" cy="1477963"/>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1509" name="Rectangle 5" descr="Light upward diagonal">
            <a:extLst>
              <a:ext uri="{FF2B5EF4-FFF2-40B4-BE49-F238E27FC236}">
                <a16:creationId xmlns:a16="http://schemas.microsoft.com/office/drawing/2014/main" id="{0CD4B6C2-5252-97BD-F71D-6102E777B6ED}"/>
              </a:ext>
            </a:extLst>
          </p:cNvPr>
          <p:cNvSpPr>
            <a:spLocks noChangeArrowheads="1"/>
          </p:cNvSpPr>
          <p:nvPr/>
        </p:nvSpPr>
        <p:spPr bwMode="auto">
          <a:xfrm>
            <a:off x="2022478" y="2586041"/>
            <a:ext cx="2773363" cy="854075"/>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1510" name="Text Box 6">
            <a:extLst>
              <a:ext uri="{FF2B5EF4-FFF2-40B4-BE49-F238E27FC236}">
                <a16:creationId xmlns:a16="http://schemas.microsoft.com/office/drawing/2014/main" id="{CCD28782-D010-3252-928B-6234E37036DF}"/>
              </a:ext>
            </a:extLst>
          </p:cNvPr>
          <p:cNvSpPr txBox="1">
            <a:spLocks noChangeArrowheads="1"/>
          </p:cNvSpPr>
          <p:nvPr/>
        </p:nvSpPr>
        <p:spPr bwMode="auto">
          <a:xfrm>
            <a:off x="2057400" y="4556125"/>
            <a:ext cx="884238"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Silicon</a:t>
            </a:r>
            <a:endParaRPr lang="en-US" altLang="en-US" sz="1600"/>
          </a:p>
        </p:txBody>
      </p:sp>
      <p:sp>
        <p:nvSpPr>
          <p:cNvPr id="21511" name="Text Box 7">
            <a:extLst>
              <a:ext uri="{FF2B5EF4-FFF2-40B4-BE49-F238E27FC236}">
                <a16:creationId xmlns:a16="http://schemas.microsoft.com/office/drawing/2014/main" id="{073540C6-4998-6DCA-AB5F-F2093D605017}"/>
              </a:ext>
            </a:extLst>
          </p:cNvPr>
          <p:cNvSpPr txBox="1">
            <a:spLocks noChangeArrowheads="1"/>
          </p:cNvSpPr>
          <p:nvPr/>
        </p:nvSpPr>
        <p:spPr bwMode="auto">
          <a:xfrm>
            <a:off x="4114800" y="3105150"/>
            <a:ext cx="687388"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21512" name="Line 8">
            <a:extLst>
              <a:ext uri="{FF2B5EF4-FFF2-40B4-BE49-F238E27FC236}">
                <a16:creationId xmlns:a16="http://schemas.microsoft.com/office/drawing/2014/main" id="{6D80B461-DC53-A649-E594-8759611A6F60}"/>
              </a:ext>
            </a:extLst>
          </p:cNvPr>
          <p:cNvSpPr>
            <a:spLocks noChangeShapeType="1"/>
          </p:cNvSpPr>
          <p:nvPr/>
        </p:nvSpPr>
        <p:spPr bwMode="auto">
          <a:xfrm>
            <a:off x="3306763" y="2239966"/>
            <a:ext cx="0" cy="1189037"/>
          </a:xfrm>
          <a:prstGeom prst="line">
            <a:avLst/>
          </a:prstGeom>
          <a:noFill/>
          <a:ln w="28575">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1513" name="Text Box 9">
            <a:extLst>
              <a:ext uri="{FF2B5EF4-FFF2-40B4-BE49-F238E27FC236}">
                <a16:creationId xmlns:a16="http://schemas.microsoft.com/office/drawing/2014/main" id="{C8BC745F-F168-384B-2978-6C616F712A72}"/>
              </a:ext>
            </a:extLst>
          </p:cNvPr>
          <p:cNvSpPr txBox="1">
            <a:spLocks noChangeArrowheads="1"/>
          </p:cNvSpPr>
          <p:nvPr/>
        </p:nvSpPr>
        <p:spPr bwMode="auto">
          <a:xfrm>
            <a:off x="2925766" y="1830388"/>
            <a:ext cx="11128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O</a:t>
            </a:r>
            <a:r>
              <a:rPr lang="en-GB" altLang="en-US" sz="1600" baseline="-25000"/>
              <a:t>2</a:t>
            </a:r>
            <a:r>
              <a:rPr lang="en-GB" altLang="en-US" sz="1600"/>
              <a:t>,H</a:t>
            </a:r>
            <a:r>
              <a:rPr lang="en-GB" altLang="en-US" sz="1600" baseline="-25000"/>
              <a:t>2</a:t>
            </a:r>
            <a:r>
              <a:rPr lang="en-GB" altLang="en-US" sz="1600"/>
              <a:t>O</a:t>
            </a:r>
            <a:endParaRPr lang="en-US" altLang="en-US" sz="1600" baseline="-25000"/>
          </a:p>
        </p:txBody>
      </p:sp>
      <p:sp>
        <p:nvSpPr>
          <p:cNvPr id="21514" name="Line 10">
            <a:extLst>
              <a:ext uri="{FF2B5EF4-FFF2-40B4-BE49-F238E27FC236}">
                <a16:creationId xmlns:a16="http://schemas.microsoft.com/office/drawing/2014/main" id="{432D8295-9635-5B3A-D53F-00A3A9201931}"/>
              </a:ext>
            </a:extLst>
          </p:cNvPr>
          <p:cNvSpPr>
            <a:spLocks noChangeShapeType="1"/>
          </p:cNvSpPr>
          <p:nvPr/>
        </p:nvSpPr>
        <p:spPr bwMode="auto">
          <a:xfrm flipV="1">
            <a:off x="2651125" y="3476625"/>
            <a:ext cx="609600" cy="45720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1515" name="Text Box 11">
            <a:extLst>
              <a:ext uri="{FF2B5EF4-FFF2-40B4-BE49-F238E27FC236}">
                <a16:creationId xmlns:a16="http://schemas.microsoft.com/office/drawing/2014/main" id="{9E8597FE-930C-573B-B6B4-35463EDB8ABF}"/>
              </a:ext>
            </a:extLst>
          </p:cNvPr>
          <p:cNvSpPr txBox="1">
            <a:spLocks noChangeArrowheads="1"/>
          </p:cNvSpPr>
          <p:nvPr/>
        </p:nvSpPr>
        <p:spPr bwMode="auto">
          <a:xfrm>
            <a:off x="3413125" y="2743200"/>
            <a:ext cx="12207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Diffusion</a:t>
            </a:r>
            <a:endParaRPr lang="en-US" altLang="en-US" sz="1600" b="1"/>
          </a:p>
        </p:txBody>
      </p:sp>
      <p:sp>
        <p:nvSpPr>
          <p:cNvPr id="21516" name="Text Box 12">
            <a:extLst>
              <a:ext uri="{FF2B5EF4-FFF2-40B4-BE49-F238E27FC236}">
                <a16:creationId xmlns:a16="http://schemas.microsoft.com/office/drawing/2014/main" id="{4505A44C-9A64-6BF7-6435-824AACC56CC2}"/>
              </a:ext>
            </a:extLst>
          </p:cNvPr>
          <p:cNvSpPr txBox="1">
            <a:spLocks noChangeArrowheads="1"/>
          </p:cNvSpPr>
          <p:nvPr/>
        </p:nvSpPr>
        <p:spPr bwMode="auto">
          <a:xfrm>
            <a:off x="3244850" y="3429000"/>
            <a:ext cx="12207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Reaction</a:t>
            </a:r>
            <a:endParaRPr lang="en-US" altLang="en-US" sz="1600" b="1"/>
          </a:p>
        </p:txBody>
      </p:sp>
      <p:sp>
        <p:nvSpPr>
          <p:cNvPr id="21517" name="Text Box 14">
            <a:extLst>
              <a:ext uri="{FF2B5EF4-FFF2-40B4-BE49-F238E27FC236}">
                <a16:creationId xmlns:a16="http://schemas.microsoft.com/office/drawing/2014/main" id="{A9BFF7C3-E072-FC09-129D-DD0FFCE514E6}"/>
              </a:ext>
            </a:extLst>
          </p:cNvPr>
          <p:cNvSpPr txBox="1">
            <a:spLocks noChangeArrowheads="1"/>
          </p:cNvSpPr>
          <p:nvPr/>
        </p:nvSpPr>
        <p:spPr bwMode="auto">
          <a:xfrm>
            <a:off x="2178053" y="3922716"/>
            <a:ext cx="184467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200">
                <a:solidFill>
                  <a:schemeClr val="tx1"/>
                </a:solidFill>
              </a:rPr>
              <a:t>Si + O</a:t>
            </a:r>
            <a:r>
              <a:rPr lang="en-GB" altLang="en-US" sz="1200" baseline="-25000">
                <a:solidFill>
                  <a:schemeClr val="tx1"/>
                </a:solidFill>
              </a:rPr>
              <a:t>2</a:t>
            </a:r>
            <a:r>
              <a:rPr lang="en-GB" altLang="en-US" sz="1200">
                <a:solidFill>
                  <a:schemeClr val="tx1"/>
                </a:solidFill>
              </a:rPr>
              <a:t> </a:t>
            </a:r>
            <a:r>
              <a:rPr lang="en-GB" altLang="en-US" sz="1200">
                <a:solidFill>
                  <a:schemeClr val="tx1"/>
                </a:solidFill>
                <a:sym typeface="Wingdings" panose="05000000000000000000" pitchFamily="2" charset="2"/>
              </a:rPr>
              <a:t> SiO</a:t>
            </a:r>
            <a:r>
              <a:rPr lang="en-GB" altLang="en-US" sz="1200" baseline="-25000">
                <a:solidFill>
                  <a:schemeClr val="tx1"/>
                </a:solidFill>
                <a:sym typeface="Wingdings" panose="05000000000000000000" pitchFamily="2" charset="2"/>
              </a:rPr>
              <a:t>2 </a:t>
            </a:r>
            <a:r>
              <a:rPr lang="en-GB" altLang="en-US" sz="1200">
                <a:solidFill>
                  <a:schemeClr val="tx1"/>
                </a:solidFill>
                <a:sym typeface="Wingdings" panose="05000000000000000000" pitchFamily="2" charset="2"/>
              </a:rPr>
              <a:t> </a:t>
            </a:r>
            <a:endParaRPr lang="en-GB" altLang="en-US" sz="1200">
              <a:solidFill>
                <a:schemeClr val="tx1"/>
              </a:solidFill>
            </a:endParaRPr>
          </a:p>
          <a:p>
            <a:pPr eaLnBrk="1" hangingPunct="1">
              <a:spcBef>
                <a:spcPct val="50000"/>
              </a:spcBef>
              <a:buFont typeface="Times" panose="02020603050405020304" pitchFamily="18" charset="0"/>
              <a:buNone/>
            </a:pPr>
            <a:r>
              <a:rPr lang="en-GB" altLang="en-US" sz="1200">
                <a:solidFill>
                  <a:schemeClr val="tx1"/>
                </a:solidFill>
              </a:rPr>
              <a:t>Si + H</a:t>
            </a:r>
            <a:r>
              <a:rPr lang="en-GB" altLang="en-US" sz="1200" baseline="-25000">
                <a:solidFill>
                  <a:schemeClr val="tx1"/>
                </a:solidFill>
              </a:rPr>
              <a:t>2</a:t>
            </a:r>
            <a:r>
              <a:rPr lang="en-GB" altLang="en-US" sz="1200">
                <a:solidFill>
                  <a:schemeClr val="tx1"/>
                </a:solidFill>
              </a:rPr>
              <a:t>O </a:t>
            </a:r>
            <a:r>
              <a:rPr lang="en-GB" altLang="en-US" sz="1200">
                <a:solidFill>
                  <a:schemeClr val="tx1"/>
                </a:solidFill>
                <a:sym typeface="Wingdings" panose="05000000000000000000" pitchFamily="2" charset="2"/>
              </a:rPr>
              <a:t>SiO</a:t>
            </a:r>
            <a:r>
              <a:rPr lang="en-GB" altLang="en-US" sz="1200" baseline="-25000">
                <a:solidFill>
                  <a:schemeClr val="tx1"/>
                </a:solidFill>
                <a:sym typeface="Wingdings" panose="05000000000000000000" pitchFamily="2" charset="2"/>
              </a:rPr>
              <a:t>2</a:t>
            </a:r>
            <a:r>
              <a:rPr lang="en-GB" altLang="en-US" sz="1200">
                <a:solidFill>
                  <a:schemeClr val="tx1"/>
                </a:solidFill>
                <a:sym typeface="Wingdings" panose="05000000000000000000" pitchFamily="2" charset="2"/>
              </a:rPr>
              <a:t>+2H</a:t>
            </a:r>
            <a:r>
              <a:rPr lang="en-GB" altLang="en-US" sz="1200" baseline="-25000">
                <a:solidFill>
                  <a:schemeClr val="tx1"/>
                </a:solidFill>
                <a:sym typeface="Wingdings" panose="05000000000000000000" pitchFamily="2" charset="2"/>
              </a:rPr>
              <a:t>2</a:t>
            </a:r>
            <a:endParaRPr lang="en-US" altLang="en-US" sz="1200">
              <a:solidFill>
                <a:schemeClr val="tx1"/>
              </a:solidFill>
            </a:endParaRPr>
          </a:p>
        </p:txBody>
      </p:sp>
      <p:sp>
        <p:nvSpPr>
          <p:cNvPr id="21518" name="Text Box 15">
            <a:extLst>
              <a:ext uri="{FF2B5EF4-FFF2-40B4-BE49-F238E27FC236}">
                <a16:creationId xmlns:a16="http://schemas.microsoft.com/office/drawing/2014/main" id="{D77053E3-C96F-6BAD-B3DE-41104C1DBEA2}"/>
              </a:ext>
            </a:extLst>
          </p:cNvPr>
          <p:cNvSpPr txBox="1">
            <a:spLocks noChangeArrowheads="1"/>
          </p:cNvSpPr>
          <p:nvPr/>
        </p:nvSpPr>
        <p:spPr bwMode="auto">
          <a:xfrm>
            <a:off x="5138738" y="1657350"/>
            <a:ext cx="55292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b="1"/>
              <a:t>The oxidation process occurs at the Si/SiO</a:t>
            </a:r>
            <a:r>
              <a:rPr lang="en-GB" altLang="en-US" b="1" baseline="-25000"/>
              <a:t>2</a:t>
            </a:r>
            <a:r>
              <a:rPr lang="en-GB" altLang="en-US" b="1"/>
              <a:t> interface</a:t>
            </a:r>
            <a:endParaRPr lang="en-US" altLang="en-US" b="1"/>
          </a:p>
        </p:txBody>
      </p:sp>
      <p:sp>
        <p:nvSpPr>
          <p:cNvPr id="21519" name="Text Box 16">
            <a:extLst>
              <a:ext uri="{FF2B5EF4-FFF2-40B4-BE49-F238E27FC236}">
                <a16:creationId xmlns:a16="http://schemas.microsoft.com/office/drawing/2014/main" id="{C02A03B8-48A1-4C68-BD5F-7AEA2F124B62}"/>
              </a:ext>
            </a:extLst>
          </p:cNvPr>
          <p:cNvSpPr txBox="1">
            <a:spLocks noChangeArrowheads="1"/>
          </p:cNvSpPr>
          <p:nvPr/>
        </p:nvSpPr>
        <p:spPr bwMode="auto">
          <a:xfrm>
            <a:off x="5227638" y="2562225"/>
            <a:ext cx="51816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Demonstrated by several experiments, e.g. Oxygen isotopes profiling</a:t>
            </a:r>
            <a:endParaRPr lang="en-US" altLang="en-US" sz="2000"/>
          </a:p>
        </p:txBody>
      </p:sp>
      <p:sp>
        <p:nvSpPr>
          <p:cNvPr id="21520" name="Text Box 17">
            <a:extLst>
              <a:ext uri="{FF2B5EF4-FFF2-40B4-BE49-F238E27FC236}">
                <a16:creationId xmlns:a16="http://schemas.microsoft.com/office/drawing/2014/main" id="{DD99E21B-FEDF-F33A-6816-61EBBA483A2A}"/>
              </a:ext>
            </a:extLst>
          </p:cNvPr>
          <p:cNvSpPr txBox="1">
            <a:spLocks noChangeArrowheads="1"/>
          </p:cNvSpPr>
          <p:nvPr/>
        </p:nvSpPr>
        <p:spPr bwMode="auto">
          <a:xfrm>
            <a:off x="5211763" y="4435475"/>
            <a:ext cx="498316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solidFill>
                  <a:srgbClr val="FF7F00"/>
                </a:solidFill>
              </a:rPr>
              <a:t>Oxygen or water must diffuse through the silicon oxide to react at silicon surface</a:t>
            </a:r>
            <a:endParaRPr lang="en-US" altLang="en-US" sz="2000" b="1">
              <a:solidFill>
                <a:srgbClr val="FF7F00"/>
              </a:solidFill>
            </a:endParaRPr>
          </a:p>
        </p:txBody>
      </p:sp>
      <p:sp>
        <p:nvSpPr>
          <p:cNvPr id="21521" name="Text Box 18">
            <a:extLst>
              <a:ext uri="{FF2B5EF4-FFF2-40B4-BE49-F238E27FC236}">
                <a16:creationId xmlns:a16="http://schemas.microsoft.com/office/drawing/2014/main" id="{A2EB9564-DB39-481C-807F-9CC3C40922BD}"/>
              </a:ext>
            </a:extLst>
          </p:cNvPr>
          <p:cNvSpPr txBox="1">
            <a:spLocks noChangeArrowheads="1"/>
          </p:cNvSpPr>
          <p:nvPr/>
        </p:nvSpPr>
        <p:spPr bwMode="auto">
          <a:xfrm>
            <a:off x="6827838" y="3886200"/>
            <a:ext cx="23923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BAD6171F-A6EE-C808-996B-FAE4429E745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DD22201-640D-481E-BA19-8B66D1AD460C}" type="slidenum">
              <a:rPr lang="en-US" altLang="en-US" sz="800"/>
              <a:pPr>
                <a:lnSpc>
                  <a:spcPct val="100000"/>
                </a:lnSpc>
                <a:spcBef>
                  <a:spcPct val="0"/>
                </a:spcBef>
                <a:buClr>
                  <a:srgbClr val="F68933"/>
                </a:buClr>
                <a:buFontTx/>
                <a:buNone/>
              </a:pPr>
              <a:t>8</a:t>
            </a:fld>
            <a:endParaRPr lang="en-US" altLang="en-US" sz="800"/>
          </a:p>
        </p:txBody>
      </p:sp>
      <p:sp>
        <p:nvSpPr>
          <p:cNvPr id="23555" name="Rectangle 2">
            <a:extLst>
              <a:ext uri="{FF2B5EF4-FFF2-40B4-BE49-F238E27FC236}">
                <a16:creationId xmlns:a16="http://schemas.microsoft.com/office/drawing/2014/main" id="{AED2CD08-7209-9B42-46F9-562F0C7163C6}"/>
              </a:ext>
            </a:extLst>
          </p:cNvPr>
          <p:cNvSpPr>
            <a:spLocks noGrp="1" noChangeArrowheads="1"/>
          </p:cNvSpPr>
          <p:nvPr>
            <p:ph type="title"/>
          </p:nvPr>
        </p:nvSpPr>
        <p:spPr/>
        <p:txBody>
          <a:bodyPr/>
          <a:lstStyle/>
          <a:p>
            <a:pPr eaLnBrk="1" hangingPunct="1"/>
            <a:r>
              <a:rPr lang="en-GB" altLang="en-US"/>
              <a:t>Oxidation kinetics</a:t>
            </a:r>
            <a:endParaRPr lang="en-US" altLang="en-US"/>
          </a:p>
        </p:txBody>
      </p:sp>
      <p:sp>
        <p:nvSpPr>
          <p:cNvPr id="23556" name="Rectangle 3">
            <a:extLst>
              <a:ext uri="{FF2B5EF4-FFF2-40B4-BE49-F238E27FC236}">
                <a16:creationId xmlns:a16="http://schemas.microsoft.com/office/drawing/2014/main" id="{83D65137-9625-6364-899E-7ACCB4EB043F}"/>
              </a:ext>
            </a:extLst>
          </p:cNvPr>
          <p:cNvSpPr>
            <a:spLocks noGrp="1" noChangeArrowheads="1"/>
          </p:cNvSpPr>
          <p:nvPr>
            <p:ph type="body" idx="1"/>
          </p:nvPr>
        </p:nvSpPr>
        <p:spPr/>
        <p:txBody>
          <a:bodyPr/>
          <a:lstStyle/>
          <a:p>
            <a:pPr eaLnBrk="1" hangingPunct="1"/>
            <a:r>
              <a:rPr lang="en-GB" altLang="en-US"/>
              <a:t>Oxidation involves a </a:t>
            </a:r>
            <a:r>
              <a:rPr lang="en-GB" altLang="en-US" b="1"/>
              <a:t>volume expansion:</a:t>
            </a:r>
          </a:p>
          <a:p>
            <a:pPr lvl="1" eaLnBrk="1" hangingPunct="1"/>
            <a:r>
              <a:rPr lang="en-US" altLang="en-US" b="1">
                <a:cs typeface="Arial" panose="020B0604020202020204" pitchFamily="34" charset="0"/>
              </a:rPr>
              <a:t>~</a:t>
            </a:r>
            <a:r>
              <a:rPr lang="en-GB" altLang="en-US" b="1"/>
              <a:t>46% of oxide thickness grows INTO the silicon, that is the silicon surface is “pushed” away for a 46% of the oxide thickness.</a:t>
            </a:r>
          </a:p>
          <a:p>
            <a:pPr eaLnBrk="1" hangingPunct="1"/>
            <a:r>
              <a:rPr lang="en-GB" altLang="en-US"/>
              <a:t>Stress can play a determinant role in oxidation kinetics</a:t>
            </a:r>
            <a:endParaRPr lang="en-US" altLang="en-US"/>
          </a:p>
        </p:txBody>
      </p:sp>
      <p:graphicFrame>
        <p:nvGraphicFramePr>
          <p:cNvPr id="23557" name="Object 4">
            <a:extLst>
              <a:ext uri="{FF2B5EF4-FFF2-40B4-BE49-F238E27FC236}">
                <a16:creationId xmlns:a16="http://schemas.microsoft.com/office/drawing/2014/main" id="{4D7489A6-128F-F97A-2E50-5A5F9AA0B686}"/>
              </a:ext>
            </a:extLst>
          </p:cNvPr>
          <p:cNvGraphicFramePr>
            <a:graphicFrameLocks noChangeAspect="1"/>
          </p:cNvGraphicFramePr>
          <p:nvPr/>
        </p:nvGraphicFramePr>
        <p:xfrm>
          <a:off x="2416175" y="3798888"/>
          <a:ext cx="6191250" cy="2271712"/>
        </p:xfrm>
        <a:graphic>
          <a:graphicData uri="http://schemas.openxmlformats.org/presentationml/2006/ole">
            <mc:AlternateContent xmlns:mc="http://schemas.openxmlformats.org/markup-compatibility/2006">
              <mc:Choice xmlns:v="urn:schemas-microsoft-com:vml" Requires="v">
                <p:oleObj name="Document" r:id="rId3" imgW="4343400" imgH="1594104" progId="Word.Document.8">
                  <p:embed/>
                </p:oleObj>
              </mc:Choice>
              <mc:Fallback>
                <p:oleObj name="Document" r:id="rId3" imgW="4343400" imgH="1594104" progId="Word.Document.8">
                  <p:embed/>
                  <p:pic>
                    <p:nvPicPr>
                      <p:cNvPr id="23557" name="Object 4">
                        <a:extLst>
                          <a:ext uri="{FF2B5EF4-FFF2-40B4-BE49-F238E27FC236}">
                            <a16:creationId xmlns:a16="http://schemas.microsoft.com/office/drawing/2014/main" id="{4D7489A6-128F-F97A-2E50-5A5F9AA0B6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6175" y="3798888"/>
                        <a:ext cx="6191250" cy="227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EF42F6FC-9CDA-439F-0D0B-D6BF4B585E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30797AD-7AD4-481C-8580-BD2765914AF1}" type="slidenum">
              <a:rPr lang="en-US" altLang="en-US" sz="800"/>
              <a:pPr>
                <a:lnSpc>
                  <a:spcPct val="100000"/>
                </a:lnSpc>
                <a:spcBef>
                  <a:spcPct val="0"/>
                </a:spcBef>
                <a:buClr>
                  <a:srgbClr val="F68933"/>
                </a:buClr>
                <a:buFontTx/>
                <a:buNone/>
              </a:pPr>
              <a:t>9</a:t>
            </a:fld>
            <a:endParaRPr lang="en-US" altLang="en-US" sz="800"/>
          </a:p>
        </p:txBody>
      </p:sp>
      <p:sp>
        <p:nvSpPr>
          <p:cNvPr id="25603" name="Rectangle 2">
            <a:extLst>
              <a:ext uri="{FF2B5EF4-FFF2-40B4-BE49-F238E27FC236}">
                <a16:creationId xmlns:a16="http://schemas.microsoft.com/office/drawing/2014/main" id="{C7D8ED92-1B9E-D03B-3A50-AF09ADABAA92}"/>
              </a:ext>
            </a:extLst>
          </p:cNvPr>
          <p:cNvSpPr>
            <a:spLocks noGrp="1" noChangeArrowheads="1"/>
          </p:cNvSpPr>
          <p:nvPr>
            <p:ph type="title"/>
          </p:nvPr>
        </p:nvSpPr>
        <p:spPr/>
        <p:txBody>
          <a:bodyPr/>
          <a:lstStyle/>
          <a:p>
            <a:pPr eaLnBrk="1" hangingPunct="1"/>
            <a:r>
              <a:rPr lang="en-GB" altLang="en-US"/>
              <a:t>LOCOS oxidation</a:t>
            </a:r>
            <a:endParaRPr lang="en-US" altLang="en-US"/>
          </a:p>
        </p:txBody>
      </p:sp>
      <p:pic>
        <p:nvPicPr>
          <p:cNvPr id="25604" name="Picture 5" descr="996161">
            <a:extLst>
              <a:ext uri="{FF2B5EF4-FFF2-40B4-BE49-F238E27FC236}">
                <a16:creationId xmlns:a16="http://schemas.microsoft.com/office/drawing/2014/main" id="{8FB3719F-0625-B96A-108F-00B2F452624C}"/>
              </a:ext>
            </a:extLst>
          </p:cNvPr>
          <p:cNvPicPr>
            <a:picLocks noChangeAspect="1" noChangeArrowheads="1"/>
          </p:cNvPicPr>
          <p:nvPr/>
        </p:nvPicPr>
        <p:blipFill>
          <a:blip r:embed="rId2">
            <a:lum bright="18000" contrast="72000"/>
            <a:extLst>
              <a:ext uri="{28A0092B-C50C-407E-A947-70E740481C1C}">
                <a14:useLocalDpi xmlns:a14="http://schemas.microsoft.com/office/drawing/2010/main" val="0"/>
              </a:ext>
            </a:extLst>
          </a:blip>
          <a:srcRect b="9990"/>
          <a:stretch>
            <a:fillRect/>
          </a:stretch>
        </p:blipFill>
        <p:spPr bwMode="auto">
          <a:xfrm>
            <a:off x="2832103" y="1543053"/>
            <a:ext cx="6526213"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B0626C4B-C986-462C-81BC-83A0584E577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814849BE-9ACB-4091-9CCE-7C7BEA97320B}" type="slidenum">
              <a:rPr lang="en-US" altLang="en-US" sz="800"/>
              <a:pPr>
                <a:lnSpc>
                  <a:spcPct val="100000"/>
                </a:lnSpc>
                <a:spcBef>
                  <a:spcPct val="0"/>
                </a:spcBef>
                <a:buClr>
                  <a:srgbClr val="F68933"/>
                </a:buClr>
                <a:buFontTx/>
                <a:buNone/>
              </a:pPr>
              <a:t>10</a:t>
            </a:fld>
            <a:endParaRPr lang="en-US" altLang="en-US" sz="800"/>
          </a:p>
        </p:txBody>
      </p:sp>
      <p:sp>
        <p:nvSpPr>
          <p:cNvPr id="26627" name="Rectangle 2">
            <a:extLst>
              <a:ext uri="{FF2B5EF4-FFF2-40B4-BE49-F238E27FC236}">
                <a16:creationId xmlns:a16="http://schemas.microsoft.com/office/drawing/2014/main" id="{AA109705-F94E-3E78-1B11-8471EF8B7EB3}"/>
              </a:ext>
            </a:extLst>
          </p:cNvPr>
          <p:cNvSpPr>
            <a:spLocks noGrp="1" noChangeArrowheads="1"/>
          </p:cNvSpPr>
          <p:nvPr>
            <p:ph type="title"/>
          </p:nvPr>
        </p:nvSpPr>
        <p:spPr/>
        <p:txBody>
          <a:bodyPr/>
          <a:lstStyle/>
          <a:p>
            <a:pPr eaLnBrk="1" hangingPunct="1"/>
            <a:r>
              <a:rPr lang="en-GB" altLang="en-US"/>
              <a:t>The Deal-Grove model of oxidation</a:t>
            </a:r>
            <a:endParaRPr lang="en-US" altLang="en-US"/>
          </a:p>
        </p:txBody>
      </p:sp>
      <p:sp>
        <p:nvSpPr>
          <p:cNvPr id="26628" name="Line 4">
            <a:extLst>
              <a:ext uri="{FF2B5EF4-FFF2-40B4-BE49-F238E27FC236}">
                <a16:creationId xmlns:a16="http://schemas.microsoft.com/office/drawing/2014/main" id="{2D90877B-D0F9-E781-D450-77832195C20D}"/>
              </a:ext>
            </a:extLst>
          </p:cNvPr>
          <p:cNvSpPr>
            <a:spLocks noChangeShapeType="1"/>
          </p:cNvSpPr>
          <p:nvPr/>
        </p:nvSpPr>
        <p:spPr bwMode="auto">
          <a:xfrm>
            <a:off x="2390775" y="1662116"/>
            <a:ext cx="0" cy="2225675"/>
          </a:xfrm>
          <a:prstGeom prst="line">
            <a:avLst/>
          </a:prstGeom>
          <a:noFill/>
          <a:ln w="28575">
            <a:solidFill>
              <a:srgbClr val="646464"/>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29" name="Rectangle 5" descr="Light upward diagonal">
            <a:extLst>
              <a:ext uri="{FF2B5EF4-FFF2-40B4-BE49-F238E27FC236}">
                <a16:creationId xmlns:a16="http://schemas.microsoft.com/office/drawing/2014/main" id="{D218B6AC-0B50-3C8A-C1C7-01576C7BC261}"/>
              </a:ext>
            </a:extLst>
          </p:cNvPr>
          <p:cNvSpPr>
            <a:spLocks noChangeArrowheads="1"/>
          </p:cNvSpPr>
          <p:nvPr/>
        </p:nvSpPr>
        <p:spPr bwMode="auto">
          <a:xfrm>
            <a:off x="3336928" y="1662113"/>
            <a:ext cx="823913" cy="2209800"/>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6630" name="Rectangle 6">
            <a:extLst>
              <a:ext uri="{FF2B5EF4-FFF2-40B4-BE49-F238E27FC236}">
                <a16:creationId xmlns:a16="http://schemas.microsoft.com/office/drawing/2014/main" id="{40E4AAB7-1C55-563E-73B5-F57978248DDA}"/>
              </a:ext>
            </a:extLst>
          </p:cNvPr>
          <p:cNvSpPr>
            <a:spLocks noChangeArrowheads="1"/>
          </p:cNvSpPr>
          <p:nvPr/>
        </p:nvSpPr>
        <p:spPr bwMode="auto">
          <a:xfrm>
            <a:off x="4171950" y="1671638"/>
            <a:ext cx="1924050" cy="2209800"/>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6631" name="Text Box 7">
            <a:extLst>
              <a:ext uri="{FF2B5EF4-FFF2-40B4-BE49-F238E27FC236}">
                <a16:creationId xmlns:a16="http://schemas.microsoft.com/office/drawing/2014/main" id="{EAB905D7-EA46-8A73-84F8-26EC965BC03C}"/>
              </a:ext>
            </a:extLst>
          </p:cNvPr>
          <p:cNvSpPr txBox="1">
            <a:spLocks noChangeArrowheads="1"/>
          </p:cNvSpPr>
          <p:nvPr/>
        </p:nvSpPr>
        <p:spPr bwMode="auto">
          <a:xfrm>
            <a:off x="5729288" y="3429000"/>
            <a:ext cx="366712"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a:t>
            </a:r>
            <a:endParaRPr lang="en-US" altLang="en-US" sz="1600"/>
          </a:p>
        </p:txBody>
      </p:sp>
      <p:sp>
        <p:nvSpPr>
          <p:cNvPr id="26632" name="Text Box 8">
            <a:extLst>
              <a:ext uri="{FF2B5EF4-FFF2-40B4-BE49-F238E27FC236}">
                <a16:creationId xmlns:a16="http://schemas.microsoft.com/office/drawing/2014/main" id="{B55783C0-5CBB-6571-61E1-3289151C1830}"/>
              </a:ext>
            </a:extLst>
          </p:cNvPr>
          <p:cNvSpPr txBox="1">
            <a:spLocks noChangeArrowheads="1"/>
          </p:cNvSpPr>
          <p:nvPr/>
        </p:nvSpPr>
        <p:spPr bwMode="auto">
          <a:xfrm>
            <a:off x="3490916" y="3524250"/>
            <a:ext cx="687387"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26633" name="Text Box 9">
            <a:extLst>
              <a:ext uri="{FF2B5EF4-FFF2-40B4-BE49-F238E27FC236}">
                <a16:creationId xmlns:a16="http://schemas.microsoft.com/office/drawing/2014/main" id="{90001E40-075A-8E79-3EF9-6333759AC7AB}"/>
              </a:ext>
            </a:extLst>
          </p:cNvPr>
          <p:cNvSpPr txBox="1">
            <a:spLocks noChangeArrowheads="1"/>
          </p:cNvSpPr>
          <p:nvPr/>
        </p:nvSpPr>
        <p:spPr bwMode="auto">
          <a:xfrm>
            <a:off x="2011363" y="1114428"/>
            <a:ext cx="1784350" cy="555625"/>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Gas                  (stagnant layer)</a:t>
            </a:r>
            <a:endParaRPr lang="en-US" altLang="en-US" sz="1600"/>
          </a:p>
        </p:txBody>
      </p:sp>
      <p:sp>
        <p:nvSpPr>
          <p:cNvPr id="26634" name="Text Box 10">
            <a:extLst>
              <a:ext uri="{FF2B5EF4-FFF2-40B4-BE49-F238E27FC236}">
                <a16:creationId xmlns:a16="http://schemas.microsoft.com/office/drawing/2014/main" id="{4AD01CF4-D813-13B0-3E8B-67519F6BE320}"/>
              </a:ext>
            </a:extLst>
          </p:cNvPr>
          <p:cNvSpPr txBox="1">
            <a:spLocks noChangeArrowheads="1"/>
          </p:cNvSpPr>
          <p:nvPr/>
        </p:nvSpPr>
        <p:spPr bwMode="auto">
          <a:xfrm>
            <a:off x="1890716" y="208756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g</a:t>
            </a:r>
            <a:endParaRPr lang="en-US" altLang="en-US" sz="2000"/>
          </a:p>
        </p:txBody>
      </p:sp>
      <p:sp>
        <p:nvSpPr>
          <p:cNvPr id="26635" name="Text Box 11">
            <a:extLst>
              <a:ext uri="{FF2B5EF4-FFF2-40B4-BE49-F238E27FC236}">
                <a16:creationId xmlns:a16="http://schemas.microsoft.com/office/drawing/2014/main" id="{250BE7F9-B646-7ECA-7044-41EFF16D74E9}"/>
              </a:ext>
            </a:extLst>
          </p:cNvPr>
          <p:cNvSpPr txBox="1">
            <a:spLocks noChangeArrowheads="1"/>
          </p:cNvSpPr>
          <p:nvPr/>
        </p:nvSpPr>
        <p:spPr bwMode="auto">
          <a:xfrm>
            <a:off x="2959100" y="2087563"/>
            <a:ext cx="579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s</a:t>
            </a:r>
            <a:endParaRPr lang="en-US" altLang="en-US" sz="2000"/>
          </a:p>
        </p:txBody>
      </p:sp>
      <p:sp>
        <p:nvSpPr>
          <p:cNvPr id="26636" name="Text Box 12">
            <a:extLst>
              <a:ext uri="{FF2B5EF4-FFF2-40B4-BE49-F238E27FC236}">
                <a16:creationId xmlns:a16="http://schemas.microsoft.com/office/drawing/2014/main" id="{DB7961C2-C56C-BECE-3B1D-E9DE6A80F301}"/>
              </a:ext>
            </a:extLst>
          </p:cNvPr>
          <p:cNvSpPr txBox="1">
            <a:spLocks noChangeArrowheads="1"/>
          </p:cNvSpPr>
          <p:nvPr/>
        </p:nvSpPr>
        <p:spPr bwMode="auto">
          <a:xfrm>
            <a:off x="3271022" y="2095501"/>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dirty="0"/>
              <a:t>C</a:t>
            </a:r>
            <a:r>
              <a:rPr lang="en-GB" altLang="en-US" sz="2000" baseline="-25000" dirty="0"/>
              <a:t>o</a:t>
            </a:r>
            <a:endParaRPr lang="en-US" altLang="en-US" sz="2000" dirty="0"/>
          </a:p>
        </p:txBody>
      </p:sp>
      <p:sp>
        <p:nvSpPr>
          <p:cNvPr id="26637" name="Text Box 13">
            <a:extLst>
              <a:ext uri="{FF2B5EF4-FFF2-40B4-BE49-F238E27FC236}">
                <a16:creationId xmlns:a16="http://schemas.microsoft.com/office/drawing/2014/main" id="{74F0C5D8-0DB2-4DE3-0C24-AD0B7268EBA0}"/>
              </a:ext>
            </a:extLst>
          </p:cNvPr>
          <p:cNvSpPr txBox="1">
            <a:spLocks noChangeArrowheads="1"/>
          </p:cNvSpPr>
          <p:nvPr/>
        </p:nvSpPr>
        <p:spPr bwMode="auto">
          <a:xfrm>
            <a:off x="3805241" y="209708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i</a:t>
            </a:r>
            <a:endParaRPr lang="en-US" altLang="en-US" sz="2000"/>
          </a:p>
        </p:txBody>
      </p:sp>
      <p:sp>
        <p:nvSpPr>
          <p:cNvPr id="26638" name="Line 14">
            <a:extLst>
              <a:ext uri="{FF2B5EF4-FFF2-40B4-BE49-F238E27FC236}">
                <a16:creationId xmlns:a16="http://schemas.microsoft.com/office/drawing/2014/main" id="{6493BB8B-6D85-3B6A-E42F-D03E2C2DE4FD}"/>
              </a:ext>
            </a:extLst>
          </p:cNvPr>
          <p:cNvSpPr>
            <a:spLocks noChangeShapeType="1"/>
          </p:cNvSpPr>
          <p:nvPr/>
        </p:nvSpPr>
        <p:spPr bwMode="auto">
          <a:xfrm>
            <a:off x="2468563" y="2773363"/>
            <a:ext cx="823912"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39" name="Line 15">
            <a:extLst>
              <a:ext uri="{FF2B5EF4-FFF2-40B4-BE49-F238E27FC236}">
                <a16:creationId xmlns:a16="http://schemas.microsoft.com/office/drawing/2014/main" id="{7E90B09B-084F-7908-795E-115C20AB1506}"/>
              </a:ext>
            </a:extLst>
          </p:cNvPr>
          <p:cNvSpPr>
            <a:spLocks noChangeShapeType="1"/>
          </p:cNvSpPr>
          <p:nvPr/>
        </p:nvSpPr>
        <p:spPr bwMode="auto">
          <a:xfrm>
            <a:off x="3411541" y="2925763"/>
            <a:ext cx="6873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0" name="Line 16">
            <a:extLst>
              <a:ext uri="{FF2B5EF4-FFF2-40B4-BE49-F238E27FC236}">
                <a16:creationId xmlns:a16="http://schemas.microsoft.com/office/drawing/2014/main" id="{3F2328FE-4321-77B5-2A56-DE28FFC06AAD}"/>
              </a:ext>
            </a:extLst>
          </p:cNvPr>
          <p:cNvSpPr>
            <a:spLocks noChangeShapeType="1"/>
          </p:cNvSpPr>
          <p:nvPr/>
        </p:nvSpPr>
        <p:spPr bwMode="auto">
          <a:xfrm>
            <a:off x="3994150" y="3216275"/>
            <a:ext cx="458788"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1" name="Text Box 17">
            <a:extLst>
              <a:ext uri="{FF2B5EF4-FFF2-40B4-BE49-F238E27FC236}">
                <a16:creationId xmlns:a16="http://schemas.microsoft.com/office/drawing/2014/main" id="{82642137-0D51-7BB8-BE89-DE2364C93331}"/>
              </a:ext>
            </a:extLst>
          </p:cNvPr>
          <p:cNvSpPr txBox="1">
            <a:spLocks noChangeArrowheads="1"/>
          </p:cNvSpPr>
          <p:nvPr/>
        </p:nvSpPr>
        <p:spPr bwMode="auto">
          <a:xfrm>
            <a:off x="2667003" y="2738438"/>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1</a:t>
            </a:r>
            <a:endParaRPr lang="en-US" altLang="en-US" sz="2000"/>
          </a:p>
        </p:txBody>
      </p:sp>
      <p:sp>
        <p:nvSpPr>
          <p:cNvPr id="26642" name="Text Box 18">
            <a:extLst>
              <a:ext uri="{FF2B5EF4-FFF2-40B4-BE49-F238E27FC236}">
                <a16:creationId xmlns:a16="http://schemas.microsoft.com/office/drawing/2014/main" id="{69D18BDC-E0C9-ABE3-0357-705D8045FA9B}"/>
              </a:ext>
            </a:extLst>
          </p:cNvPr>
          <p:cNvSpPr txBox="1">
            <a:spLocks noChangeArrowheads="1"/>
          </p:cNvSpPr>
          <p:nvPr/>
        </p:nvSpPr>
        <p:spPr bwMode="auto">
          <a:xfrm>
            <a:off x="3429003" y="2936875"/>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2</a:t>
            </a:r>
            <a:endParaRPr lang="en-US" altLang="en-US" sz="2000"/>
          </a:p>
        </p:txBody>
      </p:sp>
      <p:sp>
        <p:nvSpPr>
          <p:cNvPr id="26643" name="Text Box 19">
            <a:extLst>
              <a:ext uri="{FF2B5EF4-FFF2-40B4-BE49-F238E27FC236}">
                <a16:creationId xmlns:a16="http://schemas.microsoft.com/office/drawing/2014/main" id="{0420C890-21CF-4DC2-45D2-AAAEEAAECE7E}"/>
              </a:ext>
            </a:extLst>
          </p:cNvPr>
          <p:cNvSpPr txBox="1">
            <a:spLocks noChangeArrowheads="1"/>
          </p:cNvSpPr>
          <p:nvPr/>
        </p:nvSpPr>
        <p:spPr bwMode="auto">
          <a:xfrm>
            <a:off x="4098928" y="3238500"/>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3</a:t>
            </a:r>
            <a:endParaRPr lang="en-US" altLang="en-US" sz="2000"/>
          </a:p>
        </p:txBody>
      </p:sp>
      <p:sp>
        <p:nvSpPr>
          <p:cNvPr id="26644" name="Text Box 20">
            <a:extLst>
              <a:ext uri="{FF2B5EF4-FFF2-40B4-BE49-F238E27FC236}">
                <a16:creationId xmlns:a16="http://schemas.microsoft.com/office/drawing/2014/main" id="{5C0FEF8A-E62A-7E84-0BE7-8B919DDBD30D}"/>
              </a:ext>
            </a:extLst>
          </p:cNvPr>
          <p:cNvSpPr txBox="1">
            <a:spLocks noChangeArrowheads="1"/>
          </p:cNvSpPr>
          <p:nvPr/>
        </p:nvSpPr>
        <p:spPr bwMode="auto">
          <a:xfrm>
            <a:off x="6340475" y="1406525"/>
            <a:ext cx="3962400" cy="4927600"/>
          </a:xfrm>
          <a:prstGeom prst="rect">
            <a:avLst/>
          </a:prstGeom>
          <a:noFill/>
          <a:ln w="12700"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i="1"/>
              <a:t>Definitions:</a:t>
            </a:r>
          </a:p>
          <a:p>
            <a:pPr eaLnBrk="1" hangingPunct="1">
              <a:spcBef>
                <a:spcPct val="50000"/>
              </a:spcBef>
              <a:buFont typeface="Times" panose="02020603050405020304" pitchFamily="18" charset="0"/>
              <a:buNone/>
            </a:pPr>
            <a:r>
              <a:rPr lang="en-GB" altLang="en-US" sz="2000"/>
              <a:t>C</a:t>
            </a:r>
            <a:r>
              <a:rPr lang="en-GB" altLang="en-US" sz="2000" baseline="-25000"/>
              <a:t>g</a:t>
            </a:r>
            <a:r>
              <a:rPr lang="en-GB" altLang="en-US" sz="2000"/>
              <a:t>= Oxygen concentration at the end of stagnant layer</a:t>
            </a:r>
          </a:p>
          <a:p>
            <a:pPr eaLnBrk="1" hangingPunct="1">
              <a:spcBef>
                <a:spcPct val="50000"/>
              </a:spcBef>
              <a:buFont typeface="Times" panose="02020603050405020304" pitchFamily="18" charset="0"/>
              <a:buNone/>
            </a:pPr>
            <a:r>
              <a:rPr lang="en-GB" altLang="en-US" sz="2000"/>
              <a:t>C</a:t>
            </a:r>
            <a:r>
              <a:rPr lang="en-GB" altLang="en-US" sz="2000" baseline="-25000"/>
              <a:t>s</a:t>
            </a:r>
            <a:r>
              <a:rPr lang="en-GB" altLang="en-US" sz="2000"/>
              <a:t>= Oxygen concentration at the SiO</a:t>
            </a:r>
            <a:r>
              <a:rPr lang="en-GB" altLang="en-US" sz="2000" baseline="-25000"/>
              <a:t>2</a:t>
            </a:r>
            <a:r>
              <a:rPr lang="en-GB" altLang="en-US" sz="2000"/>
              <a:t> surface</a:t>
            </a:r>
          </a:p>
          <a:p>
            <a:pPr eaLnBrk="1" hangingPunct="1">
              <a:spcBef>
                <a:spcPct val="50000"/>
              </a:spcBef>
              <a:buFont typeface="Times" panose="02020603050405020304" pitchFamily="18" charset="0"/>
              <a:buNone/>
            </a:pPr>
            <a:r>
              <a:rPr lang="en-GB" altLang="en-US" sz="2000"/>
              <a:t>C</a:t>
            </a:r>
            <a:r>
              <a:rPr lang="en-GB" altLang="en-US" sz="2000" baseline="-25000"/>
              <a:t>0</a:t>
            </a:r>
            <a:r>
              <a:rPr lang="en-GB" altLang="en-US" sz="2000"/>
              <a:t>= Oxygen concentration in the oxide at the oxide surface</a:t>
            </a:r>
          </a:p>
          <a:p>
            <a:pPr eaLnBrk="1" hangingPunct="1">
              <a:spcBef>
                <a:spcPct val="50000"/>
              </a:spcBef>
              <a:buFont typeface="Times" panose="02020603050405020304" pitchFamily="18" charset="0"/>
              <a:buNone/>
            </a:pPr>
            <a:r>
              <a:rPr lang="en-GB" altLang="en-US" sz="2000"/>
              <a:t>C</a:t>
            </a:r>
            <a:r>
              <a:rPr lang="en-GB" altLang="en-US" sz="2000" baseline="-25000"/>
              <a:t>i</a:t>
            </a:r>
            <a:r>
              <a:rPr lang="en-GB" altLang="en-US" sz="2000"/>
              <a:t>= Oxygen concentration at the oxide/silicon interface</a:t>
            </a:r>
          </a:p>
          <a:p>
            <a:pPr eaLnBrk="1" hangingPunct="1">
              <a:spcBef>
                <a:spcPct val="50000"/>
              </a:spcBef>
              <a:buFont typeface="Times" panose="02020603050405020304" pitchFamily="18" charset="0"/>
              <a:buNone/>
            </a:pPr>
            <a:r>
              <a:rPr lang="en-GB" altLang="en-US" sz="2000"/>
              <a:t>F</a:t>
            </a:r>
            <a:r>
              <a:rPr lang="en-GB" altLang="en-US" sz="2000" baseline="-25000"/>
              <a:t>1</a:t>
            </a:r>
            <a:r>
              <a:rPr lang="en-GB" altLang="en-US" sz="2000"/>
              <a:t>= Oxygen flux in the stagnant layer</a:t>
            </a:r>
          </a:p>
          <a:p>
            <a:pPr eaLnBrk="1" hangingPunct="1">
              <a:spcBef>
                <a:spcPct val="50000"/>
              </a:spcBef>
              <a:buFont typeface="Times" panose="02020603050405020304" pitchFamily="18" charset="0"/>
              <a:buNone/>
            </a:pPr>
            <a:r>
              <a:rPr lang="en-GB" altLang="en-US" sz="2000"/>
              <a:t>F</a:t>
            </a:r>
            <a:r>
              <a:rPr lang="en-GB" altLang="en-US" sz="2000" baseline="-25000"/>
              <a:t>2</a:t>
            </a:r>
            <a:r>
              <a:rPr lang="en-GB" altLang="en-US" sz="2000"/>
              <a:t>=Oxygen flux in the oxide</a:t>
            </a:r>
          </a:p>
          <a:p>
            <a:pPr eaLnBrk="1" hangingPunct="1">
              <a:spcBef>
                <a:spcPct val="50000"/>
              </a:spcBef>
              <a:buFont typeface="Times" panose="02020603050405020304" pitchFamily="18" charset="0"/>
              <a:buNone/>
            </a:pPr>
            <a:r>
              <a:rPr lang="en-GB" altLang="en-US" sz="2000"/>
              <a:t>F</a:t>
            </a:r>
            <a:r>
              <a:rPr lang="en-GB" altLang="en-US" sz="2000" baseline="-25000"/>
              <a:t>3</a:t>
            </a:r>
            <a:r>
              <a:rPr lang="en-GB" altLang="en-US" sz="2000"/>
              <a:t>=Oxygen flux in Si</a:t>
            </a:r>
            <a:endParaRPr lang="en-US" altLang="en-US" sz="2000"/>
          </a:p>
        </p:txBody>
      </p:sp>
      <p:sp>
        <p:nvSpPr>
          <p:cNvPr id="26645" name="Line 21">
            <a:extLst>
              <a:ext uri="{FF2B5EF4-FFF2-40B4-BE49-F238E27FC236}">
                <a16:creationId xmlns:a16="http://schemas.microsoft.com/office/drawing/2014/main" id="{73A78CE7-F72F-81DB-0046-8EA8E425FA98}"/>
              </a:ext>
            </a:extLst>
          </p:cNvPr>
          <p:cNvSpPr>
            <a:spLocks noChangeShapeType="1"/>
          </p:cNvSpPr>
          <p:nvPr/>
        </p:nvSpPr>
        <p:spPr bwMode="auto">
          <a:xfrm>
            <a:off x="3322641" y="1965325"/>
            <a:ext cx="852487" cy="0"/>
          </a:xfrm>
          <a:prstGeom prst="line">
            <a:avLst/>
          </a:prstGeom>
          <a:noFill/>
          <a:ln w="12700">
            <a:solidFill>
              <a:srgbClr val="64646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6" name="Text Box 22">
            <a:extLst>
              <a:ext uri="{FF2B5EF4-FFF2-40B4-BE49-F238E27FC236}">
                <a16:creationId xmlns:a16="http://schemas.microsoft.com/office/drawing/2014/main" id="{E7349830-97BA-3B36-993C-561B02805108}"/>
              </a:ext>
            </a:extLst>
          </p:cNvPr>
          <p:cNvSpPr txBox="1">
            <a:spLocks noChangeArrowheads="1"/>
          </p:cNvSpPr>
          <p:nvPr/>
        </p:nvSpPr>
        <p:spPr bwMode="auto">
          <a:xfrm>
            <a:off x="3627438" y="1625600"/>
            <a:ext cx="228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x</a:t>
            </a:r>
            <a:endParaRPr lang="en-US" altLang="en-US" sz="20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B0626C4B-C986-462C-81BC-83A0584E577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814849BE-9ACB-4091-9CCE-7C7BEA97320B}" type="slidenum">
              <a:rPr lang="en-US" altLang="en-US" sz="800"/>
              <a:pPr>
                <a:lnSpc>
                  <a:spcPct val="100000"/>
                </a:lnSpc>
                <a:spcBef>
                  <a:spcPct val="0"/>
                </a:spcBef>
                <a:buClr>
                  <a:srgbClr val="F68933"/>
                </a:buClr>
                <a:buFontTx/>
                <a:buNone/>
              </a:pPr>
              <a:t>11</a:t>
            </a:fld>
            <a:endParaRPr lang="en-US" altLang="en-US" sz="800"/>
          </a:p>
        </p:txBody>
      </p:sp>
      <p:sp>
        <p:nvSpPr>
          <p:cNvPr id="26627" name="Rectangle 2">
            <a:extLst>
              <a:ext uri="{FF2B5EF4-FFF2-40B4-BE49-F238E27FC236}">
                <a16:creationId xmlns:a16="http://schemas.microsoft.com/office/drawing/2014/main" id="{AA109705-F94E-3E78-1B11-8471EF8B7EB3}"/>
              </a:ext>
            </a:extLst>
          </p:cNvPr>
          <p:cNvSpPr>
            <a:spLocks noGrp="1" noChangeArrowheads="1"/>
          </p:cNvSpPr>
          <p:nvPr>
            <p:ph type="title"/>
          </p:nvPr>
        </p:nvSpPr>
        <p:spPr/>
        <p:txBody>
          <a:bodyPr/>
          <a:lstStyle/>
          <a:p>
            <a:pPr eaLnBrk="1" hangingPunct="1"/>
            <a:r>
              <a:rPr lang="en-GB" altLang="en-US"/>
              <a:t>The Deal-Grove model of oxidation</a:t>
            </a:r>
            <a:endParaRPr lang="en-US" altLang="en-US"/>
          </a:p>
        </p:txBody>
      </p:sp>
      <p:sp>
        <p:nvSpPr>
          <p:cNvPr id="26628" name="Line 4">
            <a:extLst>
              <a:ext uri="{FF2B5EF4-FFF2-40B4-BE49-F238E27FC236}">
                <a16:creationId xmlns:a16="http://schemas.microsoft.com/office/drawing/2014/main" id="{2D90877B-D0F9-E781-D450-77832195C20D}"/>
              </a:ext>
            </a:extLst>
          </p:cNvPr>
          <p:cNvSpPr>
            <a:spLocks noChangeShapeType="1"/>
          </p:cNvSpPr>
          <p:nvPr/>
        </p:nvSpPr>
        <p:spPr bwMode="auto">
          <a:xfrm>
            <a:off x="2390775" y="1662116"/>
            <a:ext cx="0" cy="2225675"/>
          </a:xfrm>
          <a:prstGeom prst="line">
            <a:avLst/>
          </a:prstGeom>
          <a:noFill/>
          <a:ln w="28575">
            <a:solidFill>
              <a:srgbClr val="646464"/>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6629" name="Rectangle 5" descr="Light upward diagonal">
            <a:extLst>
              <a:ext uri="{FF2B5EF4-FFF2-40B4-BE49-F238E27FC236}">
                <a16:creationId xmlns:a16="http://schemas.microsoft.com/office/drawing/2014/main" id="{D218B6AC-0B50-3C8A-C1C7-01576C7BC261}"/>
              </a:ext>
            </a:extLst>
          </p:cNvPr>
          <p:cNvSpPr>
            <a:spLocks noChangeArrowheads="1"/>
          </p:cNvSpPr>
          <p:nvPr/>
        </p:nvSpPr>
        <p:spPr bwMode="auto">
          <a:xfrm>
            <a:off x="3336928" y="1662113"/>
            <a:ext cx="823913" cy="2209800"/>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6630" name="Rectangle 6">
            <a:extLst>
              <a:ext uri="{FF2B5EF4-FFF2-40B4-BE49-F238E27FC236}">
                <a16:creationId xmlns:a16="http://schemas.microsoft.com/office/drawing/2014/main" id="{40E4AAB7-1C55-563E-73B5-F57978248DDA}"/>
              </a:ext>
            </a:extLst>
          </p:cNvPr>
          <p:cNvSpPr>
            <a:spLocks noChangeArrowheads="1"/>
          </p:cNvSpPr>
          <p:nvPr/>
        </p:nvSpPr>
        <p:spPr bwMode="auto">
          <a:xfrm>
            <a:off x="4171950" y="1671638"/>
            <a:ext cx="1924050" cy="2209800"/>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6631" name="Text Box 7">
            <a:extLst>
              <a:ext uri="{FF2B5EF4-FFF2-40B4-BE49-F238E27FC236}">
                <a16:creationId xmlns:a16="http://schemas.microsoft.com/office/drawing/2014/main" id="{EAB905D7-EA46-8A73-84F8-26EC965BC03C}"/>
              </a:ext>
            </a:extLst>
          </p:cNvPr>
          <p:cNvSpPr txBox="1">
            <a:spLocks noChangeArrowheads="1"/>
          </p:cNvSpPr>
          <p:nvPr/>
        </p:nvSpPr>
        <p:spPr bwMode="auto">
          <a:xfrm>
            <a:off x="5729288" y="3429000"/>
            <a:ext cx="366712"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a:t>
            </a:r>
            <a:endParaRPr lang="en-US" altLang="en-US" sz="1600"/>
          </a:p>
        </p:txBody>
      </p:sp>
      <p:sp>
        <p:nvSpPr>
          <p:cNvPr id="26632" name="Text Box 8">
            <a:extLst>
              <a:ext uri="{FF2B5EF4-FFF2-40B4-BE49-F238E27FC236}">
                <a16:creationId xmlns:a16="http://schemas.microsoft.com/office/drawing/2014/main" id="{B55783C0-5CBB-6571-61E1-3289151C1830}"/>
              </a:ext>
            </a:extLst>
          </p:cNvPr>
          <p:cNvSpPr txBox="1">
            <a:spLocks noChangeArrowheads="1"/>
          </p:cNvSpPr>
          <p:nvPr/>
        </p:nvSpPr>
        <p:spPr bwMode="auto">
          <a:xfrm>
            <a:off x="3490916" y="3524250"/>
            <a:ext cx="687387"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26633" name="Text Box 9">
            <a:extLst>
              <a:ext uri="{FF2B5EF4-FFF2-40B4-BE49-F238E27FC236}">
                <a16:creationId xmlns:a16="http://schemas.microsoft.com/office/drawing/2014/main" id="{90001E40-075A-8E79-3EF9-6333759AC7AB}"/>
              </a:ext>
            </a:extLst>
          </p:cNvPr>
          <p:cNvSpPr txBox="1">
            <a:spLocks noChangeArrowheads="1"/>
          </p:cNvSpPr>
          <p:nvPr/>
        </p:nvSpPr>
        <p:spPr bwMode="auto">
          <a:xfrm>
            <a:off x="2011363" y="1114428"/>
            <a:ext cx="1784350" cy="555625"/>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Gas                  (stagnant layer)</a:t>
            </a:r>
            <a:endParaRPr lang="en-US" altLang="en-US" sz="1600"/>
          </a:p>
        </p:txBody>
      </p:sp>
      <p:sp>
        <p:nvSpPr>
          <p:cNvPr id="26634" name="Text Box 10">
            <a:extLst>
              <a:ext uri="{FF2B5EF4-FFF2-40B4-BE49-F238E27FC236}">
                <a16:creationId xmlns:a16="http://schemas.microsoft.com/office/drawing/2014/main" id="{4AD01CF4-D813-13B0-3E8B-67519F6BE320}"/>
              </a:ext>
            </a:extLst>
          </p:cNvPr>
          <p:cNvSpPr txBox="1">
            <a:spLocks noChangeArrowheads="1"/>
          </p:cNvSpPr>
          <p:nvPr/>
        </p:nvSpPr>
        <p:spPr bwMode="auto">
          <a:xfrm>
            <a:off x="1890716" y="208756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g</a:t>
            </a:r>
            <a:endParaRPr lang="en-US" altLang="en-US" sz="2000"/>
          </a:p>
        </p:txBody>
      </p:sp>
      <p:sp>
        <p:nvSpPr>
          <p:cNvPr id="26635" name="Text Box 11">
            <a:extLst>
              <a:ext uri="{FF2B5EF4-FFF2-40B4-BE49-F238E27FC236}">
                <a16:creationId xmlns:a16="http://schemas.microsoft.com/office/drawing/2014/main" id="{250BE7F9-B646-7ECA-7044-41EFF16D74E9}"/>
              </a:ext>
            </a:extLst>
          </p:cNvPr>
          <p:cNvSpPr txBox="1">
            <a:spLocks noChangeArrowheads="1"/>
          </p:cNvSpPr>
          <p:nvPr/>
        </p:nvSpPr>
        <p:spPr bwMode="auto">
          <a:xfrm>
            <a:off x="2959100" y="2087563"/>
            <a:ext cx="579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s</a:t>
            </a:r>
            <a:endParaRPr lang="en-US" altLang="en-US" sz="2000"/>
          </a:p>
        </p:txBody>
      </p:sp>
      <p:sp>
        <p:nvSpPr>
          <p:cNvPr id="26636" name="Text Box 12">
            <a:extLst>
              <a:ext uri="{FF2B5EF4-FFF2-40B4-BE49-F238E27FC236}">
                <a16:creationId xmlns:a16="http://schemas.microsoft.com/office/drawing/2014/main" id="{DB7961C2-C56C-BECE-3B1D-E9DE6A80F301}"/>
              </a:ext>
            </a:extLst>
          </p:cNvPr>
          <p:cNvSpPr txBox="1">
            <a:spLocks noChangeArrowheads="1"/>
          </p:cNvSpPr>
          <p:nvPr/>
        </p:nvSpPr>
        <p:spPr bwMode="auto">
          <a:xfrm>
            <a:off x="3271022" y="2095501"/>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dirty="0"/>
              <a:t>C</a:t>
            </a:r>
            <a:r>
              <a:rPr lang="en-GB" altLang="en-US" sz="2000" baseline="-25000" dirty="0"/>
              <a:t>o</a:t>
            </a:r>
            <a:endParaRPr lang="en-US" altLang="en-US" sz="2000" dirty="0"/>
          </a:p>
        </p:txBody>
      </p:sp>
      <p:sp>
        <p:nvSpPr>
          <p:cNvPr id="26637" name="Text Box 13">
            <a:extLst>
              <a:ext uri="{FF2B5EF4-FFF2-40B4-BE49-F238E27FC236}">
                <a16:creationId xmlns:a16="http://schemas.microsoft.com/office/drawing/2014/main" id="{74F0C5D8-0DB2-4DE3-0C24-AD0B7268EBA0}"/>
              </a:ext>
            </a:extLst>
          </p:cNvPr>
          <p:cNvSpPr txBox="1">
            <a:spLocks noChangeArrowheads="1"/>
          </p:cNvSpPr>
          <p:nvPr/>
        </p:nvSpPr>
        <p:spPr bwMode="auto">
          <a:xfrm>
            <a:off x="3805241" y="209708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i</a:t>
            </a:r>
            <a:endParaRPr lang="en-US" altLang="en-US" sz="2000"/>
          </a:p>
        </p:txBody>
      </p:sp>
      <p:sp>
        <p:nvSpPr>
          <p:cNvPr id="26638" name="Line 14">
            <a:extLst>
              <a:ext uri="{FF2B5EF4-FFF2-40B4-BE49-F238E27FC236}">
                <a16:creationId xmlns:a16="http://schemas.microsoft.com/office/drawing/2014/main" id="{6493BB8B-6D85-3B6A-E42F-D03E2C2DE4FD}"/>
              </a:ext>
            </a:extLst>
          </p:cNvPr>
          <p:cNvSpPr>
            <a:spLocks noChangeShapeType="1"/>
          </p:cNvSpPr>
          <p:nvPr/>
        </p:nvSpPr>
        <p:spPr bwMode="auto">
          <a:xfrm>
            <a:off x="2468563" y="2773363"/>
            <a:ext cx="823912"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39" name="Line 15">
            <a:extLst>
              <a:ext uri="{FF2B5EF4-FFF2-40B4-BE49-F238E27FC236}">
                <a16:creationId xmlns:a16="http://schemas.microsoft.com/office/drawing/2014/main" id="{7E90B09B-084F-7908-795E-115C20AB1506}"/>
              </a:ext>
            </a:extLst>
          </p:cNvPr>
          <p:cNvSpPr>
            <a:spLocks noChangeShapeType="1"/>
          </p:cNvSpPr>
          <p:nvPr/>
        </p:nvSpPr>
        <p:spPr bwMode="auto">
          <a:xfrm>
            <a:off x="3411541" y="2925763"/>
            <a:ext cx="6873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0" name="Line 16">
            <a:extLst>
              <a:ext uri="{FF2B5EF4-FFF2-40B4-BE49-F238E27FC236}">
                <a16:creationId xmlns:a16="http://schemas.microsoft.com/office/drawing/2014/main" id="{3F2328FE-4321-77B5-2A56-DE28FFC06AAD}"/>
              </a:ext>
            </a:extLst>
          </p:cNvPr>
          <p:cNvSpPr>
            <a:spLocks noChangeShapeType="1"/>
          </p:cNvSpPr>
          <p:nvPr/>
        </p:nvSpPr>
        <p:spPr bwMode="auto">
          <a:xfrm>
            <a:off x="3994150" y="3216275"/>
            <a:ext cx="458788"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1" name="Text Box 17">
            <a:extLst>
              <a:ext uri="{FF2B5EF4-FFF2-40B4-BE49-F238E27FC236}">
                <a16:creationId xmlns:a16="http://schemas.microsoft.com/office/drawing/2014/main" id="{82642137-0D51-7BB8-BE89-DE2364C93331}"/>
              </a:ext>
            </a:extLst>
          </p:cNvPr>
          <p:cNvSpPr txBox="1">
            <a:spLocks noChangeArrowheads="1"/>
          </p:cNvSpPr>
          <p:nvPr/>
        </p:nvSpPr>
        <p:spPr bwMode="auto">
          <a:xfrm>
            <a:off x="2667003" y="2738438"/>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1</a:t>
            </a:r>
            <a:endParaRPr lang="en-US" altLang="en-US" sz="2000"/>
          </a:p>
        </p:txBody>
      </p:sp>
      <p:sp>
        <p:nvSpPr>
          <p:cNvPr id="26642" name="Text Box 18">
            <a:extLst>
              <a:ext uri="{FF2B5EF4-FFF2-40B4-BE49-F238E27FC236}">
                <a16:creationId xmlns:a16="http://schemas.microsoft.com/office/drawing/2014/main" id="{69D18BDC-E0C9-ABE3-0357-705D8045FA9B}"/>
              </a:ext>
            </a:extLst>
          </p:cNvPr>
          <p:cNvSpPr txBox="1">
            <a:spLocks noChangeArrowheads="1"/>
          </p:cNvSpPr>
          <p:nvPr/>
        </p:nvSpPr>
        <p:spPr bwMode="auto">
          <a:xfrm>
            <a:off x="3429003" y="2936875"/>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2</a:t>
            </a:r>
            <a:endParaRPr lang="en-US" altLang="en-US" sz="2000"/>
          </a:p>
        </p:txBody>
      </p:sp>
      <p:sp>
        <p:nvSpPr>
          <p:cNvPr id="26643" name="Text Box 19">
            <a:extLst>
              <a:ext uri="{FF2B5EF4-FFF2-40B4-BE49-F238E27FC236}">
                <a16:creationId xmlns:a16="http://schemas.microsoft.com/office/drawing/2014/main" id="{0420C890-21CF-4DC2-45D2-AAAEEAAECE7E}"/>
              </a:ext>
            </a:extLst>
          </p:cNvPr>
          <p:cNvSpPr txBox="1">
            <a:spLocks noChangeArrowheads="1"/>
          </p:cNvSpPr>
          <p:nvPr/>
        </p:nvSpPr>
        <p:spPr bwMode="auto">
          <a:xfrm>
            <a:off x="4098928" y="3238500"/>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3</a:t>
            </a:r>
            <a:endParaRPr lang="en-US" altLang="en-US" sz="2000"/>
          </a:p>
        </p:txBody>
      </p:sp>
      <p:sp>
        <p:nvSpPr>
          <p:cNvPr id="26645" name="Line 21">
            <a:extLst>
              <a:ext uri="{FF2B5EF4-FFF2-40B4-BE49-F238E27FC236}">
                <a16:creationId xmlns:a16="http://schemas.microsoft.com/office/drawing/2014/main" id="{73A78CE7-F72F-81DB-0046-8EA8E425FA98}"/>
              </a:ext>
            </a:extLst>
          </p:cNvPr>
          <p:cNvSpPr>
            <a:spLocks noChangeShapeType="1"/>
          </p:cNvSpPr>
          <p:nvPr/>
        </p:nvSpPr>
        <p:spPr bwMode="auto">
          <a:xfrm>
            <a:off x="3322641" y="1965325"/>
            <a:ext cx="852487" cy="0"/>
          </a:xfrm>
          <a:prstGeom prst="line">
            <a:avLst/>
          </a:prstGeom>
          <a:noFill/>
          <a:ln w="12700">
            <a:solidFill>
              <a:srgbClr val="64646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6" name="Text Box 22">
            <a:extLst>
              <a:ext uri="{FF2B5EF4-FFF2-40B4-BE49-F238E27FC236}">
                <a16:creationId xmlns:a16="http://schemas.microsoft.com/office/drawing/2014/main" id="{E7349830-97BA-3B36-993C-561B02805108}"/>
              </a:ext>
            </a:extLst>
          </p:cNvPr>
          <p:cNvSpPr txBox="1">
            <a:spLocks noChangeArrowheads="1"/>
          </p:cNvSpPr>
          <p:nvPr/>
        </p:nvSpPr>
        <p:spPr bwMode="auto">
          <a:xfrm>
            <a:off x="3627438" y="1625600"/>
            <a:ext cx="228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x</a:t>
            </a:r>
            <a:endParaRPr lang="en-US" altLang="en-US" sz="2000" b="1"/>
          </a:p>
        </p:txBody>
      </p:sp>
      <p:graphicFrame>
        <p:nvGraphicFramePr>
          <p:cNvPr id="2" name="Object 20">
            <a:extLst>
              <a:ext uri="{FF2B5EF4-FFF2-40B4-BE49-F238E27FC236}">
                <a16:creationId xmlns:a16="http://schemas.microsoft.com/office/drawing/2014/main" id="{CB1CDF28-FEA8-B7E8-4C9D-FB932378DDBD}"/>
              </a:ext>
            </a:extLst>
          </p:cNvPr>
          <p:cNvGraphicFramePr>
            <a:graphicFrameLocks noChangeAspect="1"/>
          </p:cNvGraphicFramePr>
          <p:nvPr/>
        </p:nvGraphicFramePr>
        <p:xfrm>
          <a:off x="6543859" y="1700667"/>
          <a:ext cx="1746701" cy="394834"/>
        </p:xfrm>
        <a:graphic>
          <a:graphicData uri="http://schemas.openxmlformats.org/presentationml/2006/ole">
            <mc:AlternateContent xmlns:mc="http://schemas.openxmlformats.org/markup-compatibility/2006">
              <mc:Choice xmlns:v="urn:schemas-microsoft-com:vml" Requires="v">
                <p:oleObj name="Equation" r:id="rId4" imgW="1066680" imgH="241200" progId="Equation.3">
                  <p:embed/>
                </p:oleObj>
              </mc:Choice>
              <mc:Fallback>
                <p:oleObj name="Equation" r:id="rId4" imgW="1066680" imgH="241200" progId="Equation.3">
                  <p:embed/>
                  <p:pic>
                    <p:nvPicPr>
                      <p:cNvPr id="2" name="Object 20">
                        <a:extLst>
                          <a:ext uri="{FF2B5EF4-FFF2-40B4-BE49-F238E27FC236}">
                            <a16:creationId xmlns:a16="http://schemas.microsoft.com/office/drawing/2014/main" id="{CB1CDF28-FEA8-B7E8-4C9D-FB932378DDBD}"/>
                          </a:ext>
                        </a:extLst>
                      </p:cNvPr>
                      <p:cNvPicPr>
                        <a:picLocks noChangeAspect="1" noChangeArrowheads="1"/>
                      </p:cNvPicPr>
                      <p:nvPr/>
                    </p:nvPicPr>
                    <p:blipFill>
                      <a:blip r:embed="rId5"/>
                      <a:srcRect/>
                      <a:stretch>
                        <a:fillRect/>
                      </a:stretch>
                    </p:blipFill>
                    <p:spPr bwMode="auto">
                      <a:xfrm>
                        <a:off x="6543859" y="1700667"/>
                        <a:ext cx="1746701" cy="394834"/>
                      </a:xfrm>
                      <a:prstGeom prst="rect">
                        <a:avLst/>
                      </a:prstGeom>
                      <a:noFill/>
                      <a:ln>
                        <a:noFill/>
                      </a:ln>
                      <a:effectLst/>
                    </p:spPr>
                  </p:pic>
                </p:oleObj>
              </mc:Fallback>
            </mc:AlternateContent>
          </a:graphicData>
        </a:graphic>
      </p:graphicFrame>
      <p:graphicFrame>
        <p:nvGraphicFramePr>
          <p:cNvPr id="3" name="Object 40">
            <a:extLst>
              <a:ext uri="{FF2B5EF4-FFF2-40B4-BE49-F238E27FC236}">
                <a16:creationId xmlns:a16="http://schemas.microsoft.com/office/drawing/2014/main" id="{53EC5229-DA87-12B1-4B58-D907B8991003}"/>
              </a:ext>
            </a:extLst>
          </p:cNvPr>
          <p:cNvGraphicFramePr>
            <a:graphicFrameLocks noChangeAspect="1"/>
          </p:cNvGraphicFramePr>
          <p:nvPr/>
        </p:nvGraphicFramePr>
        <p:xfrm>
          <a:off x="6543859" y="2402681"/>
          <a:ext cx="2587625" cy="671513"/>
        </p:xfrm>
        <a:graphic>
          <a:graphicData uri="http://schemas.openxmlformats.org/presentationml/2006/ole">
            <mc:AlternateContent xmlns:mc="http://schemas.openxmlformats.org/markup-compatibility/2006">
              <mc:Choice xmlns:v="urn:schemas-microsoft-com:vml" Requires="v">
                <p:oleObj name="Equation" r:id="rId6" imgW="1663700" imgH="431800" progId="Equation.3">
                  <p:embed/>
                </p:oleObj>
              </mc:Choice>
              <mc:Fallback>
                <p:oleObj name="Equation" r:id="rId6" imgW="1663700" imgH="431800" progId="Equation.3">
                  <p:embed/>
                  <p:pic>
                    <p:nvPicPr>
                      <p:cNvPr id="3" name="Object 40">
                        <a:extLst>
                          <a:ext uri="{FF2B5EF4-FFF2-40B4-BE49-F238E27FC236}">
                            <a16:creationId xmlns:a16="http://schemas.microsoft.com/office/drawing/2014/main" id="{53EC5229-DA87-12B1-4B58-D907B89910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43859" y="2402681"/>
                        <a:ext cx="2587625"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42">
            <a:extLst>
              <a:ext uri="{FF2B5EF4-FFF2-40B4-BE49-F238E27FC236}">
                <a16:creationId xmlns:a16="http://schemas.microsoft.com/office/drawing/2014/main" id="{86F1F72C-47B8-7831-4091-620D834E1589}"/>
              </a:ext>
            </a:extLst>
          </p:cNvPr>
          <p:cNvGraphicFramePr>
            <a:graphicFrameLocks noChangeAspect="1"/>
          </p:cNvGraphicFramePr>
          <p:nvPr/>
        </p:nvGraphicFramePr>
        <p:xfrm>
          <a:off x="6543859" y="3381374"/>
          <a:ext cx="928688" cy="355600"/>
        </p:xfrm>
        <a:graphic>
          <a:graphicData uri="http://schemas.openxmlformats.org/presentationml/2006/ole">
            <mc:AlternateContent xmlns:mc="http://schemas.openxmlformats.org/markup-compatibility/2006">
              <mc:Choice xmlns:v="urn:schemas-microsoft-com:vml" Requires="v">
                <p:oleObj name="Equation" r:id="rId8" imgW="596900" imgH="228600" progId="Equation.3">
                  <p:embed/>
                </p:oleObj>
              </mc:Choice>
              <mc:Fallback>
                <p:oleObj name="Equation" r:id="rId8" imgW="596900" imgH="228600" progId="Equation.3">
                  <p:embed/>
                  <p:pic>
                    <p:nvPicPr>
                      <p:cNvPr id="4" name="Object 42">
                        <a:extLst>
                          <a:ext uri="{FF2B5EF4-FFF2-40B4-BE49-F238E27FC236}">
                            <a16:creationId xmlns:a16="http://schemas.microsoft.com/office/drawing/2014/main" id="{86F1F72C-47B8-7831-4091-620D834E15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43859" y="3381374"/>
                        <a:ext cx="928688"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6" name="Straight Arrow Connector 5">
            <a:extLst>
              <a:ext uri="{FF2B5EF4-FFF2-40B4-BE49-F238E27FC236}">
                <a16:creationId xmlns:a16="http://schemas.microsoft.com/office/drawing/2014/main" id="{D862798C-F204-C8F9-04C7-1AE0AE60063C}"/>
              </a:ext>
            </a:extLst>
          </p:cNvPr>
          <p:cNvCxnSpPr>
            <a:cxnSpLocks/>
          </p:cNvCxnSpPr>
          <p:nvPr/>
        </p:nvCxnSpPr>
        <p:spPr>
          <a:xfrm>
            <a:off x="9413966" y="1866901"/>
            <a:ext cx="1010194" cy="0"/>
          </a:xfrm>
          <a:prstGeom prst="straightConnector1">
            <a:avLst/>
          </a:prstGeom>
          <a:ln w="6350" cap="sq">
            <a:miter lim="800000"/>
            <a:tailEnd type="triangle"/>
          </a:ln>
        </p:spPr>
        <p:style>
          <a:lnRef idx="1">
            <a:schemeClr val="tx1"/>
          </a:lnRef>
          <a:fillRef idx="0">
            <a:schemeClr val="tx1"/>
          </a:fillRef>
          <a:effectRef idx="0">
            <a:srgbClr val="000000"/>
          </a:effectRef>
          <a:fontRef idx="minor">
            <a:schemeClr val="bg1"/>
          </a:fontRef>
        </p:style>
      </p:cxnSp>
      <p:cxnSp>
        <p:nvCxnSpPr>
          <p:cNvPr id="7" name="Straight Arrow Connector 6">
            <a:extLst>
              <a:ext uri="{FF2B5EF4-FFF2-40B4-BE49-F238E27FC236}">
                <a16:creationId xmlns:a16="http://schemas.microsoft.com/office/drawing/2014/main" id="{E70E009E-6131-E97E-91B7-800F4A715025}"/>
              </a:ext>
            </a:extLst>
          </p:cNvPr>
          <p:cNvCxnSpPr>
            <a:cxnSpLocks/>
          </p:cNvCxnSpPr>
          <p:nvPr/>
        </p:nvCxnSpPr>
        <p:spPr>
          <a:xfrm>
            <a:off x="9413966" y="2738437"/>
            <a:ext cx="1010194" cy="0"/>
          </a:xfrm>
          <a:prstGeom prst="straightConnector1">
            <a:avLst/>
          </a:prstGeom>
          <a:ln w="6350" cap="sq">
            <a:miter lim="800000"/>
            <a:tailEnd type="triangle"/>
          </a:ln>
        </p:spPr>
        <p:style>
          <a:lnRef idx="1">
            <a:schemeClr val="tx1"/>
          </a:lnRef>
          <a:fillRef idx="0">
            <a:schemeClr val="tx1"/>
          </a:fillRef>
          <a:effectRef idx="0">
            <a:srgbClr val="000000"/>
          </a:effectRef>
          <a:fontRef idx="minor">
            <a:schemeClr val="bg1"/>
          </a:fontRef>
        </p:style>
      </p:cxnSp>
      <p:cxnSp>
        <p:nvCxnSpPr>
          <p:cNvPr id="8" name="Straight Arrow Connector 7">
            <a:extLst>
              <a:ext uri="{FF2B5EF4-FFF2-40B4-BE49-F238E27FC236}">
                <a16:creationId xmlns:a16="http://schemas.microsoft.com/office/drawing/2014/main" id="{DC03ACC8-2CBB-3037-D2D6-B916EAC397D4}"/>
              </a:ext>
            </a:extLst>
          </p:cNvPr>
          <p:cNvCxnSpPr>
            <a:cxnSpLocks/>
          </p:cNvCxnSpPr>
          <p:nvPr/>
        </p:nvCxnSpPr>
        <p:spPr>
          <a:xfrm>
            <a:off x="9413966" y="3619500"/>
            <a:ext cx="1010194" cy="0"/>
          </a:xfrm>
          <a:prstGeom prst="straightConnector1">
            <a:avLst/>
          </a:prstGeom>
          <a:ln w="6350" cap="sq">
            <a:miter lim="800000"/>
            <a:tailEnd type="triangle"/>
          </a:ln>
        </p:spPr>
        <p:style>
          <a:lnRef idx="1">
            <a:schemeClr val="tx1"/>
          </a:lnRef>
          <a:fillRef idx="0">
            <a:schemeClr val="tx1"/>
          </a:fillRef>
          <a:effectRef idx="0">
            <a:srgbClr val="000000"/>
          </a:effectRef>
          <a:fontRef idx="minor">
            <a:schemeClr val="bg1"/>
          </a:fontRef>
        </p:style>
      </p:cxnSp>
      <p:sp>
        <p:nvSpPr>
          <p:cNvPr id="9" name="TextBox 8">
            <a:extLst>
              <a:ext uri="{FF2B5EF4-FFF2-40B4-BE49-F238E27FC236}">
                <a16:creationId xmlns:a16="http://schemas.microsoft.com/office/drawing/2014/main" id="{8C5FED2D-5A37-65A7-D6A9-609837D16E23}"/>
              </a:ext>
            </a:extLst>
          </p:cNvPr>
          <p:cNvSpPr txBox="1"/>
          <p:nvPr/>
        </p:nvSpPr>
        <p:spPr>
          <a:xfrm>
            <a:off x="10502536" y="1699112"/>
            <a:ext cx="1689463" cy="430887"/>
          </a:xfrm>
          <a:prstGeom prst="rect">
            <a:avLst/>
          </a:prstGeom>
          <a:noFill/>
        </p:spPr>
        <p:txBody>
          <a:bodyPr wrap="square" lIns="0" tIns="0" rIns="0" bIns="0" rtlCol="0">
            <a:spAutoFit/>
          </a:bodyPr>
          <a:lstStyle/>
          <a:p>
            <a:pPr algn="l">
              <a:lnSpc>
                <a:spcPct val="100000"/>
              </a:lnSpc>
            </a:pPr>
            <a:r>
              <a:rPr lang="it-IT" sz="1400" dirty="0"/>
              <a:t>Mass </a:t>
            </a:r>
            <a:r>
              <a:rPr lang="it-IT" sz="1400" dirty="0" err="1"/>
              <a:t>transport</a:t>
            </a:r>
            <a:r>
              <a:rPr lang="it-IT" sz="1400" dirty="0"/>
              <a:t> in gas </a:t>
            </a:r>
            <a:r>
              <a:rPr lang="it-IT" sz="1400" dirty="0" err="1"/>
              <a:t>phase</a:t>
            </a:r>
            <a:endParaRPr lang="en-US" sz="1400" dirty="0" err="1"/>
          </a:p>
        </p:txBody>
      </p:sp>
      <p:sp>
        <p:nvSpPr>
          <p:cNvPr id="11" name="TextBox 10">
            <a:extLst>
              <a:ext uri="{FF2B5EF4-FFF2-40B4-BE49-F238E27FC236}">
                <a16:creationId xmlns:a16="http://schemas.microsoft.com/office/drawing/2014/main" id="{2638A815-EB58-5710-B05C-DC169134FBDD}"/>
              </a:ext>
            </a:extLst>
          </p:cNvPr>
          <p:cNvSpPr txBox="1"/>
          <p:nvPr/>
        </p:nvSpPr>
        <p:spPr>
          <a:xfrm>
            <a:off x="10502536" y="2539465"/>
            <a:ext cx="1689463" cy="430887"/>
          </a:xfrm>
          <a:prstGeom prst="rect">
            <a:avLst/>
          </a:prstGeom>
          <a:noFill/>
        </p:spPr>
        <p:txBody>
          <a:bodyPr wrap="square" lIns="0" tIns="0" rIns="0" bIns="0" rtlCol="0">
            <a:spAutoFit/>
          </a:bodyPr>
          <a:lstStyle/>
          <a:p>
            <a:pPr algn="l">
              <a:lnSpc>
                <a:spcPct val="100000"/>
              </a:lnSpc>
            </a:pPr>
            <a:r>
              <a:rPr lang="it-IT" sz="1400" dirty="0"/>
              <a:t>Solid state </a:t>
            </a:r>
            <a:r>
              <a:rPr lang="it-IT" sz="1400" dirty="0" err="1"/>
              <a:t>diffusion</a:t>
            </a:r>
            <a:r>
              <a:rPr lang="it-IT" sz="1400" dirty="0"/>
              <a:t> (</a:t>
            </a:r>
            <a:r>
              <a:rPr lang="it-IT" sz="1400" dirty="0" err="1"/>
              <a:t>Fick’s</a:t>
            </a:r>
            <a:r>
              <a:rPr lang="it-IT" sz="1400" dirty="0"/>
              <a:t> </a:t>
            </a:r>
            <a:r>
              <a:rPr lang="it-IT" sz="1400" dirty="0" err="1"/>
              <a:t>law</a:t>
            </a:r>
            <a:r>
              <a:rPr lang="it-IT" sz="1400" dirty="0"/>
              <a:t>)</a:t>
            </a:r>
            <a:endParaRPr lang="en-US" sz="1400" dirty="0" err="1"/>
          </a:p>
        </p:txBody>
      </p:sp>
      <p:sp>
        <p:nvSpPr>
          <p:cNvPr id="12" name="TextBox 11">
            <a:extLst>
              <a:ext uri="{FF2B5EF4-FFF2-40B4-BE49-F238E27FC236}">
                <a16:creationId xmlns:a16="http://schemas.microsoft.com/office/drawing/2014/main" id="{8C914E80-D08F-532B-6DF0-328D5F07486A}"/>
              </a:ext>
            </a:extLst>
          </p:cNvPr>
          <p:cNvSpPr txBox="1"/>
          <p:nvPr/>
        </p:nvSpPr>
        <p:spPr>
          <a:xfrm>
            <a:off x="10502535" y="3511778"/>
            <a:ext cx="1689463" cy="215444"/>
          </a:xfrm>
          <a:prstGeom prst="rect">
            <a:avLst/>
          </a:prstGeom>
          <a:noFill/>
        </p:spPr>
        <p:txBody>
          <a:bodyPr wrap="square" lIns="0" tIns="0" rIns="0" bIns="0" rtlCol="0">
            <a:spAutoFit/>
          </a:bodyPr>
          <a:lstStyle/>
          <a:p>
            <a:pPr algn="l">
              <a:lnSpc>
                <a:spcPct val="100000"/>
              </a:lnSpc>
            </a:pPr>
            <a:r>
              <a:rPr lang="it-IT" sz="1400" dirty="0"/>
              <a:t>Chemical reaction</a:t>
            </a:r>
            <a:endParaRPr lang="en-US" sz="1400" dirty="0" err="1"/>
          </a:p>
        </p:txBody>
      </p:sp>
    </p:spTree>
    <p:extLst>
      <p:ext uri="{BB962C8B-B14F-4D97-AF65-F5344CB8AC3E}">
        <p14:creationId xmlns:p14="http://schemas.microsoft.com/office/powerpoint/2010/main" val="4046173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7040F7B1-55BD-DC81-2E8A-01FCD07B2FA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EA72821-9C56-44E0-8289-3FCAB33F9DDF}" type="slidenum">
              <a:rPr lang="en-US" altLang="en-US" sz="800"/>
              <a:pPr>
                <a:lnSpc>
                  <a:spcPct val="100000"/>
                </a:lnSpc>
                <a:spcBef>
                  <a:spcPct val="0"/>
                </a:spcBef>
                <a:buClr>
                  <a:srgbClr val="F68933"/>
                </a:buClr>
                <a:buFontTx/>
                <a:buNone/>
              </a:pPr>
              <a:t>12</a:t>
            </a:fld>
            <a:endParaRPr lang="en-US" altLang="en-US" sz="800"/>
          </a:p>
        </p:txBody>
      </p:sp>
      <p:sp>
        <p:nvSpPr>
          <p:cNvPr id="28675" name="Rectangle 2">
            <a:extLst>
              <a:ext uri="{FF2B5EF4-FFF2-40B4-BE49-F238E27FC236}">
                <a16:creationId xmlns:a16="http://schemas.microsoft.com/office/drawing/2014/main" id="{3F72578B-212E-AA03-7DA8-1C9DDBA04911}"/>
              </a:ext>
            </a:extLst>
          </p:cNvPr>
          <p:cNvSpPr>
            <a:spLocks noGrp="1" noChangeArrowheads="1"/>
          </p:cNvSpPr>
          <p:nvPr>
            <p:ph type="title"/>
          </p:nvPr>
        </p:nvSpPr>
        <p:spPr/>
        <p:txBody>
          <a:bodyPr/>
          <a:lstStyle/>
          <a:p>
            <a:pPr eaLnBrk="1" hangingPunct="1"/>
            <a:r>
              <a:rPr lang="en-GB" altLang="en-US" sz="2800"/>
              <a:t>The Deal-Grove model of oxidation</a:t>
            </a:r>
            <a:br>
              <a:rPr lang="en-GB" altLang="en-US" sz="2800"/>
            </a:br>
            <a:r>
              <a:rPr lang="en-GB" altLang="en-US" sz="2800"/>
              <a:t>F1 calculation</a:t>
            </a:r>
            <a:endParaRPr lang="en-US" altLang="en-US" sz="2800"/>
          </a:p>
        </p:txBody>
      </p:sp>
      <p:sp>
        <p:nvSpPr>
          <p:cNvPr id="28676" name="Line 3">
            <a:extLst>
              <a:ext uri="{FF2B5EF4-FFF2-40B4-BE49-F238E27FC236}">
                <a16:creationId xmlns:a16="http://schemas.microsoft.com/office/drawing/2014/main" id="{DAF2F2D5-795F-10CF-2D91-114F4871B888}"/>
              </a:ext>
            </a:extLst>
          </p:cNvPr>
          <p:cNvSpPr>
            <a:spLocks noChangeShapeType="1"/>
          </p:cNvSpPr>
          <p:nvPr/>
        </p:nvSpPr>
        <p:spPr bwMode="auto">
          <a:xfrm>
            <a:off x="2390775" y="1662116"/>
            <a:ext cx="0" cy="2225675"/>
          </a:xfrm>
          <a:prstGeom prst="line">
            <a:avLst/>
          </a:prstGeom>
          <a:noFill/>
          <a:ln w="28575">
            <a:solidFill>
              <a:srgbClr val="646464"/>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28677" name="Rectangle 4" descr="Light upward diagonal">
            <a:extLst>
              <a:ext uri="{FF2B5EF4-FFF2-40B4-BE49-F238E27FC236}">
                <a16:creationId xmlns:a16="http://schemas.microsoft.com/office/drawing/2014/main" id="{5CD30321-6497-491D-463E-7EF4DBF90473}"/>
              </a:ext>
            </a:extLst>
          </p:cNvPr>
          <p:cNvSpPr>
            <a:spLocks noChangeArrowheads="1"/>
          </p:cNvSpPr>
          <p:nvPr/>
        </p:nvSpPr>
        <p:spPr bwMode="auto">
          <a:xfrm>
            <a:off x="3336928" y="1662113"/>
            <a:ext cx="823913" cy="2209800"/>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8678" name="Rectangle 5">
            <a:extLst>
              <a:ext uri="{FF2B5EF4-FFF2-40B4-BE49-F238E27FC236}">
                <a16:creationId xmlns:a16="http://schemas.microsoft.com/office/drawing/2014/main" id="{A02DCD9D-8C95-BCFB-2DD5-FF0B95DC94CE}"/>
              </a:ext>
            </a:extLst>
          </p:cNvPr>
          <p:cNvSpPr>
            <a:spLocks noChangeArrowheads="1"/>
          </p:cNvSpPr>
          <p:nvPr/>
        </p:nvSpPr>
        <p:spPr bwMode="auto">
          <a:xfrm>
            <a:off x="4171950" y="1671638"/>
            <a:ext cx="1924050" cy="2209800"/>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8679" name="Text Box 6">
            <a:extLst>
              <a:ext uri="{FF2B5EF4-FFF2-40B4-BE49-F238E27FC236}">
                <a16:creationId xmlns:a16="http://schemas.microsoft.com/office/drawing/2014/main" id="{0B10461C-0376-B2B1-46A3-F5F6F56B288C}"/>
              </a:ext>
            </a:extLst>
          </p:cNvPr>
          <p:cNvSpPr txBox="1">
            <a:spLocks noChangeArrowheads="1"/>
          </p:cNvSpPr>
          <p:nvPr/>
        </p:nvSpPr>
        <p:spPr bwMode="auto">
          <a:xfrm>
            <a:off x="5729288" y="3429000"/>
            <a:ext cx="366712"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a:t>
            </a:r>
            <a:endParaRPr lang="en-US" altLang="en-US" sz="1600"/>
          </a:p>
        </p:txBody>
      </p:sp>
      <p:sp>
        <p:nvSpPr>
          <p:cNvPr id="28680" name="Text Box 7">
            <a:extLst>
              <a:ext uri="{FF2B5EF4-FFF2-40B4-BE49-F238E27FC236}">
                <a16:creationId xmlns:a16="http://schemas.microsoft.com/office/drawing/2014/main" id="{C87A6557-4DCD-378D-B71B-2E505BE955CE}"/>
              </a:ext>
            </a:extLst>
          </p:cNvPr>
          <p:cNvSpPr txBox="1">
            <a:spLocks noChangeArrowheads="1"/>
          </p:cNvSpPr>
          <p:nvPr/>
        </p:nvSpPr>
        <p:spPr bwMode="auto">
          <a:xfrm>
            <a:off x="3490916" y="3524250"/>
            <a:ext cx="687387"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28681" name="Text Box 8">
            <a:extLst>
              <a:ext uri="{FF2B5EF4-FFF2-40B4-BE49-F238E27FC236}">
                <a16:creationId xmlns:a16="http://schemas.microsoft.com/office/drawing/2014/main" id="{05B38FF7-8F17-D058-0825-6BC2A56F37F9}"/>
              </a:ext>
            </a:extLst>
          </p:cNvPr>
          <p:cNvSpPr txBox="1">
            <a:spLocks noChangeArrowheads="1"/>
          </p:cNvSpPr>
          <p:nvPr/>
        </p:nvSpPr>
        <p:spPr bwMode="auto">
          <a:xfrm>
            <a:off x="2011363" y="1114428"/>
            <a:ext cx="1784350" cy="555625"/>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Gas                  (stagnant layer)</a:t>
            </a:r>
            <a:endParaRPr lang="en-US" altLang="en-US" sz="1600"/>
          </a:p>
        </p:txBody>
      </p:sp>
      <p:sp>
        <p:nvSpPr>
          <p:cNvPr id="28682" name="Text Box 9">
            <a:extLst>
              <a:ext uri="{FF2B5EF4-FFF2-40B4-BE49-F238E27FC236}">
                <a16:creationId xmlns:a16="http://schemas.microsoft.com/office/drawing/2014/main" id="{5F06613D-90E9-552C-FEC0-7754F65C47CF}"/>
              </a:ext>
            </a:extLst>
          </p:cNvPr>
          <p:cNvSpPr txBox="1">
            <a:spLocks noChangeArrowheads="1"/>
          </p:cNvSpPr>
          <p:nvPr/>
        </p:nvSpPr>
        <p:spPr bwMode="auto">
          <a:xfrm>
            <a:off x="1890716" y="208756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g</a:t>
            </a:r>
            <a:endParaRPr lang="en-US" altLang="en-US" sz="2000"/>
          </a:p>
        </p:txBody>
      </p:sp>
      <p:sp>
        <p:nvSpPr>
          <p:cNvPr id="28683" name="Text Box 10">
            <a:extLst>
              <a:ext uri="{FF2B5EF4-FFF2-40B4-BE49-F238E27FC236}">
                <a16:creationId xmlns:a16="http://schemas.microsoft.com/office/drawing/2014/main" id="{427F0B1D-2ED2-A723-B3DA-F7218BAF54DF}"/>
              </a:ext>
            </a:extLst>
          </p:cNvPr>
          <p:cNvSpPr txBox="1">
            <a:spLocks noChangeArrowheads="1"/>
          </p:cNvSpPr>
          <p:nvPr/>
        </p:nvSpPr>
        <p:spPr bwMode="auto">
          <a:xfrm>
            <a:off x="2959100" y="2087563"/>
            <a:ext cx="579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s</a:t>
            </a:r>
            <a:endParaRPr lang="en-US" altLang="en-US" sz="2000"/>
          </a:p>
        </p:txBody>
      </p:sp>
      <p:sp>
        <p:nvSpPr>
          <p:cNvPr id="28684" name="Text Box 11">
            <a:extLst>
              <a:ext uri="{FF2B5EF4-FFF2-40B4-BE49-F238E27FC236}">
                <a16:creationId xmlns:a16="http://schemas.microsoft.com/office/drawing/2014/main" id="{5C87BB2F-9155-95CA-64E6-151AA7AEE52C}"/>
              </a:ext>
            </a:extLst>
          </p:cNvPr>
          <p:cNvSpPr txBox="1">
            <a:spLocks noChangeArrowheads="1"/>
          </p:cNvSpPr>
          <p:nvPr/>
        </p:nvSpPr>
        <p:spPr bwMode="auto">
          <a:xfrm>
            <a:off x="3271022" y="2095501"/>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dirty="0"/>
              <a:t>C</a:t>
            </a:r>
            <a:r>
              <a:rPr lang="en-GB" altLang="en-US" sz="2000" baseline="-25000" dirty="0"/>
              <a:t>o</a:t>
            </a:r>
            <a:endParaRPr lang="en-US" altLang="en-US" sz="2000" dirty="0"/>
          </a:p>
        </p:txBody>
      </p:sp>
      <p:sp>
        <p:nvSpPr>
          <p:cNvPr id="28685" name="Text Box 12">
            <a:extLst>
              <a:ext uri="{FF2B5EF4-FFF2-40B4-BE49-F238E27FC236}">
                <a16:creationId xmlns:a16="http://schemas.microsoft.com/office/drawing/2014/main" id="{99B39FC0-1B09-75A3-1001-04741BACAF4D}"/>
              </a:ext>
            </a:extLst>
          </p:cNvPr>
          <p:cNvSpPr txBox="1">
            <a:spLocks noChangeArrowheads="1"/>
          </p:cNvSpPr>
          <p:nvPr/>
        </p:nvSpPr>
        <p:spPr bwMode="auto">
          <a:xfrm>
            <a:off x="3805241" y="209708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dirty="0"/>
              <a:t>C</a:t>
            </a:r>
            <a:r>
              <a:rPr lang="en-GB" altLang="en-US" sz="2000" baseline="-25000" dirty="0"/>
              <a:t>i</a:t>
            </a:r>
            <a:endParaRPr lang="en-US" altLang="en-US" sz="2000" dirty="0"/>
          </a:p>
        </p:txBody>
      </p:sp>
      <p:sp>
        <p:nvSpPr>
          <p:cNvPr id="28686" name="Line 13">
            <a:extLst>
              <a:ext uri="{FF2B5EF4-FFF2-40B4-BE49-F238E27FC236}">
                <a16:creationId xmlns:a16="http://schemas.microsoft.com/office/drawing/2014/main" id="{E9ADA776-9006-F307-3882-C4AFC3A05644}"/>
              </a:ext>
            </a:extLst>
          </p:cNvPr>
          <p:cNvSpPr>
            <a:spLocks noChangeShapeType="1"/>
          </p:cNvSpPr>
          <p:nvPr/>
        </p:nvSpPr>
        <p:spPr bwMode="auto">
          <a:xfrm>
            <a:off x="2468563" y="2773363"/>
            <a:ext cx="823912"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687" name="Line 14">
            <a:extLst>
              <a:ext uri="{FF2B5EF4-FFF2-40B4-BE49-F238E27FC236}">
                <a16:creationId xmlns:a16="http://schemas.microsoft.com/office/drawing/2014/main" id="{A744A868-D379-A285-97E7-4AECA0A35704}"/>
              </a:ext>
            </a:extLst>
          </p:cNvPr>
          <p:cNvSpPr>
            <a:spLocks noChangeShapeType="1"/>
          </p:cNvSpPr>
          <p:nvPr/>
        </p:nvSpPr>
        <p:spPr bwMode="auto">
          <a:xfrm>
            <a:off x="3411541" y="2925763"/>
            <a:ext cx="6873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688" name="Line 15">
            <a:extLst>
              <a:ext uri="{FF2B5EF4-FFF2-40B4-BE49-F238E27FC236}">
                <a16:creationId xmlns:a16="http://schemas.microsoft.com/office/drawing/2014/main" id="{2F421FCF-093E-A348-6740-DBB8CDD8A9D6}"/>
              </a:ext>
            </a:extLst>
          </p:cNvPr>
          <p:cNvSpPr>
            <a:spLocks noChangeShapeType="1"/>
          </p:cNvSpPr>
          <p:nvPr/>
        </p:nvSpPr>
        <p:spPr bwMode="auto">
          <a:xfrm>
            <a:off x="3994150" y="3216275"/>
            <a:ext cx="458788"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689" name="Text Box 16">
            <a:extLst>
              <a:ext uri="{FF2B5EF4-FFF2-40B4-BE49-F238E27FC236}">
                <a16:creationId xmlns:a16="http://schemas.microsoft.com/office/drawing/2014/main" id="{EB558F3F-90BC-723C-DD44-CFE1E5409B01}"/>
              </a:ext>
            </a:extLst>
          </p:cNvPr>
          <p:cNvSpPr txBox="1">
            <a:spLocks noChangeArrowheads="1"/>
          </p:cNvSpPr>
          <p:nvPr/>
        </p:nvSpPr>
        <p:spPr bwMode="auto">
          <a:xfrm>
            <a:off x="2667003" y="2738438"/>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1</a:t>
            </a:r>
            <a:endParaRPr lang="en-US" altLang="en-US" sz="2000"/>
          </a:p>
        </p:txBody>
      </p:sp>
      <p:sp>
        <p:nvSpPr>
          <p:cNvPr id="28690" name="Text Box 17">
            <a:extLst>
              <a:ext uri="{FF2B5EF4-FFF2-40B4-BE49-F238E27FC236}">
                <a16:creationId xmlns:a16="http://schemas.microsoft.com/office/drawing/2014/main" id="{6D8071F2-C92A-02AB-56CA-54E689900500}"/>
              </a:ext>
            </a:extLst>
          </p:cNvPr>
          <p:cNvSpPr txBox="1">
            <a:spLocks noChangeArrowheads="1"/>
          </p:cNvSpPr>
          <p:nvPr/>
        </p:nvSpPr>
        <p:spPr bwMode="auto">
          <a:xfrm>
            <a:off x="3429003" y="2936875"/>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2</a:t>
            </a:r>
            <a:endParaRPr lang="en-US" altLang="en-US" sz="2000"/>
          </a:p>
        </p:txBody>
      </p:sp>
      <p:sp>
        <p:nvSpPr>
          <p:cNvPr id="28691" name="Text Box 18">
            <a:extLst>
              <a:ext uri="{FF2B5EF4-FFF2-40B4-BE49-F238E27FC236}">
                <a16:creationId xmlns:a16="http://schemas.microsoft.com/office/drawing/2014/main" id="{51A59BA3-3C48-658D-1BDF-B54C557CB5B7}"/>
              </a:ext>
            </a:extLst>
          </p:cNvPr>
          <p:cNvSpPr txBox="1">
            <a:spLocks noChangeArrowheads="1"/>
          </p:cNvSpPr>
          <p:nvPr/>
        </p:nvSpPr>
        <p:spPr bwMode="auto">
          <a:xfrm>
            <a:off x="4098928" y="3238500"/>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3</a:t>
            </a:r>
            <a:endParaRPr lang="en-US" altLang="en-US" sz="2000"/>
          </a:p>
        </p:txBody>
      </p:sp>
      <p:graphicFrame>
        <p:nvGraphicFramePr>
          <p:cNvPr id="28692" name="Object 20">
            <a:extLst>
              <a:ext uri="{FF2B5EF4-FFF2-40B4-BE49-F238E27FC236}">
                <a16:creationId xmlns:a16="http://schemas.microsoft.com/office/drawing/2014/main" id="{3E0A7736-7FBE-639D-3FE9-3E2B876A4D4E}"/>
              </a:ext>
            </a:extLst>
          </p:cNvPr>
          <p:cNvGraphicFramePr>
            <a:graphicFrameLocks noChangeAspect="1"/>
          </p:cNvGraphicFramePr>
          <p:nvPr/>
        </p:nvGraphicFramePr>
        <p:xfrm>
          <a:off x="6613528" y="1662113"/>
          <a:ext cx="2352675" cy="531812"/>
        </p:xfrm>
        <a:graphic>
          <a:graphicData uri="http://schemas.openxmlformats.org/presentationml/2006/ole">
            <mc:AlternateContent xmlns:mc="http://schemas.openxmlformats.org/markup-compatibility/2006">
              <mc:Choice xmlns:v="urn:schemas-microsoft-com:vml" Requires="v">
                <p:oleObj name="Equation" r:id="rId4" imgW="1066800" imgH="241300" progId="Equation.3">
                  <p:embed/>
                </p:oleObj>
              </mc:Choice>
              <mc:Fallback>
                <p:oleObj name="Equation" r:id="rId4" imgW="1066800" imgH="241300" progId="Equation.3">
                  <p:embed/>
                  <p:pic>
                    <p:nvPicPr>
                      <p:cNvPr id="28692" name="Object 20">
                        <a:extLst>
                          <a:ext uri="{FF2B5EF4-FFF2-40B4-BE49-F238E27FC236}">
                            <a16:creationId xmlns:a16="http://schemas.microsoft.com/office/drawing/2014/main" id="{3E0A7736-7FBE-639D-3FE9-3E2B876A4D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3528" y="1662113"/>
                        <a:ext cx="2352675"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93" name="Oval 22">
            <a:extLst>
              <a:ext uri="{FF2B5EF4-FFF2-40B4-BE49-F238E27FC236}">
                <a16:creationId xmlns:a16="http://schemas.microsoft.com/office/drawing/2014/main" id="{4734F2AA-B7F3-7B22-7C3C-48A57D155A2B}"/>
              </a:ext>
            </a:extLst>
          </p:cNvPr>
          <p:cNvSpPr>
            <a:spLocks noChangeArrowheads="1"/>
          </p:cNvSpPr>
          <p:nvPr/>
        </p:nvSpPr>
        <p:spPr bwMode="auto">
          <a:xfrm>
            <a:off x="7116766" y="1600203"/>
            <a:ext cx="503237" cy="639763"/>
          </a:xfrm>
          <a:prstGeom prst="ellipse">
            <a:avLst/>
          </a:prstGeom>
          <a:noFill/>
          <a:ln w="12700"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8694" name="Line 23">
            <a:extLst>
              <a:ext uri="{FF2B5EF4-FFF2-40B4-BE49-F238E27FC236}">
                <a16:creationId xmlns:a16="http://schemas.microsoft.com/office/drawing/2014/main" id="{D9EC2393-E7F2-3E11-24CF-6F3AB799B9B6}"/>
              </a:ext>
            </a:extLst>
          </p:cNvPr>
          <p:cNvSpPr>
            <a:spLocks noChangeShapeType="1"/>
          </p:cNvSpPr>
          <p:nvPr/>
        </p:nvSpPr>
        <p:spPr bwMode="auto">
          <a:xfrm flipV="1">
            <a:off x="7543800" y="1417638"/>
            <a:ext cx="457200" cy="228600"/>
          </a:xfrm>
          <a:prstGeom prst="line">
            <a:avLst/>
          </a:prstGeom>
          <a:noFill/>
          <a:ln w="12700">
            <a:solidFill>
              <a:schemeClr val="bg2"/>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695" name="Text Box 24">
            <a:extLst>
              <a:ext uri="{FF2B5EF4-FFF2-40B4-BE49-F238E27FC236}">
                <a16:creationId xmlns:a16="http://schemas.microsoft.com/office/drawing/2014/main" id="{32A57FEF-D87E-0CB8-D456-1CF03997F681}"/>
              </a:ext>
            </a:extLst>
          </p:cNvPr>
          <p:cNvSpPr txBox="1">
            <a:spLocks noChangeArrowheads="1"/>
          </p:cNvSpPr>
          <p:nvPr/>
        </p:nvSpPr>
        <p:spPr bwMode="auto">
          <a:xfrm>
            <a:off x="7994653" y="1295400"/>
            <a:ext cx="2316163" cy="306388"/>
          </a:xfrm>
          <a:prstGeom prst="rect">
            <a:avLst/>
          </a:prstGeom>
          <a:noFill/>
          <a:ln w="12700"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Mass transport coefficient</a:t>
            </a:r>
            <a:endParaRPr lang="en-US" altLang="en-US" sz="1400"/>
          </a:p>
        </p:txBody>
      </p:sp>
      <p:sp>
        <p:nvSpPr>
          <p:cNvPr id="28696" name="Text Box 25">
            <a:extLst>
              <a:ext uri="{FF2B5EF4-FFF2-40B4-BE49-F238E27FC236}">
                <a16:creationId xmlns:a16="http://schemas.microsoft.com/office/drawing/2014/main" id="{63827B99-1217-F5D1-1F77-844214F380C2}"/>
              </a:ext>
            </a:extLst>
          </p:cNvPr>
          <p:cNvSpPr txBox="1">
            <a:spLocks noChangeArrowheads="1"/>
          </p:cNvSpPr>
          <p:nvPr/>
        </p:nvSpPr>
        <p:spPr bwMode="auto">
          <a:xfrm>
            <a:off x="6153153" y="2227263"/>
            <a:ext cx="41005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From Henry’s law:</a:t>
            </a:r>
            <a:endParaRPr lang="en-US" altLang="en-US" sz="2000"/>
          </a:p>
        </p:txBody>
      </p:sp>
      <p:graphicFrame>
        <p:nvGraphicFramePr>
          <p:cNvPr id="28697" name="Object 26">
            <a:extLst>
              <a:ext uri="{FF2B5EF4-FFF2-40B4-BE49-F238E27FC236}">
                <a16:creationId xmlns:a16="http://schemas.microsoft.com/office/drawing/2014/main" id="{C631F5C6-1E41-40DC-1E48-A9B5F37D0737}"/>
              </a:ext>
            </a:extLst>
          </p:cNvPr>
          <p:cNvGraphicFramePr>
            <a:graphicFrameLocks noChangeAspect="1"/>
          </p:cNvGraphicFramePr>
          <p:nvPr/>
        </p:nvGraphicFramePr>
        <p:xfrm>
          <a:off x="6443666" y="2633663"/>
          <a:ext cx="1169987" cy="457200"/>
        </p:xfrm>
        <a:graphic>
          <a:graphicData uri="http://schemas.openxmlformats.org/presentationml/2006/ole">
            <mc:AlternateContent xmlns:mc="http://schemas.openxmlformats.org/markup-compatibility/2006">
              <mc:Choice xmlns:v="urn:schemas-microsoft-com:vml" Requires="v">
                <p:oleObj name="Equation" r:id="rId6" imgW="583947" imgH="228501" progId="Equation.3">
                  <p:embed/>
                </p:oleObj>
              </mc:Choice>
              <mc:Fallback>
                <p:oleObj name="Equation" r:id="rId6" imgW="583947" imgH="228501" progId="Equation.3">
                  <p:embed/>
                  <p:pic>
                    <p:nvPicPr>
                      <p:cNvPr id="28697" name="Object 26">
                        <a:extLst>
                          <a:ext uri="{FF2B5EF4-FFF2-40B4-BE49-F238E27FC236}">
                            <a16:creationId xmlns:a16="http://schemas.microsoft.com/office/drawing/2014/main" id="{C631F5C6-1E41-40DC-1E48-A9B5F37D07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3666" y="2633663"/>
                        <a:ext cx="11699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98" name="Oval 27">
            <a:extLst>
              <a:ext uri="{FF2B5EF4-FFF2-40B4-BE49-F238E27FC236}">
                <a16:creationId xmlns:a16="http://schemas.microsoft.com/office/drawing/2014/main" id="{7149D37D-BD82-0109-43DE-E15DA1C5C25C}"/>
              </a:ext>
            </a:extLst>
          </p:cNvPr>
          <p:cNvSpPr>
            <a:spLocks noChangeArrowheads="1"/>
          </p:cNvSpPr>
          <p:nvPr/>
        </p:nvSpPr>
        <p:spPr bwMode="auto">
          <a:xfrm>
            <a:off x="7372350" y="2578103"/>
            <a:ext cx="254000" cy="536575"/>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8699" name="Line 28">
            <a:extLst>
              <a:ext uri="{FF2B5EF4-FFF2-40B4-BE49-F238E27FC236}">
                <a16:creationId xmlns:a16="http://schemas.microsoft.com/office/drawing/2014/main" id="{E2BB1DD8-F680-D50A-8D20-681AFF9B27F7}"/>
              </a:ext>
            </a:extLst>
          </p:cNvPr>
          <p:cNvSpPr>
            <a:spLocks noChangeShapeType="1"/>
          </p:cNvSpPr>
          <p:nvPr/>
        </p:nvSpPr>
        <p:spPr bwMode="auto">
          <a:xfrm>
            <a:off x="7624766" y="2832100"/>
            <a:ext cx="390525"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700" name="Text Box 29">
            <a:extLst>
              <a:ext uri="{FF2B5EF4-FFF2-40B4-BE49-F238E27FC236}">
                <a16:creationId xmlns:a16="http://schemas.microsoft.com/office/drawing/2014/main" id="{8BFD3BBD-5E2F-2CF2-8364-8770CBB7ABD7}"/>
              </a:ext>
            </a:extLst>
          </p:cNvPr>
          <p:cNvSpPr txBox="1">
            <a:spLocks noChangeArrowheads="1"/>
          </p:cNvSpPr>
          <p:nvPr/>
        </p:nvSpPr>
        <p:spPr bwMode="auto">
          <a:xfrm>
            <a:off x="7999413" y="2687641"/>
            <a:ext cx="2233612" cy="706347"/>
          </a:xfrm>
          <a:prstGeom prst="rect">
            <a:avLst/>
          </a:prstGeom>
          <a:noFill/>
          <a:ln w="12700"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Partial pressure at oxide surface, not known experimental parameter </a:t>
            </a:r>
            <a:endParaRPr lang="en-US" altLang="en-US" sz="1400"/>
          </a:p>
        </p:txBody>
      </p:sp>
      <p:sp>
        <p:nvSpPr>
          <p:cNvPr id="28701" name="Text Box 31">
            <a:extLst>
              <a:ext uri="{FF2B5EF4-FFF2-40B4-BE49-F238E27FC236}">
                <a16:creationId xmlns:a16="http://schemas.microsoft.com/office/drawing/2014/main" id="{9C09DBF5-F8A5-9B8F-BBEA-E9D64B89DAD0}"/>
              </a:ext>
            </a:extLst>
          </p:cNvPr>
          <p:cNvSpPr txBox="1">
            <a:spLocks noChangeArrowheads="1"/>
          </p:cNvSpPr>
          <p:nvPr/>
        </p:nvSpPr>
        <p:spPr bwMode="auto">
          <a:xfrm>
            <a:off x="6313491" y="3536950"/>
            <a:ext cx="27273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We introduce;</a:t>
            </a:r>
            <a:endParaRPr lang="en-US" altLang="en-US" sz="2000"/>
          </a:p>
        </p:txBody>
      </p:sp>
      <p:graphicFrame>
        <p:nvGraphicFramePr>
          <p:cNvPr id="28702" name="Object 32">
            <a:extLst>
              <a:ext uri="{FF2B5EF4-FFF2-40B4-BE49-F238E27FC236}">
                <a16:creationId xmlns:a16="http://schemas.microsoft.com/office/drawing/2014/main" id="{B1E0E0C4-2234-5944-2370-C01982D7DAD5}"/>
              </a:ext>
            </a:extLst>
          </p:cNvPr>
          <p:cNvGraphicFramePr>
            <a:graphicFrameLocks noChangeAspect="1"/>
          </p:cNvGraphicFramePr>
          <p:nvPr/>
        </p:nvGraphicFramePr>
        <p:xfrm>
          <a:off x="6280150" y="3867150"/>
          <a:ext cx="1246188" cy="482600"/>
        </p:xfrm>
        <a:graphic>
          <a:graphicData uri="http://schemas.openxmlformats.org/presentationml/2006/ole">
            <mc:AlternateContent xmlns:mc="http://schemas.openxmlformats.org/markup-compatibility/2006">
              <mc:Choice xmlns:v="urn:schemas-microsoft-com:vml" Requires="v">
                <p:oleObj name="Equation" r:id="rId8" imgW="622030" imgH="241195" progId="Equation.3">
                  <p:embed/>
                </p:oleObj>
              </mc:Choice>
              <mc:Fallback>
                <p:oleObj name="Equation" r:id="rId8" imgW="622030" imgH="241195" progId="Equation.3">
                  <p:embed/>
                  <p:pic>
                    <p:nvPicPr>
                      <p:cNvPr id="28702" name="Object 32">
                        <a:extLst>
                          <a:ext uri="{FF2B5EF4-FFF2-40B4-BE49-F238E27FC236}">
                            <a16:creationId xmlns:a16="http://schemas.microsoft.com/office/drawing/2014/main" id="{B1E0E0C4-2234-5944-2370-C01982D7DA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80150" y="3867150"/>
                        <a:ext cx="1246188"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3" name="Object 33">
            <a:extLst>
              <a:ext uri="{FF2B5EF4-FFF2-40B4-BE49-F238E27FC236}">
                <a16:creationId xmlns:a16="http://schemas.microsoft.com/office/drawing/2014/main" id="{130C24BE-AE9D-7682-1D9F-5A962A40DA98}"/>
              </a:ext>
            </a:extLst>
          </p:cNvPr>
          <p:cNvGraphicFramePr>
            <a:graphicFrameLocks noChangeAspect="1"/>
          </p:cNvGraphicFramePr>
          <p:nvPr/>
        </p:nvGraphicFramePr>
        <p:xfrm>
          <a:off x="1862141" y="4311650"/>
          <a:ext cx="1169987" cy="787400"/>
        </p:xfrm>
        <a:graphic>
          <a:graphicData uri="http://schemas.openxmlformats.org/presentationml/2006/ole">
            <mc:AlternateContent xmlns:mc="http://schemas.openxmlformats.org/markup-compatibility/2006">
              <mc:Choice xmlns:v="urn:schemas-microsoft-com:vml" Requires="v">
                <p:oleObj name="Equation" r:id="rId10" imgW="583947" imgH="393529" progId="Equation.3">
                  <p:embed/>
                </p:oleObj>
              </mc:Choice>
              <mc:Fallback>
                <p:oleObj name="Equation" r:id="rId10" imgW="583947" imgH="393529" progId="Equation.3">
                  <p:embed/>
                  <p:pic>
                    <p:nvPicPr>
                      <p:cNvPr id="28703" name="Object 33">
                        <a:extLst>
                          <a:ext uri="{FF2B5EF4-FFF2-40B4-BE49-F238E27FC236}">
                            <a16:creationId xmlns:a16="http://schemas.microsoft.com/office/drawing/2014/main" id="{130C24BE-AE9D-7682-1D9F-5A962A40DA9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2141" y="4311650"/>
                        <a:ext cx="1169987"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04" name="Object 34">
            <a:extLst>
              <a:ext uri="{FF2B5EF4-FFF2-40B4-BE49-F238E27FC236}">
                <a16:creationId xmlns:a16="http://schemas.microsoft.com/office/drawing/2014/main" id="{6C68A0C4-BBEA-FF0C-F610-CDD8C14C5A9B}"/>
              </a:ext>
            </a:extLst>
          </p:cNvPr>
          <p:cNvGraphicFramePr>
            <a:graphicFrameLocks noChangeAspect="1"/>
          </p:cNvGraphicFramePr>
          <p:nvPr/>
        </p:nvGraphicFramePr>
        <p:xfrm>
          <a:off x="3355975" y="4306888"/>
          <a:ext cx="1144588" cy="787400"/>
        </p:xfrm>
        <a:graphic>
          <a:graphicData uri="http://schemas.openxmlformats.org/presentationml/2006/ole">
            <mc:AlternateContent xmlns:mc="http://schemas.openxmlformats.org/markup-compatibility/2006">
              <mc:Choice xmlns:v="urn:schemas-microsoft-com:vml" Requires="v">
                <p:oleObj name="Equation" r:id="rId12" imgW="571252" imgH="393529" progId="Equation.3">
                  <p:embed/>
                </p:oleObj>
              </mc:Choice>
              <mc:Fallback>
                <p:oleObj name="Equation" r:id="rId12" imgW="571252" imgH="393529" progId="Equation.3">
                  <p:embed/>
                  <p:pic>
                    <p:nvPicPr>
                      <p:cNvPr id="28704" name="Object 34">
                        <a:extLst>
                          <a:ext uri="{FF2B5EF4-FFF2-40B4-BE49-F238E27FC236}">
                            <a16:creationId xmlns:a16="http://schemas.microsoft.com/office/drawing/2014/main" id="{6C68A0C4-BBEA-FF0C-F610-CDD8C14C5A9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55975" y="4306888"/>
                        <a:ext cx="1144588"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5" name="Oval 35">
            <a:extLst>
              <a:ext uri="{FF2B5EF4-FFF2-40B4-BE49-F238E27FC236}">
                <a16:creationId xmlns:a16="http://schemas.microsoft.com/office/drawing/2014/main" id="{7E910DA4-95E3-E69D-1A3C-EE3B81D05D7C}"/>
              </a:ext>
            </a:extLst>
          </p:cNvPr>
          <p:cNvSpPr>
            <a:spLocks noChangeArrowheads="1"/>
          </p:cNvSpPr>
          <p:nvPr/>
        </p:nvSpPr>
        <p:spPr bwMode="auto">
          <a:xfrm>
            <a:off x="1793878" y="4197353"/>
            <a:ext cx="2982913" cy="1063625"/>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28706" name="Line 36">
            <a:extLst>
              <a:ext uri="{FF2B5EF4-FFF2-40B4-BE49-F238E27FC236}">
                <a16:creationId xmlns:a16="http://schemas.microsoft.com/office/drawing/2014/main" id="{8F87C2AE-5EF2-442E-CFD7-D1EFC0F57ED3}"/>
              </a:ext>
            </a:extLst>
          </p:cNvPr>
          <p:cNvSpPr>
            <a:spLocks noChangeShapeType="1"/>
          </p:cNvSpPr>
          <p:nvPr/>
        </p:nvSpPr>
        <p:spPr bwMode="auto">
          <a:xfrm>
            <a:off x="4776791" y="4737100"/>
            <a:ext cx="9286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707" name="Text Box 37">
            <a:extLst>
              <a:ext uri="{FF2B5EF4-FFF2-40B4-BE49-F238E27FC236}">
                <a16:creationId xmlns:a16="http://schemas.microsoft.com/office/drawing/2014/main" id="{F537E997-E61C-7A27-4741-4C5CBD113F06}"/>
              </a:ext>
            </a:extLst>
          </p:cNvPr>
          <p:cNvSpPr txBox="1">
            <a:spLocks noChangeArrowheads="1"/>
          </p:cNvSpPr>
          <p:nvPr/>
        </p:nvSpPr>
        <p:spPr bwMode="auto">
          <a:xfrm>
            <a:off x="5757863" y="4454528"/>
            <a:ext cx="1890712" cy="682625"/>
          </a:xfrm>
          <a:prstGeom prst="rect">
            <a:avLst/>
          </a:prstGeom>
          <a:noFill/>
          <a:ln w="12700"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From perfect gas law</a:t>
            </a:r>
            <a:endParaRPr lang="en-US" altLang="en-US" sz="2000"/>
          </a:p>
        </p:txBody>
      </p:sp>
      <p:sp>
        <p:nvSpPr>
          <p:cNvPr id="28708" name="AutoShape 38">
            <a:extLst>
              <a:ext uri="{FF2B5EF4-FFF2-40B4-BE49-F238E27FC236}">
                <a16:creationId xmlns:a16="http://schemas.microsoft.com/office/drawing/2014/main" id="{3F4685C4-569B-80B5-8361-24C44348DCA2}"/>
              </a:ext>
            </a:extLst>
          </p:cNvPr>
          <p:cNvSpPr>
            <a:spLocks noChangeArrowheads="1"/>
          </p:cNvSpPr>
          <p:nvPr/>
        </p:nvSpPr>
        <p:spPr bwMode="auto">
          <a:xfrm>
            <a:off x="2603503" y="5487991"/>
            <a:ext cx="900113" cy="644525"/>
          </a:xfrm>
          <a:prstGeom prst="rightArrow">
            <a:avLst>
              <a:gd name="adj1" fmla="val 50000"/>
              <a:gd name="adj2" fmla="val 34914"/>
            </a:avLst>
          </a:prstGeom>
          <a:solidFill>
            <a:schemeClr val="accent1"/>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graphicFrame>
        <p:nvGraphicFramePr>
          <p:cNvPr id="28709" name="Object 39">
            <a:extLst>
              <a:ext uri="{FF2B5EF4-FFF2-40B4-BE49-F238E27FC236}">
                <a16:creationId xmlns:a16="http://schemas.microsoft.com/office/drawing/2014/main" id="{E6AE52DD-968B-01F7-EA86-DA2462E98851}"/>
              </a:ext>
            </a:extLst>
          </p:cNvPr>
          <p:cNvGraphicFramePr>
            <a:graphicFrameLocks noChangeAspect="1"/>
          </p:cNvGraphicFramePr>
          <p:nvPr/>
        </p:nvGraphicFramePr>
        <p:xfrm>
          <a:off x="3784600" y="5532441"/>
          <a:ext cx="2268538" cy="560387"/>
        </p:xfrm>
        <a:graphic>
          <a:graphicData uri="http://schemas.openxmlformats.org/presentationml/2006/ole">
            <mc:AlternateContent xmlns:mc="http://schemas.openxmlformats.org/markup-compatibility/2006">
              <mc:Choice xmlns:v="urn:schemas-microsoft-com:vml" Requires="v">
                <p:oleObj name="Equation" r:id="rId14" imgW="1028254" imgH="253890" progId="Equation.3">
                  <p:embed/>
                </p:oleObj>
              </mc:Choice>
              <mc:Fallback>
                <p:oleObj name="Equation" r:id="rId14" imgW="1028254" imgH="253890" progId="Equation.3">
                  <p:embed/>
                  <p:pic>
                    <p:nvPicPr>
                      <p:cNvPr id="28709" name="Object 39">
                        <a:extLst>
                          <a:ext uri="{FF2B5EF4-FFF2-40B4-BE49-F238E27FC236}">
                            <a16:creationId xmlns:a16="http://schemas.microsoft.com/office/drawing/2014/main" id="{E6AE52DD-968B-01F7-EA86-DA2462E9885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84600" y="5532441"/>
                        <a:ext cx="2268538"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0" name="Object 40">
            <a:extLst>
              <a:ext uri="{FF2B5EF4-FFF2-40B4-BE49-F238E27FC236}">
                <a16:creationId xmlns:a16="http://schemas.microsoft.com/office/drawing/2014/main" id="{4DE80BA7-CAB8-6C31-2DA1-80E2512D90DC}"/>
              </a:ext>
            </a:extLst>
          </p:cNvPr>
          <p:cNvGraphicFramePr>
            <a:graphicFrameLocks noChangeAspect="1"/>
          </p:cNvGraphicFramePr>
          <p:nvPr/>
        </p:nvGraphicFramePr>
        <p:xfrm>
          <a:off x="7197728" y="5313366"/>
          <a:ext cx="1287463" cy="923925"/>
        </p:xfrm>
        <a:graphic>
          <a:graphicData uri="http://schemas.openxmlformats.org/presentationml/2006/ole">
            <mc:AlternateContent xmlns:mc="http://schemas.openxmlformats.org/markup-compatibility/2006">
              <mc:Choice xmlns:v="urn:schemas-microsoft-com:vml" Requires="v">
                <p:oleObj name="Equation" r:id="rId16" imgW="583947" imgH="418918" progId="Equation.3">
                  <p:embed/>
                </p:oleObj>
              </mc:Choice>
              <mc:Fallback>
                <p:oleObj name="Equation" r:id="rId16" imgW="583947" imgH="418918" progId="Equation.3">
                  <p:embed/>
                  <p:pic>
                    <p:nvPicPr>
                      <p:cNvPr id="28710" name="Object 40">
                        <a:extLst>
                          <a:ext uri="{FF2B5EF4-FFF2-40B4-BE49-F238E27FC236}">
                            <a16:creationId xmlns:a16="http://schemas.microsoft.com/office/drawing/2014/main" id="{4DE80BA7-CAB8-6C31-2DA1-80E2512D90D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197728" y="5313366"/>
                        <a:ext cx="1287463"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11" name="Line 41">
            <a:extLst>
              <a:ext uri="{FF2B5EF4-FFF2-40B4-BE49-F238E27FC236}">
                <a16:creationId xmlns:a16="http://schemas.microsoft.com/office/drawing/2014/main" id="{4E59E4D5-D8B8-4522-BAE2-8D55DB0613B9}"/>
              </a:ext>
            </a:extLst>
          </p:cNvPr>
          <p:cNvSpPr>
            <a:spLocks noChangeShapeType="1"/>
          </p:cNvSpPr>
          <p:nvPr/>
        </p:nvSpPr>
        <p:spPr bwMode="auto">
          <a:xfrm>
            <a:off x="3322641" y="1965325"/>
            <a:ext cx="852487" cy="0"/>
          </a:xfrm>
          <a:prstGeom prst="line">
            <a:avLst/>
          </a:prstGeom>
          <a:noFill/>
          <a:ln w="12700">
            <a:solidFill>
              <a:srgbClr val="64646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8712" name="Text Box 42">
            <a:extLst>
              <a:ext uri="{FF2B5EF4-FFF2-40B4-BE49-F238E27FC236}">
                <a16:creationId xmlns:a16="http://schemas.microsoft.com/office/drawing/2014/main" id="{A05D7EE1-7EF7-76EA-876A-246653106C8E}"/>
              </a:ext>
            </a:extLst>
          </p:cNvPr>
          <p:cNvSpPr txBox="1">
            <a:spLocks noChangeArrowheads="1"/>
          </p:cNvSpPr>
          <p:nvPr/>
        </p:nvSpPr>
        <p:spPr bwMode="auto">
          <a:xfrm>
            <a:off x="3627438" y="1625600"/>
            <a:ext cx="228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x</a:t>
            </a:r>
            <a:endParaRPr lang="en-US" altLang="en-US" sz="20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017BCC8F-49B8-CEE2-D09B-1120EAAA5A2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CCBECC9-5F43-49F8-B106-850C23E15BA8}" type="slidenum">
              <a:rPr lang="en-US" altLang="en-US" sz="800"/>
              <a:pPr>
                <a:lnSpc>
                  <a:spcPct val="100000"/>
                </a:lnSpc>
                <a:spcBef>
                  <a:spcPct val="0"/>
                </a:spcBef>
                <a:buClr>
                  <a:srgbClr val="F68933"/>
                </a:buClr>
                <a:buFontTx/>
                <a:buNone/>
              </a:pPr>
              <a:t>13</a:t>
            </a:fld>
            <a:endParaRPr lang="en-US" altLang="en-US" sz="800"/>
          </a:p>
        </p:txBody>
      </p:sp>
      <p:sp>
        <p:nvSpPr>
          <p:cNvPr id="30723" name="Rectangle 2">
            <a:extLst>
              <a:ext uri="{FF2B5EF4-FFF2-40B4-BE49-F238E27FC236}">
                <a16:creationId xmlns:a16="http://schemas.microsoft.com/office/drawing/2014/main" id="{B4751412-6360-5ECF-65F9-EAFA544DFEA2}"/>
              </a:ext>
            </a:extLst>
          </p:cNvPr>
          <p:cNvSpPr>
            <a:spLocks noGrp="1" noChangeArrowheads="1"/>
          </p:cNvSpPr>
          <p:nvPr>
            <p:ph type="title"/>
          </p:nvPr>
        </p:nvSpPr>
        <p:spPr/>
        <p:txBody>
          <a:bodyPr/>
          <a:lstStyle/>
          <a:p>
            <a:pPr eaLnBrk="1" hangingPunct="1"/>
            <a:r>
              <a:rPr lang="en-GB" altLang="en-US" sz="2400"/>
              <a:t>The Deal-Grove model of oxidation</a:t>
            </a:r>
            <a:br>
              <a:rPr lang="en-GB" altLang="en-US" sz="2400"/>
            </a:br>
            <a:r>
              <a:rPr lang="en-GB" altLang="en-US" sz="2400"/>
              <a:t>C</a:t>
            </a:r>
            <a:r>
              <a:rPr lang="en-GB" altLang="en-US" sz="2400" baseline="-25000"/>
              <a:t>i</a:t>
            </a:r>
            <a:r>
              <a:rPr lang="en-GB" altLang="en-US" sz="2400"/>
              <a:t> calculation</a:t>
            </a:r>
            <a:br>
              <a:rPr lang="en-GB" altLang="en-US" sz="2400"/>
            </a:br>
            <a:endParaRPr lang="en-US" altLang="en-US" sz="2400"/>
          </a:p>
        </p:txBody>
      </p:sp>
      <p:sp>
        <p:nvSpPr>
          <p:cNvPr id="30724" name="Line 3">
            <a:extLst>
              <a:ext uri="{FF2B5EF4-FFF2-40B4-BE49-F238E27FC236}">
                <a16:creationId xmlns:a16="http://schemas.microsoft.com/office/drawing/2014/main" id="{5A9CED5F-AC3D-2EFD-C6A7-D24A2F6922D6}"/>
              </a:ext>
            </a:extLst>
          </p:cNvPr>
          <p:cNvSpPr>
            <a:spLocks noChangeShapeType="1"/>
          </p:cNvSpPr>
          <p:nvPr/>
        </p:nvSpPr>
        <p:spPr bwMode="auto">
          <a:xfrm>
            <a:off x="2390775" y="1662116"/>
            <a:ext cx="0" cy="2225675"/>
          </a:xfrm>
          <a:prstGeom prst="line">
            <a:avLst/>
          </a:prstGeom>
          <a:noFill/>
          <a:ln w="28575">
            <a:solidFill>
              <a:srgbClr val="646464"/>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25" name="Rectangle 4" descr="Light upward diagonal">
            <a:extLst>
              <a:ext uri="{FF2B5EF4-FFF2-40B4-BE49-F238E27FC236}">
                <a16:creationId xmlns:a16="http://schemas.microsoft.com/office/drawing/2014/main" id="{9486D6CE-8F04-D72D-3BB1-CDBB6D5E0AE9}"/>
              </a:ext>
            </a:extLst>
          </p:cNvPr>
          <p:cNvSpPr>
            <a:spLocks noChangeArrowheads="1"/>
          </p:cNvSpPr>
          <p:nvPr/>
        </p:nvSpPr>
        <p:spPr bwMode="auto">
          <a:xfrm>
            <a:off x="3336928" y="1662113"/>
            <a:ext cx="823913" cy="2209800"/>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0726" name="Rectangle 5">
            <a:extLst>
              <a:ext uri="{FF2B5EF4-FFF2-40B4-BE49-F238E27FC236}">
                <a16:creationId xmlns:a16="http://schemas.microsoft.com/office/drawing/2014/main" id="{FE93AE57-554E-EB6D-9738-219397E16F4B}"/>
              </a:ext>
            </a:extLst>
          </p:cNvPr>
          <p:cNvSpPr>
            <a:spLocks noChangeArrowheads="1"/>
          </p:cNvSpPr>
          <p:nvPr/>
        </p:nvSpPr>
        <p:spPr bwMode="auto">
          <a:xfrm>
            <a:off x="4171950" y="1671638"/>
            <a:ext cx="1924050" cy="2209800"/>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0727" name="Text Box 7">
            <a:extLst>
              <a:ext uri="{FF2B5EF4-FFF2-40B4-BE49-F238E27FC236}">
                <a16:creationId xmlns:a16="http://schemas.microsoft.com/office/drawing/2014/main" id="{BF6E1621-19D0-245E-538D-FE3453A7A6E3}"/>
              </a:ext>
            </a:extLst>
          </p:cNvPr>
          <p:cNvSpPr txBox="1">
            <a:spLocks noChangeArrowheads="1"/>
          </p:cNvSpPr>
          <p:nvPr/>
        </p:nvSpPr>
        <p:spPr bwMode="auto">
          <a:xfrm>
            <a:off x="3490916" y="3524250"/>
            <a:ext cx="687387"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30728" name="Text Box 8">
            <a:extLst>
              <a:ext uri="{FF2B5EF4-FFF2-40B4-BE49-F238E27FC236}">
                <a16:creationId xmlns:a16="http://schemas.microsoft.com/office/drawing/2014/main" id="{5D379E9F-CB02-92ED-31B3-E43BDCAABD6F}"/>
              </a:ext>
            </a:extLst>
          </p:cNvPr>
          <p:cNvSpPr txBox="1">
            <a:spLocks noChangeArrowheads="1"/>
          </p:cNvSpPr>
          <p:nvPr/>
        </p:nvSpPr>
        <p:spPr bwMode="auto">
          <a:xfrm>
            <a:off x="2011363" y="1114428"/>
            <a:ext cx="1784350" cy="555625"/>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Gas                  (stagnant layer)</a:t>
            </a:r>
            <a:endParaRPr lang="en-US" altLang="en-US" sz="1600"/>
          </a:p>
        </p:txBody>
      </p:sp>
      <p:sp>
        <p:nvSpPr>
          <p:cNvPr id="30729" name="Text Box 9">
            <a:extLst>
              <a:ext uri="{FF2B5EF4-FFF2-40B4-BE49-F238E27FC236}">
                <a16:creationId xmlns:a16="http://schemas.microsoft.com/office/drawing/2014/main" id="{23A2BE93-7442-8784-B97B-3C112B9D47BC}"/>
              </a:ext>
            </a:extLst>
          </p:cNvPr>
          <p:cNvSpPr txBox="1">
            <a:spLocks noChangeArrowheads="1"/>
          </p:cNvSpPr>
          <p:nvPr/>
        </p:nvSpPr>
        <p:spPr bwMode="auto">
          <a:xfrm>
            <a:off x="1890716" y="208756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g</a:t>
            </a:r>
            <a:endParaRPr lang="en-US" altLang="en-US" sz="2000"/>
          </a:p>
        </p:txBody>
      </p:sp>
      <p:sp>
        <p:nvSpPr>
          <p:cNvPr id="30730" name="Text Box 10">
            <a:extLst>
              <a:ext uri="{FF2B5EF4-FFF2-40B4-BE49-F238E27FC236}">
                <a16:creationId xmlns:a16="http://schemas.microsoft.com/office/drawing/2014/main" id="{DEE1CA58-5F26-118F-A4B8-0C6EBCEE35DD}"/>
              </a:ext>
            </a:extLst>
          </p:cNvPr>
          <p:cNvSpPr txBox="1">
            <a:spLocks noChangeArrowheads="1"/>
          </p:cNvSpPr>
          <p:nvPr/>
        </p:nvSpPr>
        <p:spPr bwMode="auto">
          <a:xfrm>
            <a:off x="2959100" y="2087563"/>
            <a:ext cx="579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s</a:t>
            </a:r>
            <a:endParaRPr lang="en-US" altLang="en-US" sz="2000"/>
          </a:p>
        </p:txBody>
      </p:sp>
      <p:sp>
        <p:nvSpPr>
          <p:cNvPr id="30731" name="Text Box 11">
            <a:extLst>
              <a:ext uri="{FF2B5EF4-FFF2-40B4-BE49-F238E27FC236}">
                <a16:creationId xmlns:a16="http://schemas.microsoft.com/office/drawing/2014/main" id="{CAB09013-A802-61D1-C61D-B5419ACA45CC}"/>
              </a:ext>
            </a:extLst>
          </p:cNvPr>
          <p:cNvSpPr txBox="1">
            <a:spLocks noChangeArrowheads="1"/>
          </p:cNvSpPr>
          <p:nvPr/>
        </p:nvSpPr>
        <p:spPr bwMode="auto">
          <a:xfrm>
            <a:off x="3281273" y="209391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dirty="0"/>
              <a:t>C</a:t>
            </a:r>
            <a:r>
              <a:rPr lang="en-GB" altLang="en-US" sz="2000" baseline="-25000" dirty="0"/>
              <a:t>o</a:t>
            </a:r>
            <a:endParaRPr lang="en-US" altLang="en-US" sz="2000" dirty="0"/>
          </a:p>
        </p:txBody>
      </p:sp>
      <p:sp>
        <p:nvSpPr>
          <p:cNvPr id="30732" name="Text Box 12">
            <a:extLst>
              <a:ext uri="{FF2B5EF4-FFF2-40B4-BE49-F238E27FC236}">
                <a16:creationId xmlns:a16="http://schemas.microsoft.com/office/drawing/2014/main" id="{74E30E24-BB12-B0C1-32C4-E60B45B548F2}"/>
              </a:ext>
            </a:extLst>
          </p:cNvPr>
          <p:cNvSpPr txBox="1">
            <a:spLocks noChangeArrowheads="1"/>
          </p:cNvSpPr>
          <p:nvPr/>
        </p:nvSpPr>
        <p:spPr bwMode="auto">
          <a:xfrm>
            <a:off x="3805241" y="209708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i</a:t>
            </a:r>
            <a:endParaRPr lang="en-US" altLang="en-US" sz="2000"/>
          </a:p>
        </p:txBody>
      </p:sp>
      <p:sp>
        <p:nvSpPr>
          <p:cNvPr id="30733" name="Line 13">
            <a:extLst>
              <a:ext uri="{FF2B5EF4-FFF2-40B4-BE49-F238E27FC236}">
                <a16:creationId xmlns:a16="http://schemas.microsoft.com/office/drawing/2014/main" id="{345C1864-35B0-CB5E-EBF8-606E4B4D7C95}"/>
              </a:ext>
            </a:extLst>
          </p:cNvPr>
          <p:cNvSpPr>
            <a:spLocks noChangeShapeType="1"/>
          </p:cNvSpPr>
          <p:nvPr/>
        </p:nvSpPr>
        <p:spPr bwMode="auto">
          <a:xfrm>
            <a:off x="2468563" y="2773363"/>
            <a:ext cx="823912"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4" name="Line 14">
            <a:extLst>
              <a:ext uri="{FF2B5EF4-FFF2-40B4-BE49-F238E27FC236}">
                <a16:creationId xmlns:a16="http://schemas.microsoft.com/office/drawing/2014/main" id="{0D800CC8-E922-3076-4026-71087979664A}"/>
              </a:ext>
            </a:extLst>
          </p:cNvPr>
          <p:cNvSpPr>
            <a:spLocks noChangeShapeType="1"/>
          </p:cNvSpPr>
          <p:nvPr/>
        </p:nvSpPr>
        <p:spPr bwMode="auto">
          <a:xfrm>
            <a:off x="3411541" y="2925763"/>
            <a:ext cx="6873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5" name="Line 15">
            <a:extLst>
              <a:ext uri="{FF2B5EF4-FFF2-40B4-BE49-F238E27FC236}">
                <a16:creationId xmlns:a16="http://schemas.microsoft.com/office/drawing/2014/main" id="{99D3B049-2F57-F142-F13C-E4288579EA5C}"/>
              </a:ext>
            </a:extLst>
          </p:cNvPr>
          <p:cNvSpPr>
            <a:spLocks noChangeShapeType="1"/>
          </p:cNvSpPr>
          <p:nvPr/>
        </p:nvSpPr>
        <p:spPr bwMode="auto">
          <a:xfrm>
            <a:off x="3994150" y="3216275"/>
            <a:ext cx="458788"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36" name="Text Box 16">
            <a:extLst>
              <a:ext uri="{FF2B5EF4-FFF2-40B4-BE49-F238E27FC236}">
                <a16:creationId xmlns:a16="http://schemas.microsoft.com/office/drawing/2014/main" id="{B2EA3788-9A35-715E-0D74-D80901C96C6B}"/>
              </a:ext>
            </a:extLst>
          </p:cNvPr>
          <p:cNvSpPr txBox="1">
            <a:spLocks noChangeArrowheads="1"/>
          </p:cNvSpPr>
          <p:nvPr/>
        </p:nvSpPr>
        <p:spPr bwMode="auto">
          <a:xfrm>
            <a:off x="2667003" y="2738438"/>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1</a:t>
            </a:r>
            <a:endParaRPr lang="en-US" altLang="en-US" sz="2000"/>
          </a:p>
        </p:txBody>
      </p:sp>
      <p:sp>
        <p:nvSpPr>
          <p:cNvPr id="30737" name="Text Box 17">
            <a:extLst>
              <a:ext uri="{FF2B5EF4-FFF2-40B4-BE49-F238E27FC236}">
                <a16:creationId xmlns:a16="http://schemas.microsoft.com/office/drawing/2014/main" id="{C728817E-DF99-3502-E3FB-44C6C8AABF98}"/>
              </a:ext>
            </a:extLst>
          </p:cNvPr>
          <p:cNvSpPr txBox="1">
            <a:spLocks noChangeArrowheads="1"/>
          </p:cNvSpPr>
          <p:nvPr/>
        </p:nvSpPr>
        <p:spPr bwMode="auto">
          <a:xfrm>
            <a:off x="3429003" y="2936875"/>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2</a:t>
            </a:r>
            <a:endParaRPr lang="en-US" altLang="en-US" sz="2000"/>
          </a:p>
        </p:txBody>
      </p:sp>
      <p:sp>
        <p:nvSpPr>
          <p:cNvPr id="30738" name="Text Box 18">
            <a:extLst>
              <a:ext uri="{FF2B5EF4-FFF2-40B4-BE49-F238E27FC236}">
                <a16:creationId xmlns:a16="http://schemas.microsoft.com/office/drawing/2014/main" id="{048D27B7-46C2-4DAB-1FBA-D3E3C28B13B0}"/>
              </a:ext>
            </a:extLst>
          </p:cNvPr>
          <p:cNvSpPr txBox="1">
            <a:spLocks noChangeArrowheads="1"/>
          </p:cNvSpPr>
          <p:nvPr/>
        </p:nvSpPr>
        <p:spPr bwMode="auto">
          <a:xfrm>
            <a:off x="4098928" y="3238500"/>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3</a:t>
            </a:r>
            <a:endParaRPr lang="en-US" altLang="en-US" sz="2000"/>
          </a:p>
        </p:txBody>
      </p:sp>
      <p:sp>
        <p:nvSpPr>
          <p:cNvPr id="30739" name="Text Box 38">
            <a:extLst>
              <a:ext uri="{FF2B5EF4-FFF2-40B4-BE49-F238E27FC236}">
                <a16:creationId xmlns:a16="http://schemas.microsoft.com/office/drawing/2014/main" id="{F5FDCD36-0E95-AF07-81BF-B7F320F07EE6}"/>
              </a:ext>
            </a:extLst>
          </p:cNvPr>
          <p:cNvSpPr txBox="1">
            <a:spLocks noChangeArrowheads="1"/>
          </p:cNvSpPr>
          <p:nvPr/>
        </p:nvSpPr>
        <p:spPr bwMode="auto">
          <a:xfrm>
            <a:off x="6289859" y="1564259"/>
            <a:ext cx="3881437"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7938" indent="-79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dirty="0"/>
              <a:t>Assuming no O</a:t>
            </a:r>
            <a:r>
              <a:rPr lang="en-GB" altLang="en-US" sz="1800" baseline="-25000" dirty="0"/>
              <a:t>2</a:t>
            </a:r>
            <a:r>
              <a:rPr lang="en-GB" altLang="en-US" sz="1800" dirty="0"/>
              <a:t> is generated into the oxide.</a:t>
            </a:r>
          </a:p>
          <a:p>
            <a:pPr eaLnBrk="1" hangingPunct="1">
              <a:spcBef>
                <a:spcPct val="50000"/>
              </a:spcBef>
              <a:buFont typeface="Times" panose="02020603050405020304" pitchFamily="18" charset="0"/>
              <a:buNone/>
            </a:pPr>
            <a:endParaRPr lang="en-US" altLang="en-US" sz="1800" dirty="0"/>
          </a:p>
        </p:txBody>
      </p:sp>
      <p:graphicFrame>
        <p:nvGraphicFramePr>
          <p:cNvPr id="30740" name="Object 39">
            <a:extLst>
              <a:ext uri="{FF2B5EF4-FFF2-40B4-BE49-F238E27FC236}">
                <a16:creationId xmlns:a16="http://schemas.microsoft.com/office/drawing/2014/main" id="{DB948528-5B93-9F5D-D9CF-503994C6B55B}"/>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Equation" r:id="rId4" imgW="114151" imgH="215619" progId="Equation.3">
                  <p:embed/>
                </p:oleObj>
              </mc:Choice>
              <mc:Fallback>
                <p:oleObj name="Equation" r:id="rId4" imgW="114151" imgH="215619" progId="Equation.3">
                  <p:embed/>
                  <p:pic>
                    <p:nvPicPr>
                      <p:cNvPr id="30740" name="Object 39">
                        <a:extLst>
                          <a:ext uri="{FF2B5EF4-FFF2-40B4-BE49-F238E27FC236}">
                            <a16:creationId xmlns:a16="http://schemas.microsoft.com/office/drawing/2014/main" id="{DB948528-5B93-9F5D-D9CF-503994C6B5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41" name="Object 40">
            <a:extLst>
              <a:ext uri="{FF2B5EF4-FFF2-40B4-BE49-F238E27FC236}">
                <a16:creationId xmlns:a16="http://schemas.microsoft.com/office/drawing/2014/main" id="{2609D845-93D0-B107-116E-8203EC71CF6D}"/>
              </a:ext>
            </a:extLst>
          </p:cNvPr>
          <p:cNvGraphicFramePr>
            <a:graphicFrameLocks noChangeAspect="1"/>
          </p:cNvGraphicFramePr>
          <p:nvPr/>
        </p:nvGraphicFramePr>
        <p:xfrm>
          <a:off x="6434141" y="2298703"/>
          <a:ext cx="2587625" cy="671513"/>
        </p:xfrm>
        <a:graphic>
          <a:graphicData uri="http://schemas.openxmlformats.org/presentationml/2006/ole">
            <mc:AlternateContent xmlns:mc="http://schemas.openxmlformats.org/markup-compatibility/2006">
              <mc:Choice xmlns:v="urn:schemas-microsoft-com:vml" Requires="v">
                <p:oleObj name="Equation" r:id="rId6" imgW="1663700" imgH="431800" progId="Equation.3">
                  <p:embed/>
                </p:oleObj>
              </mc:Choice>
              <mc:Fallback>
                <p:oleObj name="Equation" r:id="rId6" imgW="1663700" imgH="431800" progId="Equation.3">
                  <p:embed/>
                  <p:pic>
                    <p:nvPicPr>
                      <p:cNvPr id="30741" name="Object 40">
                        <a:extLst>
                          <a:ext uri="{FF2B5EF4-FFF2-40B4-BE49-F238E27FC236}">
                            <a16:creationId xmlns:a16="http://schemas.microsoft.com/office/drawing/2014/main" id="{2609D845-93D0-B107-116E-8203EC71CF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34141" y="2298703"/>
                        <a:ext cx="2587625"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2" name="Text Box 41">
            <a:extLst>
              <a:ext uri="{FF2B5EF4-FFF2-40B4-BE49-F238E27FC236}">
                <a16:creationId xmlns:a16="http://schemas.microsoft.com/office/drawing/2014/main" id="{0F5D5366-F953-E942-12AE-3ADE21C40E00}"/>
              </a:ext>
            </a:extLst>
          </p:cNvPr>
          <p:cNvSpPr txBox="1">
            <a:spLocks noChangeArrowheads="1"/>
          </p:cNvSpPr>
          <p:nvPr/>
        </p:nvSpPr>
        <p:spPr bwMode="auto">
          <a:xfrm>
            <a:off x="6364291" y="2973391"/>
            <a:ext cx="3881437"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And that the reaction rate is proportional to the oxidant concentration</a:t>
            </a:r>
          </a:p>
          <a:p>
            <a:pPr eaLnBrk="1" hangingPunct="1">
              <a:spcBef>
                <a:spcPct val="50000"/>
              </a:spcBef>
              <a:buFont typeface="Times" panose="02020603050405020304" pitchFamily="18" charset="0"/>
              <a:buNone/>
            </a:pPr>
            <a:endParaRPr lang="en-US" altLang="en-US" sz="1600"/>
          </a:p>
        </p:txBody>
      </p:sp>
      <p:graphicFrame>
        <p:nvGraphicFramePr>
          <p:cNvPr id="30743" name="Object 42">
            <a:extLst>
              <a:ext uri="{FF2B5EF4-FFF2-40B4-BE49-F238E27FC236}">
                <a16:creationId xmlns:a16="http://schemas.microsoft.com/office/drawing/2014/main" id="{3E689E63-C331-130B-9BDF-786937284A29}"/>
              </a:ext>
            </a:extLst>
          </p:cNvPr>
          <p:cNvGraphicFramePr>
            <a:graphicFrameLocks noChangeAspect="1"/>
          </p:cNvGraphicFramePr>
          <p:nvPr/>
        </p:nvGraphicFramePr>
        <p:xfrm>
          <a:off x="6407150" y="3730625"/>
          <a:ext cx="928688" cy="355600"/>
        </p:xfrm>
        <a:graphic>
          <a:graphicData uri="http://schemas.openxmlformats.org/presentationml/2006/ole">
            <mc:AlternateContent xmlns:mc="http://schemas.openxmlformats.org/markup-compatibility/2006">
              <mc:Choice xmlns:v="urn:schemas-microsoft-com:vml" Requires="v">
                <p:oleObj name="Equation" r:id="rId8" imgW="596900" imgH="228600" progId="Equation.3">
                  <p:embed/>
                </p:oleObj>
              </mc:Choice>
              <mc:Fallback>
                <p:oleObj name="Equation" r:id="rId8" imgW="596900" imgH="228600" progId="Equation.3">
                  <p:embed/>
                  <p:pic>
                    <p:nvPicPr>
                      <p:cNvPr id="30743" name="Object 42">
                        <a:extLst>
                          <a:ext uri="{FF2B5EF4-FFF2-40B4-BE49-F238E27FC236}">
                            <a16:creationId xmlns:a16="http://schemas.microsoft.com/office/drawing/2014/main" id="{3E689E63-C331-130B-9BDF-786937284A2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150" y="3730625"/>
                        <a:ext cx="928688"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4" name="Oval 43">
            <a:extLst>
              <a:ext uri="{FF2B5EF4-FFF2-40B4-BE49-F238E27FC236}">
                <a16:creationId xmlns:a16="http://schemas.microsoft.com/office/drawing/2014/main" id="{44FC1BA0-E50E-6C8C-AA33-871DBF54B329}"/>
              </a:ext>
            </a:extLst>
          </p:cNvPr>
          <p:cNvSpPr>
            <a:spLocks noChangeArrowheads="1"/>
          </p:cNvSpPr>
          <p:nvPr/>
        </p:nvSpPr>
        <p:spPr bwMode="auto">
          <a:xfrm>
            <a:off x="6861175" y="3657603"/>
            <a:ext cx="254000" cy="479425"/>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0745" name="Line 44">
            <a:extLst>
              <a:ext uri="{FF2B5EF4-FFF2-40B4-BE49-F238E27FC236}">
                <a16:creationId xmlns:a16="http://schemas.microsoft.com/office/drawing/2014/main" id="{B38E6D69-E0CD-86A9-63BB-29096CACE64E}"/>
              </a:ext>
            </a:extLst>
          </p:cNvPr>
          <p:cNvSpPr>
            <a:spLocks noChangeShapeType="1"/>
          </p:cNvSpPr>
          <p:nvPr/>
        </p:nvSpPr>
        <p:spPr bwMode="auto">
          <a:xfrm flipV="1">
            <a:off x="7070728" y="4032253"/>
            <a:ext cx="944563" cy="60325"/>
          </a:xfrm>
          <a:prstGeom prst="line">
            <a:avLst/>
          </a:prstGeom>
          <a:noFill/>
          <a:ln w="12700">
            <a:solidFill>
              <a:srgbClr val="646464"/>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
        <p:nvSpPr>
          <p:cNvPr id="30746" name="Text Box 45">
            <a:extLst>
              <a:ext uri="{FF2B5EF4-FFF2-40B4-BE49-F238E27FC236}">
                <a16:creationId xmlns:a16="http://schemas.microsoft.com/office/drawing/2014/main" id="{B469CD37-6358-4F62-4980-A7A97AD61447}"/>
              </a:ext>
            </a:extLst>
          </p:cNvPr>
          <p:cNvSpPr txBox="1">
            <a:spLocks noChangeArrowheads="1"/>
          </p:cNvSpPr>
          <p:nvPr/>
        </p:nvSpPr>
        <p:spPr bwMode="auto">
          <a:xfrm>
            <a:off x="8031163" y="3698875"/>
            <a:ext cx="1873250" cy="508000"/>
          </a:xfrm>
          <a:prstGeom prst="rect">
            <a:avLst/>
          </a:prstGeom>
          <a:noFill/>
          <a:ln w="12700"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Interface reaction rate constant</a:t>
            </a:r>
            <a:endParaRPr lang="en-US" altLang="en-US" sz="1400"/>
          </a:p>
        </p:txBody>
      </p:sp>
      <p:sp>
        <p:nvSpPr>
          <p:cNvPr id="30747" name="Text Box 46">
            <a:extLst>
              <a:ext uri="{FF2B5EF4-FFF2-40B4-BE49-F238E27FC236}">
                <a16:creationId xmlns:a16="http://schemas.microsoft.com/office/drawing/2014/main" id="{E02E3616-3336-1C15-274D-2D2AAA55BF10}"/>
              </a:ext>
            </a:extLst>
          </p:cNvPr>
          <p:cNvSpPr txBox="1">
            <a:spLocks noChangeArrowheads="1"/>
          </p:cNvSpPr>
          <p:nvPr/>
        </p:nvSpPr>
        <p:spPr bwMode="auto">
          <a:xfrm>
            <a:off x="2124078" y="4302125"/>
            <a:ext cx="71802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In steady state conditions F</a:t>
            </a:r>
            <a:r>
              <a:rPr lang="en-GB" altLang="en-US" sz="2000" baseline="-25000"/>
              <a:t>1</a:t>
            </a:r>
            <a:r>
              <a:rPr lang="en-GB" altLang="en-US" sz="2000"/>
              <a:t>=F</a:t>
            </a:r>
            <a:r>
              <a:rPr lang="en-GB" altLang="en-US" sz="2000" baseline="-25000"/>
              <a:t>2</a:t>
            </a:r>
            <a:r>
              <a:rPr lang="en-GB" altLang="en-US" sz="2000"/>
              <a:t>=F</a:t>
            </a:r>
            <a:r>
              <a:rPr lang="en-GB" altLang="en-US" sz="2000" baseline="-25000"/>
              <a:t>3</a:t>
            </a:r>
            <a:r>
              <a:rPr lang="en-GB" altLang="en-US" sz="2000"/>
              <a:t>; after some algebra</a:t>
            </a:r>
            <a:endParaRPr lang="en-US" altLang="en-US" sz="2000"/>
          </a:p>
        </p:txBody>
      </p:sp>
      <p:graphicFrame>
        <p:nvGraphicFramePr>
          <p:cNvPr id="30748" name="Object 47">
            <a:extLst>
              <a:ext uri="{FF2B5EF4-FFF2-40B4-BE49-F238E27FC236}">
                <a16:creationId xmlns:a16="http://schemas.microsoft.com/office/drawing/2014/main" id="{9943017F-2423-64FE-AF59-4160756A4904}"/>
              </a:ext>
            </a:extLst>
          </p:cNvPr>
          <p:cNvGraphicFramePr>
            <a:graphicFrameLocks noChangeAspect="1"/>
          </p:cNvGraphicFramePr>
          <p:nvPr/>
        </p:nvGraphicFramePr>
        <p:xfrm>
          <a:off x="2032000" y="5097463"/>
          <a:ext cx="3168650" cy="1179512"/>
        </p:xfrm>
        <a:graphic>
          <a:graphicData uri="http://schemas.openxmlformats.org/presentationml/2006/ole">
            <mc:AlternateContent xmlns:mc="http://schemas.openxmlformats.org/markup-compatibility/2006">
              <mc:Choice xmlns:v="urn:schemas-microsoft-com:vml" Requires="v">
                <p:oleObj name="Equation" r:id="rId10" imgW="1638300" imgH="609600" progId="Equation.DSMT4">
                  <p:embed/>
                </p:oleObj>
              </mc:Choice>
              <mc:Fallback>
                <p:oleObj name="Equation" r:id="rId10" imgW="1638300" imgH="609600" progId="Equation.DSMT4">
                  <p:embed/>
                  <p:pic>
                    <p:nvPicPr>
                      <p:cNvPr id="30748" name="Object 47">
                        <a:extLst>
                          <a:ext uri="{FF2B5EF4-FFF2-40B4-BE49-F238E27FC236}">
                            <a16:creationId xmlns:a16="http://schemas.microsoft.com/office/drawing/2014/main" id="{9943017F-2423-64FE-AF59-4160756A490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32000" y="5097463"/>
                        <a:ext cx="3168650" cy="117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9" name="Line 48">
            <a:extLst>
              <a:ext uri="{FF2B5EF4-FFF2-40B4-BE49-F238E27FC236}">
                <a16:creationId xmlns:a16="http://schemas.microsoft.com/office/drawing/2014/main" id="{F76C6804-F283-25DF-DD48-35625563CBFD}"/>
              </a:ext>
            </a:extLst>
          </p:cNvPr>
          <p:cNvSpPr>
            <a:spLocks noChangeShapeType="1"/>
          </p:cNvSpPr>
          <p:nvPr/>
        </p:nvSpPr>
        <p:spPr bwMode="auto">
          <a:xfrm>
            <a:off x="3322641" y="1965325"/>
            <a:ext cx="852487" cy="0"/>
          </a:xfrm>
          <a:prstGeom prst="line">
            <a:avLst/>
          </a:prstGeom>
          <a:noFill/>
          <a:ln w="12700">
            <a:solidFill>
              <a:srgbClr val="64646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0750" name="Text Box 49">
            <a:extLst>
              <a:ext uri="{FF2B5EF4-FFF2-40B4-BE49-F238E27FC236}">
                <a16:creationId xmlns:a16="http://schemas.microsoft.com/office/drawing/2014/main" id="{369BDAFB-F337-CE6C-BE5C-5FA357451C89}"/>
              </a:ext>
            </a:extLst>
          </p:cNvPr>
          <p:cNvSpPr txBox="1">
            <a:spLocks noChangeArrowheads="1"/>
          </p:cNvSpPr>
          <p:nvPr/>
        </p:nvSpPr>
        <p:spPr bwMode="auto">
          <a:xfrm>
            <a:off x="3627438" y="1625600"/>
            <a:ext cx="228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x</a:t>
            </a:r>
            <a:endParaRPr lang="en-US" altLang="en-US" sz="2000" b="1"/>
          </a:p>
        </p:txBody>
      </p:sp>
      <p:sp>
        <p:nvSpPr>
          <p:cNvPr id="30751" name="Text Box 50">
            <a:extLst>
              <a:ext uri="{FF2B5EF4-FFF2-40B4-BE49-F238E27FC236}">
                <a16:creationId xmlns:a16="http://schemas.microsoft.com/office/drawing/2014/main" id="{ED847F91-4AD6-9A28-95DD-4AF52CA52E07}"/>
              </a:ext>
            </a:extLst>
          </p:cNvPr>
          <p:cNvSpPr txBox="1">
            <a:spLocks noChangeArrowheads="1"/>
          </p:cNvSpPr>
          <p:nvPr/>
        </p:nvSpPr>
        <p:spPr bwMode="auto">
          <a:xfrm>
            <a:off x="5729288" y="3429000"/>
            <a:ext cx="366712"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a:t>
            </a:r>
            <a:endParaRPr lang="en-US" altLang="en-US" sz="1600"/>
          </a:p>
        </p:txBody>
      </p:sp>
      <p:graphicFrame>
        <p:nvGraphicFramePr>
          <p:cNvPr id="30752" name="Object 51">
            <a:extLst>
              <a:ext uri="{FF2B5EF4-FFF2-40B4-BE49-F238E27FC236}">
                <a16:creationId xmlns:a16="http://schemas.microsoft.com/office/drawing/2014/main" id="{FFA777B4-C5E4-D7BD-FE75-B7CE705C1F21}"/>
              </a:ext>
            </a:extLst>
          </p:cNvPr>
          <p:cNvGraphicFramePr>
            <a:graphicFrameLocks noChangeAspect="1"/>
          </p:cNvGraphicFramePr>
          <p:nvPr/>
        </p:nvGraphicFramePr>
        <p:xfrm>
          <a:off x="5834066" y="4829178"/>
          <a:ext cx="2751137" cy="1547813"/>
        </p:xfrm>
        <a:graphic>
          <a:graphicData uri="http://schemas.openxmlformats.org/presentationml/2006/ole">
            <mc:AlternateContent xmlns:mc="http://schemas.openxmlformats.org/markup-compatibility/2006">
              <mc:Choice xmlns:v="urn:schemas-microsoft-com:vml" Requires="v">
                <p:oleObj name="Equation" r:id="rId12" imgW="1422400" imgH="800100" progId="Equation.DSMT4">
                  <p:embed/>
                </p:oleObj>
              </mc:Choice>
              <mc:Fallback>
                <p:oleObj name="Equation" r:id="rId12" imgW="1422400" imgH="800100" progId="Equation.DSMT4">
                  <p:embed/>
                  <p:pic>
                    <p:nvPicPr>
                      <p:cNvPr id="30752" name="Object 51">
                        <a:extLst>
                          <a:ext uri="{FF2B5EF4-FFF2-40B4-BE49-F238E27FC236}">
                            <a16:creationId xmlns:a16="http://schemas.microsoft.com/office/drawing/2014/main" id="{FFA777B4-C5E4-D7BD-FE75-B7CE705C1F2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34066" y="4829178"/>
                        <a:ext cx="2751137" cy="1547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39">
            <a:extLst>
              <a:ext uri="{FF2B5EF4-FFF2-40B4-BE49-F238E27FC236}">
                <a16:creationId xmlns:a16="http://schemas.microsoft.com/office/drawing/2014/main" id="{D1D08C57-7F5E-D22C-FF2A-BA46E544DEAC}"/>
              </a:ext>
            </a:extLst>
          </p:cNvPr>
          <p:cNvGraphicFramePr>
            <a:graphicFrameLocks noChangeAspect="1"/>
          </p:cNvGraphicFramePr>
          <p:nvPr/>
        </p:nvGraphicFramePr>
        <p:xfrm>
          <a:off x="6488117" y="1007409"/>
          <a:ext cx="1443033" cy="356466"/>
        </p:xfrm>
        <a:graphic>
          <a:graphicData uri="http://schemas.openxmlformats.org/presentationml/2006/ole">
            <mc:AlternateContent xmlns:mc="http://schemas.openxmlformats.org/markup-compatibility/2006">
              <mc:Choice xmlns:v="urn:schemas-microsoft-com:vml" Requires="v">
                <p:oleObj name="Equation" r:id="rId14" imgW="1028254" imgH="253890" progId="Equation.3">
                  <p:embed/>
                </p:oleObj>
              </mc:Choice>
              <mc:Fallback>
                <p:oleObj name="Equation" r:id="rId14" imgW="1028254" imgH="253890" progId="Equation.3">
                  <p:embed/>
                  <p:pic>
                    <p:nvPicPr>
                      <p:cNvPr id="2" name="Object 39">
                        <a:extLst>
                          <a:ext uri="{FF2B5EF4-FFF2-40B4-BE49-F238E27FC236}">
                            <a16:creationId xmlns:a16="http://schemas.microsoft.com/office/drawing/2014/main" id="{D1D08C57-7F5E-D22C-FF2A-BA46E544DEA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88117" y="1007409"/>
                        <a:ext cx="1443033" cy="356466"/>
                      </a:xfrm>
                      <a:prstGeom prst="rect">
                        <a:avLst/>
                      </a:prstGeom>
                      <a:noFill/>
                      <a:ln>
                        <a:noFill/>
                      </a:ln>
                      <a:effec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2C173DBD-085F-FBE1-7DE6-74A4197F17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A30C783-75A1-4A22-A726-B015A870693C}" type="slidenum">
              <a:rPr lang="en-US" altLang="en-US" sz="800"/>
              <a:pPr>
                <a:lnSpc>
                  <a:spcPct val="100000"/>
                </a:lnSpc>
                <a:spcBef>
                  <a:spcPct val="0"/>
                </a:spcBef>
                <a:buClr>
                  <a:srgbClr val="F68933"/>
                </a:buClr>
                <a:buFontTx/>
                <a:buNone/>
              </a:pPr>
              <a:t>14</a:t>
            </a:fld>
            <a:endParaRPr lang="en-US" altLang="en-US" sz="800"/>
          </a:p>
        </p:txBody>
      </p:sp>
      <p:sp>
        <p:nvSpPr>
          <p:cNvPr id="32771" name="Rectangle 2">
            <a:extLst>
              <a:ext uri="{FF2B5EF4-FFF2-40B4-BE49-F238E27FC236}">
                <a16:creationId xmlns:a16="http://schemas.microsoft.com/office/drawing/2014/main" id="{99043198-1C33-26F5-E3EA-41A36388E342}"/>
              </a:ext>
            </a:extLst>
          </p:cNvPr>
          <p:cNvSpPr>
            <a:spLocks noGrp="1" noChangeArrowheads="1"/>
          </p:cNvSpPr>
          <p:nvPr>
            <p:ph type="title"/>
          </p:nvPr>
        </p:nvSpPr>
        <p:spPr/>
        <p:txBody>
          <a:bodyPr/>
          <a:lstStyle/>
          <a:p>
            <a:pPr eaLnBrk="1" hangingPunct="1"/>
            <a:r>
              <a:rPr lang="en-GB" altLang="en-US" sz="2400"/>
              <a:t>The Deal-Grove model of oxidation</a:t>
            </a:r>
            <a:br>
              <a:rPr lang="en-GB" altLang="en-US" sz="2400"/>
            </a:br>
            <a:r>
              <a:rPr lang="en-GB" altLang="en-US" sz="2400"/>
              <a:t>C</a:t>
            </a:r>
            <a:r>
              <a:rPr lang="en-GB" altLang="en-US" sz="2400" baseline="-25000"/>
              <a:t>i</a:t>
            </a:r>
            <a:r>
              <a:rPr lang="en-GB" altLang="en-US" sz="2400"/>
              <a:t> calculation</a:t>
            </a:r>
            <a:br>
              <a:rPr lang="en-GB" altLang="en-US" sz="2400"/>
            </a:br>
            <a:endParaRPr lang="en-US" altLang="en-US" sz="2400"/>
          </a:p>
        </p:txBody>
      </p:sp>
      <mc:AlternateContent xmlns:mc="http://schemas.openxmlformats.org/markup-compatibility/2006" xmlns:a14="http://schemas.microsoft.com/office/drawing/2010/main">
        <mc:Choice Requires="a14">
          <p:sp>
            <p:nvSpPr>
              <p:cNvPr id="32772" name="Object 27">
                <a:extLst>
                  <a:ext uri="{FF2B5EF4-FFF2-40B4-BE49-F238E27FC236}">
                    <a16:creationId xmlns:a16="http://schemas.microsoft.com/office/drawing/2014/main" id="{56CA7B25-3541-0C59-D138-DF9B70C6B16C}"/>
                  </a:ext>
                </a:extLst>
              </p:cNvPr>
              <p:cNvSpPr txBox="1"/>
              <p:nvPr/>
            </p:nvSpPr>
            <p:spPr bwMode="auto">
              <a:xfrm>
                <a:off x="1849438" y="1608138"/>
                <a:ext cx="2063750" cy="1179512"/>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𝐶</m:t>
                              </m:r>
                            </m:e>
                            <m:sup>
                              <m:r>
                                <a:rPr lang="en-US" i="1">
                                  <a:solidFill>
                                    <a:srgbClr val="000000"/>
                                  </a:solidFill>
                                  <a:latin typeface="Cambria Math" panose="02040503050406030204" pitchFamily="18" charset="0"/>
                                </a:rPr>
                                <m:t>∗</m:t>
                              </m:r>
                            </m:sup>
                          </m:sSup>
                        </m:num>
                        <m:den>
                          <m:r>
                            <a:rPr lang="en-US" i="1">
                              <a:solidFill>
                                <a:srgbClr val="000000"/>
                              </a:solidFill>
                              <a:latin typeface="Cambria Math" panose="02040503050406030204" pitchFamily="18" charset="0"/>
                            </a:rPr>
                            <m:t>1+</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num>
                            <m:den>
                              <m:r>
                                <a:rPr lang="en-US" i="1">
                                  <a:solidFill>
                                    <a:srgbClr val="000000"/>
                                  </a:solidFill>
                                  <a:latin typeface="Cambria Math" panose="02040503050406030204" pitchFamily="18" charset="0"/>
                                </a:rPr>
                                <m:t>h</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𝑥</m:t>
                              </m:r>
                            </m:num>
                            <m:den>
                              <m:r>
                                <a:rPr lang="en-US" i="1">
                                  <a:solidFill>
                                    <a:srgbClr val="000000"/>
                                  </a:solidFill>
                                  <a:latin typeface="Cambria Math" panose="02040503050406030204" pitchFamily="18" charset="0"/>
                                </a:rPr>
                                <m:t>𝐷</m:t>
                              </m:r>
                            </m:den>
                          </m:f>
                        </m:den>
                      </m:f>
                    </m:oMath>
                  </m:oMathPara>
                </a14:m>
                <a:endParaRPr lang="en-US" dirty="0"/>
              </a:p>
            </p:txBody>
          </p:sp>
        </mc:Choice>
        <mc:Fallback xmlns="">
          <p:sp>
            <p:nvSpPr>
              <p:cNvPr id="32772" name="Object 27">
                <a:extLst>
                  <a:ext uri="{FF2B5EF4-FFF2-40B4-BE49-F238E27FC236}">
                    <a16:creationId xmlns:a16="http://schemas.microsoft.com/office/drawing/2014/main" id="{56CA7B25-3541-0C59-D138-DF9B70C6B16C}"/>
                  </a:ext>
                </a:extLst>
              </p:cNvPr>
              <p:cNvSpPr txBox="1">
                <a:spLocks noRot="1" noChangeAspect="1" noMove="1" noResize="1" noEditPoints="1" noAdjustHandles="1" noChangeArrowheads="1" noChangeShapeType="1" noTextEdit="1"/>
              </p:cNvSpPr>
              <p:nvPr/>
            </p:nvSpPr>
            <p:spPr bwMode="auto">
              <a:xfrm>
                <a:off x="1849438" y="1608138"/>
                <a:ext cx="2063750" cy="1179512"/>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3" name="Object 31">
                <a:extLst>
                  <a:ext uri="{FF2B5EF4-FFF2-40B4-BE49-F238E27FC236}">
                    <a16:creationId xmlns:a16="http://schemas.microsoft.com/office/drawing/2014/main" id="{4DEBA50A-3005-DD94-4CCC-AD45D0BE8FFB}"/>
                  </a:ext>
                </a:extLst>
              </p:cNvPr>
              <p:cNvSpPr txBox="1"/>
              <p:nvPr/>
            </p:nvSpPr>
            <p:spPr bwMode="auto">
              <a:xfrm>
                <a:off x="4403728" y="1354137"/>
                <a:ext cx="2162175" cy="15478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𝐶</m:t>
                              </m:r>
                            </m:e>
                            <m:sup>
                              <m:r>
                                <a:rPr lang="en-US" i="1">
                                  <a:solidFill>
                                    <a:srgbClr val="000000"/>
                                  </a:solidFill>
                                  <a:latin typeface="Cambria Math" panose="02040503050406030204" pitchFamily="18" charset="0"/>
                                </a:rPr>
                                <m:t>∗</m:t>
                              </m:r>
                            </m:sup>
                          </m:sSup>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1+</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𝑥</m:t>
                                  </m:r>
                                </m:num>
                                <m:den>
                                  <m:r>
                                    <a:rPr lang="en-US" i="1">
                                      <a:solidFill>
                                        <a:srgbClr val="000000"/>
                                      </a:solidFill>
                                      <a:latin typeface="Cambria Math" panose="02040503050406030204" pitchFamily="18" charset="0"/>
                                    </a:rPr>
                                    <m:t>𝐷</m:t>
                                  </m:r>
                                </m:den>
                              </m:f>
                            </m:e>
                          </m:d>
                        </m:num>
                        <m:den>
                          <m:r>
                            <a:rPr lang="en-US" i="1">
                              <a:solidFill>
                                <a:srgbClr val="000000"/>
                              </a:solidFill>
                              <a:latin typeface="Cambria Math" panose="02040503050406030204" pitchFamily="18" charset="0"/>
                            </a:rPr>
                            <m:t>1+</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num>
                            <m:den>
                              <m:r>
                                <a:rPr lang="en-US" i="1">
                                  <a:solidFill>
                                    <a:srgbClr val="000000"/>
                                  </a:solidFill>
                                  <a:latin typeface="Cambria Math" panose="02040503050406030204" pitchFamily="18" charset="0"/>
                                </a:rPr>
                                <m:t>h</m:t>
                              </m:r>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𝑥</m:t>
                              </m:r>
                            </m:num>
                            <m:den>
                              <m:r>
                                <a:rPr lang="en-US" i="1">
                                  <a:solidFill>
                                    <a:srgbClr val="000000"/>
                                  </a:solidFill>
                                  <a:latin typeface="Cambria Math" panose="02040503050406030204" pitchFamily="18" charset="0"/>
                                </a:rPr>
                                <m:t>𝐷</m:t>
                              </m:r>
                            </m:den>
                          </m:f>
                        </m:den>
                      </m:f>
                    </m:oMath>
                  </m:oMathPara>
                </a14:m>
                <a:endParaRPr lang="en-US" dirty="0"/>
              </a:p>
            </p:txBody>
          </p:sp>
        </mc:Choice>
        <mc:Fallback xmlns="">
          <p:sp>
            <p:nvSpPr>
              <p:cNvPr id="32773" name="Object 31">
                <a:extLst>
                  <a:ext uri="{FF2B5EF4-FFF2-40B4-BE49-F238E27FC236}">
                    <a16:creationId xmlns:a16="http://schemas.microsoft.com/office/drawing/2014/main" id="{4DEBA50A-3005-DD94-4CCC-AD45D0BE8FFB}"/>
                  </a:ext>
                </a:extLst>
              </p:cNvPr>
              <p:cNvSpPr txBox="1">
                <a:spLocks noRot="1" noChangeAspect="1" noMove="1" noResize="1" noEditPoints="1" noAdjustHandles="1" noChangeArrowheads="1" noChangeShapeType="1" noTextEdit="1"/>
              </p:cNvSpPr>
              <p:nvPr/>
            </p:nvSpPr>
            <p:spPr bwMode="auto">
              <a:xfrm>
                <a:off x="4403728" y="1354137"/>
                <a:ext cx="2162175" cy="1547813"/>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774" name="Object 32">
                <a:extLst>
                  <a:ext uri="{FF2B5EF4-FFF2-40B4-BE49-F238E27FC236}">
                    <a16:creationId xmlns:a16="http://schemas.microsoft.com/office/drawing/2014/main" id="{B1DC2EF3-8232-FAB7-23FF-E6F0BCFD67F0}"/>
                  </a:ext>
                </a:extLst>
              </p:cNvPr>
              <p:cNvSpPr txBox="1"/>
              <p:nvPr/>
            </p:nvSpPr>
            <p:spPr bwMode="auto">
              <a:xfrm>
                <a:off x="1892300" y="3081338"/>
                <a:ext cx="2314575" cy="6953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if</m:t>
                      </m:r>
                      <m:r>
                        <m:rPr>
                          <m:nor/>
                        </m:rPr>
                        <a:rPr lang="en-US" i="0">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𝑥</m:t>
                          </m:r>
                        </m:num>
                        <m:den>
                          <m:r>
                            <a:rPr lang="en-US" i="1">
                              <a:solidFill>
                                <a:srgbClr val="000000"/>
                              </a:solidFill>
                              <a:latin typeface="Cambria Math" panose="02040503050406030204" pitchFamily="18" charset="0"/>
                            </a:rPr>
                            <m:t>𝐷</m:t>
                          </m:r>
                        </m:den>
                      </m:f>
                      <m:r>
                        <a:rPr lang="en-US" i="1">
                          <a:solidFill>
                            <a:srgbClr val="000000"/>
                          </a:solidFill>
                          <a:latin typeface="Cambria Math" panose="02040503050406030204" pitchFamily="18" charset="0"/>
                        </a:rPr>
                        <m: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𝐶</m:t>
                          </m:r>
                        </m:e>
                        <m:sup>
                          <m:r>
                            <a:rPr lang="en-US" i="1">
                              <a:solidFill>
                                <a:srgbClr val="000000"/>
                              </a:solidFill>
                              <a:latin typeface="Cambria Math" panose="02040503050406030204" pitchFamily="18" charset="0"/>
                            </a:rPr>
                            <m:t>∗</m:t>
                          </m:r>
                        </m:sup>
                      </m:sSup>
                    </m:oMath>
                  </m:oMathPara>
                </a14:m>
                <a:endParaRPr lang="en-US" dirty="0"/>
              </a:p>
            </p:txBody>
          </p:sp>
        </mc:Choice>
        <mc:Fallback xmlns="">
          <p:sp>
            <p:nvSpPr>
              <p:cNvPr id="32774" name="Object 32">
                <a:extLst>
                  <a:ext uri="{FF2B5EF4-FFF2-40B4-BE49-F238E27FC236}">
                    <a16:creationId xmlns:a16="http://schemas.microsoft.com/office/drawing/2014/main" id="{B1DC2EF3-8232-FAB7-23FF-E6F0BCFD67F0}"/>
                  </a:ext>
                </a:extLst>
              </p:cNvPr>
              <p:cNvSpPr txBox="1">
                <a:spLocks noRot="1" noChangeAspect="1" noMove="1" noResize="1" noEditPoints="1" noAdjustHandles="1" noChangeArrowheads="1" noChangeShapeType="1" noTextEdit="1"/>
              </p:cNvSpPr>
              <p:nvPr/>
            </p:nvSpPr>
            <p:spPr bwMode="auto">
              <a:xfrm>
                <a:off x="1892300" y="3081338"/>
                <a:ext cx="2314575" cy="695325"/>
              </a:xfrm>
              <a:prstGeom prst="rect">
                <a:avLst/>
              </a:prstGeom>
              <a:blipFill>
                <a:blip r:embed="rId5"/>
                <a:stretch>
                  <a:fillRect/>
                </a:stretch>
              </a:blipFill>
              <a:ln>
                <a:noFill/>
              </a:ln>
              <a:effectLst/>
            </p:spPr>
            <p:txBody>
              <a:bodyPr/>
              <a:lstStyle/>
              <a:p>
                <a:r>
                  <a:rPr lang="en-US">
                    <a:noFill/>
                  </a:rPr>
                  <a:t> </a:t>
                </a:r>
              </a:p>
            </p:txBody>
          </p:sp>
        </mc:Fallback>
      </mc:AlternateContent>
      <p:sp>
        <p:nvSpPr>
          <p:cNvPr id="32775" name="Line 33">
            <a:extLst>
              <a:ext uri="{FF2B5EF4-FFF2-40B4-BE49-F238E27FC236}">
                <a16:creationId xmlns:a16="http://schemas.microsoft.com/office/drawing/2014/main" id="{CE8E64BE-B234-F0DD-8615-90D121AE855E}"/>
              </a:ext>
            </a:extLst>
          </p:cNvPr>
          <p:cNvSpPr>
            <a:spLocks noChangeShapeType="1"/>
          </p:cNvSpPr>
          <p:nvPr/>
        </p:nvSpPr>
        <p:spPr bwMode="auto">
          <a:xfrm>
            <a:off x="4495803" y="3429000"/>
            <a:ext cx="766763"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2776" name="Text Box 34">
            <a:extLst>
              <a:ext uri="{FF2B5EF4-FFF2-40B4-BE49-F238E27FC236}">
                <a16:creationId xmlns:a16="http://schemas.microsoft.com/office/drawing/2014/main" id="{C1162B62-166A-07D5-597C-F364528A537D}"/>
              </a:ext>
            </a:extLst>
          </p:cNvPr>
          <p:cNvSpPr txBox="1">
            <a:spLocks noChangeArrowheads="1"/>
          </p:cNvSpPr>
          <p:nvPr/>
        </p:nvSpPr>
        <p:spPr bwMode="auto">
          <a:xfrm>
            <a:off x="5491166" y="3200400"/>
            <a:ext cx="40338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solidFill>
                  <a:srgbClr val="F0522C"/>
                </a:solidFill>
              </a:rPr>
              <a:t>Reaction controlled regime </a:t>
            </a:r>
            <a:endParaRPr lang="en-US" altLang="en-US" sz="2000" b="1">
              <a:solidFill>
                <a:srgbClr val="F0522C"/>
              </a:solidFill>
            </a:endParaRPr>
          </a:p>
        </p:txBody>
      </p:sp>
      <mc:AlternateContent xmlns:mc="http://schemas.openxmlformats.org/markup-compatibility/2006" xmlns:a14="http://schemas.microsoft.com/office/drawing/2010/main">
        <mc:Choice Requires="a14">
          <p:sp>
            <p:nvSpPr>
              <p:cNvPr id="32777" name="Object 35">
                <a:extLst>
                  <a:ext uri="{FF2B5EF4-FFF2-40B4-BE49-F238E27FC236}">
                    <a16:creationId xmlns:a16="http://schemas.microsoft.com/office/drawing/2014/main" id="{7D72EA5D-A01D-D132-22C4-F92E4F550968}"/>
                  </a:ext>
                </a:extLst>
              </p:cNvPr>
              <p:cNvSpPr txBox="1"/>
              <p:nvPr/>
            </p:nvSpPr>
            <p:spPr bwMode="auto">
              <a:xfrm>
                <a:off x="1919288" y="4075113"/>
                <a:ext cx="2247900" cy="695325"/>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nor/>
                        </m:rPr>
                        <a:rPr lang="en-US" i="0">
                          <a:solidFill>
                            <a:srgbClr val="000000"/>
                          </a:solidFill>
                          <a:latin typeface="Cambria Math" panose="02040503050406030204" pitchFamily="18" charset="0"/>
                        </a:rPr>
                        <m:t>if</m:t>
                      </m:r>
                      <m:r>
                        <m:rPr>
                          <m:nor/>
                        </m:rPr>
                        <a:rPr lang="en-US" i="0">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𝑘</m:t>
                              </m:r>
                            </m:e>
                            <m:sub>
                              <m:r>
                                <a:rPr lang="en-US" i="1">
                                  <a:solidFill>
                                    <a:srgbClr val="000000"/>
                                  </a:solidFill>
                                  <a:latin typeface="Cambria Math" panose="02040503050406030204" pitchFamily="18" charset="0"/>
                                </a:rPr>
                                <m:t>𝑠</m:t>
                              </m:r>
                            </m:sub>
                          </m:sSub>
                          <m:r>
                            <a:rPr lang="en-US" i="1">
                              <a:solidFill>
                                <a:srgbClr val="000000"/>
                              </a:solidFill>
                              <a:latin typeface="Cambria Math" panose="02040503050406030204" pitchFamily="18" charset="0"/>
                            </a:rPr>
                            <m:t>𝑥</m:t>
                          </m:r>
                        </m:num>
                        <m:den>
                          <m:r>
                            <a:rPr lang="en-US" i="1">
                              <a:solidFill>
                                <a:srgbClr val="000000"/>
                              </a:solidFill>
                              <a:latin typeface="Cambria Math" panose="02040503050406030204" pitchFamily="18" charset="0"/>
                            </a:rPr>
                            <m:t>𝐷</m:t>
                          </m:r>
                        </m:den>
                      </m:f>
                      <m:r>
                        <a:rPr lang="en-US" i="1">
                          <a:solidFill>
                            <a:srgbClr val="000000"/>
                          </a:solidFill>
                          <a:latin typeface="Cambria Math" panose="02040503050406030204" pitchFamily="18" charset="0"/>
                        </a:rPr>
                        <m:t>&gt;&gt;1⇒</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𝐶</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≈0</m:t>
                      </m:r>
                    </m:oMath>
                  </m:oMathPara>
                </a14:m>
                <a:endParaRPr lang="en-US" dirty="0"/>
              </a:p>
            </p:txBody>
          </p:sp>
        </mc:Choice>
        <mc:Fallback xmlns="">
          <p:sp>
            <p:nvSpPr>
              <p:cNvPr id="32777" name="Object 35">
                <a:extLst>
                  <a:ext uri="{FF2B5EF4-FFF2-40B4-BE49-F238E27FC236}">
                    <a16:creationId xmlns:a16="http://schemas.microsoft.com/office/drawing/2014/main" id="{7D72EA5D-A01D-D132-22C4-F92E4F550968}"/>
                  </a:ext>
                </a:extLst>
              </p:cNvPr>
              <p:cNvSpPr txBox="1">
                <a:spLocks noRot="1" noChangeAspect="1" noMove="1" noResize="1" noEditPoints="1" noAdjustHandles="1" noChangeArrowheads="1" noChangeShapeType="1" noTextEdit="1"/>
              </p:cNvSpPr>
              <p:nvPr/>
            </p:nvSpPr>
            <p:spPr bwMode="auto">
              <a:xfrm>
                <a:off x="1919288" y="4075113"/>
                <a:ext cx="2247900" cy="695325"/>
              </a:xfrm>
              <a:prstGeom prst="rect">
                <a:avLst/>
              </a:prstGeom>
              <a:blipFill>
                <a:blip r:embed="rId6"/>
                <a:stretch>
                  <a:fillRect/>
                </a:stretch>
              </a:blipFill>
              <a:ln>
                <a:noFill/>
              </a:ln>
              <a:effectLst/>
            </p:spPr>
            <p:txBody>
              <a:bodyPr/>
              <a:lstStyle/>
              <a:p>
                <a:r>
                  <a:rPr lang="en-US">
                    <a:noFill/>
                  </a:rPr>
                  <a:t> </a:t>
                </a:r>
              </a:p>
            </p:txBody>
          </p:sp>
        </mc:Fallback>
      </mc:AlternateContent>
      <p:sp>
        <p:nvSpPr>
          <p:cNvPr id="32778" name="Line 36">
            <a:extLst>
              <a:ext uri="{FF2B5EF4-FFF2-40B4-BE49-F238E27FC236}">
                <a16:creationId xmlns:a16="http://schemas.microsoft.com/office/drawing/2014/main" id="{2C5AE4C6-6977-6857-6C85-0D6412957515}"/>
              </a:ext>
            </a:extLst>
          </p:cNvPr>
          <p:cNvSpPr>
            <a:spLocks noChangeShapeType="1"/>
          </p:cNvSpPr>
          <p:nvPr/>
        </p:nvSpPr>
        <p:spPr bwMode="auto">
          <a:xfrm>
            <a:off x="4489453" y="4406900"/>
            <a:ext cx="766763"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2779" name="Text Box 37">
            <a:extLst>
              <a:ext uri="{FF2B5EF4-FFF2-40B4-BE49-F238E27FC236}">
                <a16:creationId xmlns:a16="http://schemas.microsoft.com/office/drawing/2014/main" id="{3519AAE7-DADB-D4BC-84BF-8D5ABA765391}"/>
              </a:ext>
            </a:extLst>
          </p:cNvPr>
          <p:cNvSpPr txBox="1">
            <a:spLocks noChangeArrowheads="1"/>
          </p:cNvSpPr>
          <p:nvPr/>
        </p:nvSpPr>
        <p:spPr bwMode="auto">
          <a:xfrm>
            <a:off x="5484816" y="4178300"/>
            <a:ext cx="40338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solidFill>
                  <a:srgbClr val="F0522C"/>
                </a:solidFill>
              </a:rPr>
              <a:t>Diffusion controlled regime</a:t>
            </a:r>
            <a:endParaRPr lang="en-US" altLang="en-US" sz="2000" b="1">
              <a:solidFill>
                <a:srgbClr val="F0522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AE426650-5A7E-CF9D-9466-EC74E8D1A3D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5C6E964-B4AB-47D6-A812-7998B6EE2F4F}" type="slidenum">
              <a:rPr lang="en-US" altLang="en-US" sz="800"/>
              <a:pPr>
                <a:lnSpc>
                  <a:spcPct val="100000"/>
                </a:lnSpc>
                <a:spcBef>
                  <a:spcPct val="0"/>
                </a:spcBef>
                <a:buClr>
                  <a:srgbClr val="F68933"/>
                </a:buClr>
                <a:buFontTx/>
                <a:buNone/>
              </a:pPr>
              <a:t>15</a:t>
            </a:fld>
            <a:endParaRPr lang="en-US" altLang="en-US" sz="800"/>
          </a:p>
        </p:txBody>
      </p:sp>
      <p:sp>
        <p:nvSpPr>
          <p:cNvPr id="34819" name="Rectangle 2">
            <a:extLst>
              <a:ext uri="{FF2B5EF4-FFF2-40B4-BE49-F238E27FC236}">
                <a16:creationId xmlns:a16="http://schemas.microsoft.com/office/drawing/2014/main" id="{9BDB25EC-DDCB-614D-423B-6A582468C0FA}"/>
              </a:ext>
            </a:extLst>
          </p:cNvPr>
          <p:cNvSpPr>
            <a:spLocks noGrp="1" noChangeArrowheads="1"/>
          </p:cNvSpPr>
          <p:nvPr>
            <p:ph type="title"/>
          </p:nvPr>
        </p:nvSpPr>
        <p:spPr/>
        <p:txBody>
          <a:bodyPr/>
          <a:lstStyle/>
          <a:p>
            <a:pPr eaLnBrk="1" hangingPunct="1"/>
            <a:r>
              <a:rPr lang="en-GB" altLang="en-US" sz="2400"/>
              <a:t>The Deal-Grove model of oxidation</a:t>
            </a:r>
            <a:br>
              <a:rPr lang="en-GB" altLang="en-US" sz="2400"/>
            </a:br>
            <a:r>
              <a:rPr lang="en-GB" altLang="en-US" sz="2400"/>
              <a:t>Growth rate calculation</a:t>
            </a:r>
            <a:br>
              <a:rPr lang="en-GB" altLang="en-US" sz="2400"/>
            </a:br>
            <a:endParaRPr lang="en-US" altLang="en-US" sz="2400"/>
          </a:p>
        </p:txBody>
      </p:sp>
      <p:sp>
        <p:nvSpPr>
          <p:cNvPr id="34820" name="Line 3">
            <a:extLst>
              <a:ext uri="{FF2B5EF4-FFF2-40B4-BE49-F238E27FC236}">
                <a16:creationId xmlns:a16="http://schemas.microsoft.com/office/drawing/2014/main" id="{5472C692-12ED-6A3B-ABEA-EF326872AB01}"/>
              </a:ext>
            </a:extLst>
          </p:cNvPr>
          <p:cNvSpPr>
            <a:spLocks noChangeShapeType="1"/>
          </p:cNvSpPr>
          <p:nvPr/>
        </p:nvSpPr>
        <p:spPr bwMode="auto">
          <a:xfrm>
            <a:off x="2390775" y="1662116"/>
            <a:ext cx="0" cy="2225675"/>
          </a:xfrm>
          <a:prstGeom prst="line">
            <a:avLst/>
          </a:prstGeom>
          <a:noFill/>
          <a:ln w="28575">
            <a:solidFill>
              <a:srgbClr val="646464"/>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4821" name="Rectangle 4" descr="Light upward diagonal">
            <a:extLst>
              <a:ext uri="{FF2B5EF4-FFF2-40B4-BE49-F238E27FC236}">
                <a16:creationId xmlns:a16="http://schemas.microsoft.com/office/drawing/2014/main" id="{CB636735-2705-B2E4-5087-4DA02AB4209C}"/>
              </a:ext>
            </a:extLst>
          </p:cNvPr>
          <p:cNvSpPr>
            <a:spLocks noChangeArrowheads="1"/>
          </p:cNvSpPr>
          <p:nvPr/>
        </p:nvSpPr>
        <p:spPr bwMode="auto">
          <a:xfrm>
            <a:off x="3336928" y="1662113"/>
            <a:ext cx="823913" cy="2209800"/>
          </a:xfrm>
          <a:prstGeom prst="rect">
            <a:avLst/>
          </a:prstGeom>
          <a:blipFill dpi="0" rotWithShape="0">
            <a:blip r:embed="rId3"/>
            <a:srcRect/>
            <a:tile tx="0" ty="0" sx="100000" sy="100000" flip="none" algn="tl"/>
          </a:blip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4822" name="Rectangle 5">
            <a:extLst>
              <a:ext uri="{FF2B5EF4-FFF2-40B4-BE49-F238E27FC236}">
                <a16:creationId xmlns:a16="http://schemas.microsoft.com/office/drawing/2014/main" id="{FE04D981-56D3-69A9-25F7-8F5F1AD1E625}"/>
              </a:ext>
            </a:extLst>
          </p:cNvPr>
          <p:cNvSpPr>
            <a:spLocks noChangeArrowheads="1"/>
          </p:cNvSpPr>
          <p:nvPr/>
        </p:nvSpPr>
        <p:spPr bwMode="auto">
          <a:xfrm>
            <a:off x="4171950" y="1671638"/>
            <a:ext cx="1924050" cy="2209800"/>
          </a:xfrm>
          <a:prstGeom prst="rect">
            <a:avLst/>
          </a:prstGeom>
          <a:solidFill>
            <a:srgbClr val="DDDDDD"/>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4823" name="Text Box 6">
            <a:extLst>
              <a:ext uri="{FF2B5EF4-FFF2-40B4-BE49-F238E27FC236}">
                <a16:creationId xmlns:a16="http://schemas.microsoft.com/office/drawing/2014/main" id="{E932F32F-B817-482B-34C0-5CAE539B9C02}"/>
              </a:ext>
            </a:extLst>
          </p:cNvPr>
          <p:cNvSpPr txBox="1">
            <a:spLocks noChangeArrowheads="1"/>
          </p:cNvSpPr>
          <p:nvPr/>
        </p:nvSpPr>
        <p:spPr bwMode="auto">
          <a:xfrm>
            <a:off x="3490916" y="3524250"/>
            <a:ext cx="687387"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SiO</a:t>
            </a:r>
            <a:r>
              <a:rPr lang="en-GB" altLang="en-US" sz="1600" baseline="-25000"/>
              <a:t>2</a:t>
            </a:r>
            <a:endParaRPr lang="en-US" altLang="en-US" sz="1600"/>
          </a:p>
        </p:txBody>
      </p:sp>
      <p:sp>
        <p:nvSpPr>
          <p:cNvPr id="34824" name="Text Box 7">
            <a:extLst>
              <a:ext uri="{FF2B5EF4-FFF2-40B4-BE49-F238E27FC236}">
                <a16:creationId xmlns:a16="http://schemas.microsoft.com/office/drawing/2014/main" id="{51784E12-D2B5-67C5-8E6A-BC12FD800DCB}"/>
              </a:ext>
            </a:extLst>
          </p:cNvPr>
          <p:cNvSpPr txBox="1">
            <a:spLocks noChangeArrowheads="1"/>
          </p:cNvSpPr>
          <p:nvPr/>
        </p:nvSpPr>
        <p:spPr bwMode="auto">
          <a:xfrm>
            <a:off x="2011363" y="1114428"/>
            <a:ext cx="1784350" cy="555625"/>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4763" indent="-4763">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Gas                  (stagnant layer)</a:t>
            </a:r>
            <a:endParaRPr lang="en-US" altLang="en-US" sz="1600"/>
          </a:p>
        </p:txBody>
      </p:sp>
      <p:sp>
        <p:nvSpPr>
          <p:cNvPr id="34825" name="Text Box 8">
            <a:extLst>
              <a:ext uri="{FF2B5EF4-FFF2-40B4-BE49-F238E27FC236}">
                <a16:creationId xmlns:a16="http://schemas.microsoft.com/office/drawing/2014/main" id="{3FDEB01E-B0B1-490C-1653-309D3CE4DDEE}"/>
              </a:ext>
            </a:extLst>
          </p:cNvPr>
          <p:cNvSpPr txBox="1">
            <a:spLocks noChangeArrowheads="1"/>
          </p:cNvSpPr>
          <p:nvPr/>
        </p:nvSpPr>
        <p:spPr bwMode="auto">
          <a:xfrm>
            <a:off x="1890716" y="2087563"/>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g</a:t>
            </a:r>
            <a:endParaRPr lang="en-US" altLang="en-US" sz="2000"/>
          </a:p>
        </p:txBody>
      </p:sp>
      <p:sp>
        <p:nvSpPr>
          <p:cNvPr id="34826" name="Text Box 9">
            <a:extLst>
              <a:ext uri="{FF2B5EF4-FFF2-40B4-BE49-F238E27FC236}">
                <a16:creationId xmlns:a16="http://schemas.microsoft.com/office/drawing/2014/main" id="{45C9EEB5-04CB-FFFA-F453-AE1067C886F6}"/>
              </a:ext>
            </a:extLst>
          </p:cNvPr>
          <p:cNvSpPr txBox="1">
            <a:spLocks noChangeArrowheads="1"/>
          </p:cNvSpPr>
          <p:nvPr/>
        </p:nvSpPr>
        <p:spPr bwMode="auto">
          <a:xfrm>
            <a:off x="2959100" y="2087563"/>
            <a:ext cx="579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s</a:t>
            </a:r>
            <a:endParaRPr lang="en-US" altLang="en-US" sz="2000"/>
          </a:p>
        </p:txBody>
      </p:sp>
      <p:sp>
        <p:nvSpPr>
          <p:cNvPr id="34827" name="Text Box 10">
            <a:extLst>
              <a:ext uri="{FF2B5EF4-FFF2-40B4-BE49-F238E27FC236}">
                <a16:creationId xmlns:a16="http://schemas.microsoft.com/office/drawing/2014/main" id="{FAD7AEF5-4761-0FE9-C096-973960C6E9A3}"/>
              </a:ext>
            </a:extLst>
          </p:cNvPr>
          <p:cNvSpPr txBox="1">
            <a:spLocks noChangeArrowheads="1"/>
          </p:cNvSpPr>
          <p:nvPr/>
        </p:nvSpPr>
        <p:spPr bwMode="auto">
          <a:xfrm>
            <a:off x="3446466" y="210343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o</a:t>
            </a:r>
            <a:endParaRPr lang="en-US" altLang="en-US" sz="2000"/>
          </a:p>
        </p:txBody>
      </p:sp>
      <p:sp>
        <p:nvSpPr>
          <p:cNvPr id="34828" name="Text Box 11">
            <a:extLst>
              <a:ext uri="{FF2B5EF4-FFF2-40B4-BE49-F238E27FC236}">
                <a16:creationId xmlns:a16="http://schemas.microsoft.com/office/drawing/2014/main" id="{A455186D-A68E-B748-401D-0E625C6C7AFF}"/>
              </a:ext>
            </a:extLst>
          </p:cNvPr>
          <p:cNvSpPr txBox="1">
            <a:spLocks noChangeArrowheads="1"/>
          </p:cNvSpPr>
          <p:nvPr/>
        </p:nvSpPr>
        <p:spPr bwMode="auto">
          <a:xfrm>
            <a:off x="3805241" y="2097088"/>
            <a:ext cx="579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C</a:t>
            </a:r>
            <a:r>
              <a:rPr lang="en-GB" altLang="en-US" sz="2000" baseline="-25000"/>
              <a:t>i</a:t>
            </a:r>
            <a:endParaRPr lang="en-US" altLang="en-US" sz="2000"/>
          </a:p>
        </p:txBody>
      </p:sp>
      <p:sp>
        <p:nvSpPr>
          <p:cNvPr id="34829" name="Line 12">
            <a:extLst>
              <a:ext uri="{FF2B5EF4-FFF2-40B4-BE49-F238E27FC236}">
                <a16:creationId xmlns:a16="http://schemas.microsoft.com/office/drawing/2014/main" id="{58C32BA6-AAD7-4742-B755-E54C6B048921}"/>
              </a:ext>
            </a:extLst>
          </p:cNvPr>
          <p:cNvSpPr>
            <a:spLocks noChangeShapeType="1"/>
          </p:cNvSpPr>
          <p:nvPr/>
        </p:nvSpPr>
        <p:spPr bwMode="auto">
          <a:xfrm>
            <a:off x="2468563" y="2773363"/>
            <a:ext cx="823912"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30" name="Line 13">
            <a:extLst>
              <a:ext uri="{FF2B5EF4-FFF2-40B4-BE49-F238E27FC236}">
                <a16:creationId xmlns:a16="http://schemas.microsoft.com/office/drawing/2014/main" id="{26875098-2131-2F8D-CE34-0C3CDD46BD5A}"/>
              </a:ext>
            </a:extLst>
          </p:cNvPr>
          <p:cNvSpPr>
            <a:spLocks noChangeShapeType="1"/>
          </p:cNvSpPr>
          <p:nvPr/>
        </p:nvSpPr>
        <p:spPr bwMode="auto">
          <a:xfrm>
            <a:off x="3411541" y="2925763"/>
            <a:ext cx="687387"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31" name="Line 14">
            <a:extLst>
              <a:ext uri="{FF2B5EF4-FFF2-40B4-BE49-F238E27FC236}">
                <a16:creationId xmlns:a16="http://schemas.microsoft.com/office/drawing/2014/main" id="{40852ABD-4CED-5685-6D8E-58187109359E}"/>
              </a:ext>
            </a:extLst>
          </p:cNvPr>
          <p:cNvSpPr>
            <a:spLocks noChangeShapeType="1"/>
          </p:cNvSpPr>
          <p:nvPr/>
        </p:nvSpPr>
        <p:spPr bwMode="auto">
          <a:xfrm>
            <a:off x="3994150" y="3216275"/>
            <a:ext cx="458788"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32" name="Text Box 15">
            <a:extLst>
              <a:ext uri="{FF2B5EF4-FFF2-40B4-BE49-F238E27FC236}">
                <a16:creationId xmlns:a16="http://schemas.microsoft.com/office/drawing/2014/main" id="{238356A0-7F00-3361-884E-6479DB011998}"/>
              </a:ext>
            </a:extLst>
          </p:cNvPr>
          <p:cNvSpPr txBox="1">
            <a:spLocks noChangeArrowheads="1"/>
          </p:cNvSpPr>
          <p:nvPr/>
        </p:nvSpPr>
        <p:spPr bwMode="auto">
          <a:xfrm>
            <a:off x="2667003" y="2738438"/>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1</a:t>
            </a:r>
            <a:endParaRPr lang="en-US" altLang="en-US" sz="2000"/>
          </a:p>
        </p:txBody>
      </p:sp>
      <p:sp>
        <p:nvSpPr>
          <p:cNvPr id="34833" name="Text Box 16">
            <a:extLst>
              <a:ext uri="{FF2B5EF4-FFF2-40B4-BE49-F238E27FC236}">
                <a16:creationId xmlns:a16="http://schemas.microsoft.com/office/drawing/2014/main" id="{5B279E74-BE8C-ACCF-F76A-1AAE8BBE2BDB}"/>
              </a:ext>
            </a:extLst>
          </p:cNvPr>
          <p:cNvSpPr txBox="1">
            <a:spLocks noChangeArrowheads="1"/>
          </p:cNvSpPr>
          <p:nvPr/>
        </p:nvSpPr>
        <p:spPr bwMode="auto">
          <a:xfrm>
            <a:off x="3429003" y="2936875"/>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2</a:t>
            </a:r>
            <a:endParaRPr lang="en-US" altLang="en-US" sz="2000"/>
          </a:p>
        </p:txBody>
      </p:sp>
      <p:sp>
        <p:nvSpPr>
          <p:cNvPr id="34834" name="Text Box 17">
            <a:extLst>
              <a:ext uri="{FF2B5EF4-FFF2-40B4-BE49-F238E27FC236}">
                <a16:creationId xmlns:a16="http://schemas.microsoft.com/office/drawing/2014/main" id="{1219DE77-6DD6-EA07-83B4-6E8FAE34D464}"/>
              </a:ext>
            </a:extLst>
          </p:cNvPr>
          <p:cNvSpPr txBox="1">
            <a:spLocks noChangeArrowheads="1"/>
          </p:cNvSpPr>
          <p:nvPr/>
        </p:nvSpPr>
        <p:spPr bwMode="auto">
          <a:xfrm>
            <a:off x="4098928" y="3238500"/>
            <a:ext cx="517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a:t>
            </a:r>
            <a:r>
              <a:rPr lang="en-GB" altLang="en-US" sz="2000" baseline="-25000"/>
              <a:t>3</a:t>
            </a:r>
            <a:endParaRPr lang="en-US" altLang="en-US" sz="2000"/>
          </a:p>
        </p:txBody>
      </p:sp>
      <p:sp>
        <p:nvSpPr>
          <p:cNvPr id="34836" name="Text Box 28">
            <a:extLst>
              <a:ext uri="{FF2B5EF4-FFF2-40B4-BE49-F238E27FC236}">
                <a16:creationId xmlns:a16="http://schemas.microsoft.com/office/drawing/2014/main" id="{332D42BF-AF21-40AE-9E6D-E341EA087BE8}"/>
              </a:ext>
            </a:extLst>
          </p:cNvPr>
          <p:cNvSpPr txBox="1">
            <a:spLocks noChangeArrowheads="1"/>
          </p:cNvSpPr>
          <p:nvPr/>
        </p:nvSpPr>
        <p:spPr bwMode="auto">
          <a:xfrm>
            <a:off x="6472241" y="1335088"/>
            <a:ext cx="3851275"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solidFill>
                  <a:srgbClr val="FF7F00"/>
                </a:solidFill>
              </a:rPr>
              <a:t>The growth rate is nothing but the flux F</a:t>
            </a:r>
            <a:r>
              <a:rPr lang="en-GB" altLang="en-US" sz="2000" b="1" baseline="-25000">
                <a:solidFill>
                  <a:srgbClr val="FF7F00"/>
                </a:solidFill>
              </a:rPr>
              <a:t>3</a:t>
            </a:r>
            <a:r>
              <a:rPr lang="en-GB" altLang="en-US" sz="2000" b="1">
                <a:solidFill>
                  <a:srgbClr val="FF7F00"/>
                </a:solidFill>
              </a:rPr>
              <a:t> divided by the number of oxidant molecules incorporated per unit volume of oxide grown N</a:t>
            </a:r>
            <a:endParaRPr lang="en-US" altLang="en-US" sz="2000" b="1">
              <a:solidFill>
                <a:srgbClr val="FF7F00"/>
              </a:solidFill>
            </a:endParaRPr>
          </a:p>
        </p:txBody>
      </p:sp>
      <p:graphicFrame>
        <p:nvGraphicFramePr>
          <p:cNvPr id="34837" name="Object 29">
            <a:extLst>
              <a:ext uri="{FF2B5EF4-FFF2-40B4-BE49-F238E27FC236}">
                <a16:creationId xmlns:a16="http://schemas.microsoft.com/office/drawing/2014/main" id="{144C0483-B7D9-B0C1-8CAD-BB7B25584253}"/>
              </a:ext>
            </a:extLst>
          </p:cNvPr>
          <p:cNvGraphicFramePr>
            <a:graphicFrameLocks noChangeAspect="1"/>
          </p:cNvGraphicFramePr>
          <p:nvPr/>
        </p:nvGraphicFramePr>
        <p:xfrm>
          <a:off x="3017841" y="3868741"/>
          <a:ext cx="6156325" cy="1436687"/>
        </p:xfrm>
        <a:graphic>
          <a:graphicData uri="http://schemas.openxmlformats.org/presentationml/2006/ole">
            <mc:AlternateContent xmlns:mc="http://schemas.openxmlformats.org/markup-compatibility/2006">
              <mc:Choice xmlns:v="urn:schemas-microsoft-com:vml" Requires="v">
                <p:oleObj name="Equation" r:id="rId4" imgW="3911600" imgH="914400" progId="Equation.3">
                  <p:embed/>
                </p:oleObj>
              </mc:Choice>
              <mc:Fallback>
                <p:oleObj name="Equation" r:id="rId4" imgW="3911600" imgH="914400" progId="Equation.3">
                  <p:embed/>
                  <p:pic>
                    <p:nvPicPr>
                      <p:cNvPr id="34837" name="Object 29">
                        <a:extLst>
                          <a:ext uri="{FF2B5EF4-FFF2-40B4-BE49-F238E27FC236}">
                            <a16:creationId xmlns:a16="http://schemas.microsoft.com/office/drawing/2014/main" id="{144C0483-B7D9-B0C1-8CAD-BB7B255842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7841" y="3868741"/>
                        <a:ext cx="6156325" cy="1436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8" name="Object 30">
            <a:extLst>
              <a:ext uri="{FF2B5EF4-FFF2-40B4-BE49-F238E27FC236}">
                <a16:creationId xmlns:a16="http://schemas.microsoft.com/office/drawing/2014/main" id="{D2C8875E-1A90-FCEE-1F03-0E050E55CC09}"/>
              </a:ext>
            </a:extLst>
          </p:cNvPr>
          <p:cNvGraphicFramePr>
            <a:graphicFrameLocks noChangeAspect="1"/>
          </p:cNvGraphicFramePr>
          <p:nvPr/>
        </p:nvGraphicFramePr>
        <p:xfrm>
          <a:off x="5508625" y="5597525"/>
          <a:ext cx="1582738" cy="1042988"/>
        </p:xfrm>
        <a:graphic>
          <a:graphicData uri="http://schemas.openxmlformats.org/presentationml/2006/ole">
            <mc:AlternateContent xmlns:mc="http://schemas.openxmlformats.org/markup-compatibility/2006">
              <mc:Choice xmlns:v="urn:schemas-microsoft-com:vml" Requires="v">
                <p:oleObj name="Equation" r:id="rId6" imgW="1041400" imgH="685800" progId="Equation.3">
                  <p:embed/>
                </p:oleObj>
              </mc:Choice>
              <mc:Fallback>
                <p:oleObj name="Equation" r:id="rId6" imgW="1041400" imgH="685800" progId="Equation.3">
                  <p:embed/>
                  <p:pic>
                    <p:nvPicPr>
                      <p:cNvPr id="34838" name="Object 30">
                        <a:extLst>
                          <a:ext uri="{FF2B5EF4-FFF2-40B4-BE49-F238E27FC236}">
                            <a16:creationId xmlns:a16="http://schemas.microsoft.com/office/drawing/2014/main" id="{D2C8875E-1A90-FCEE-1F03-0E050E55CC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8625" y="5597525"/>
                        <a:ext cx="1582738"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39" name="Object 31">
            <a:extLst>
              <a:ext uri="{FF2B5EF4-FFF2-40B4-BE49-F238E27FC236}">
                <a16:creationId xmlns:a16="http://schemas.microsoft.com/office/drawing/2014/main" id="{45A879FB-FAB3-281F-4256-EFD1EF4CE900}"/>
              </a:ext>
            </a:extLst>
          </p:cNvPr>
          <p:cNvGraphicFramePr>
            <a:graphicFrameLocks noChangeAspect="1"/>
          </p:cNvGraphicFramePr>
          <p:nvPr/>
        </p:nvGraphicFramePr>
        <p:xfrm>
          <a:off x="1835153" y="4691066"/>
          <a:ext cx="2595563" cy="973137"/>
        </p:xfrm>
        <a:graphic>
          <a:graphicData uri="http://schemas.openxmlformats.org/presentationml/2006/ole">
            <mc:AlternateContent xmlns:mc="http://schemas.openxmlformats.org/markup-compatibility/2006">
              <mc:Choice xmlns:v="urn:schemas-microsoft-com:vml" Requires="v">
                <p:oleObj name="Equation" r:id="rId8" imgW="1117600" imgH="419100" progId="Equation.3">
                  <p:embed/>
                </p:oleObj>
              </mc:Choice>
              <mc:Fallback>
                <p:oleObj name="Equation" r:id="rId8" imgW="1117600" imgH="419100" progId="Equation.3">
                  <p:embed/>
                  <p:pic>
                    <p:nvPicPr>
                      <p:cNvPr id="34839" name="Object 31">
                        <a:extLst>
                          <a:ext uri="{FF2B5EF4-FFF2-40B4-BE49-F238E27FC236}">
                            <a16:creationId xmlns:a16="http://schemas.microsoft.com/office/drawing/2014/main" id="{45A879FB-FAB3-281F-4256-EFD1EF4CE9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153" y="4691066"/>
                        <a:ext cx="2595563" cy="97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40" name="Object 32">
            <a:extLst>
              <a:ext uri="{FF2B5EF4-FFF2-40B4-BE49-F238E27FC236}">
                <a16:creationId xmlns:a16="http://schemas.microsoft.com/office/drawing/2014/main" id="{B236D4EC-0685-B8AF-3C4C-C693AA12D569}"/>
              </a:ext>
            </a:extLst>
          </p:cNvPr>
          <p:cNvGraphicFramePr>
            <a:graphicFrameLocks noChangeAspect="1"/>
          </p:cNvGraphicFramePr>
          <p:nvPr/>
        </p:nvGraphicFramePr>
        <p:xfrm>
          <a:off x="5545141" y="4956178"/>
          <a:ext cx="1216025" cy="619125"/>
        </p:xfrm>
        <a:graphic>
          <a:graphicData uri="http://schemas.openxmlformats.org/presentationml/2006/ole">
            <mc:AlternateContent xmlns:mc="http://schemas.openxmlformats.org/markup-compatibility/2006">
              <mc:Choice xmlns:v="urn:schemas-microsoft-com:vml" Requires="v">
                <p:oleObj name="Equation" r:id="rId10" imgW="799753" imgH="406224" progId="Equation.3">
                  <p:embed/>
                </p:oleObj>
              </mc:Choice>
              <mc:Fallback>
                <p:oleObj name="Equation" r:id="rId10" imgW="799753" imgH="406224" progId="Equation.3">
                  <p:embed/>
                  <p:pic>
                    <p:nvPicPr>
                      <p:cNvPr id="34840" name="Object 32">
                        <a:extLst>
                          <a:ext uri="{FF2B5EF4-FFF2-40B4-BE49-F238E27FC236}">
                            <a16:creationId xmlns:a16="http://schemas.microsoft.com/office/drawing/2014/main" id="{B236D4EC-0685-B8AF-3C4C-C693AA12D56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5141" y="4956178"/>
                        <a:ext cx="1216025"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1" name="AutoShape 33">
            <a:extLst>
              <a:ext uri="{FF2B5EF4-FFF2-40B4-BE49-F238E27FC236}">
                <a16:creationId xmlns:a16="http://schemas.microsoft.com/office/drawing/2014/main" id="{9143CF69-F1ED-258B-E5A6-17D96FCD0CF3}"/>
              </a:ext>
            </a:extLst>
          </p:cNvPr>
          <p:cNvSpPr>
            <a:spLocks/>
          </p:cNvSpPr>
          <p:nvPr/>
        </p:nvSpPr>
        <p:spPr bwMode="auto">
          <a:xfrm>
            <a:off x="5348288" y="4938716"/>
            <a:ext cx="88900" cy="1603375"/>
          </a:xfrm>
          <a:prstGeom prst="leftBrace">
            <a:avLst>
              <a:gd name="adj1" fmla="val 150298"/>
              <a:gd name="adj2" fmla="val 50000"/>
            </a:avLst>
          </a:prstGeom>
          <a:noFill/>
          <a:ln w="12700">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34842" name="Text Box 34">
            <a:extLst>
              <a:ext uri="{FF2B5EF4-FFF2-40B4-BE49-F238E27FC236}">
                <a16:creationId xmlns:a16="http://schemas.microsoft.com/office/drawing/2014/main" id="{D65EB100-74F6-9E38-E804-3BA5A6C75E41}"/>
              </a:ext>
            </a:extLst>
          </p:cNvPr>
          <p:cNvSpPr txBox="1">
            <a:spLocks noChangeArrowheads="1"/>
          </p:cNvSpPr>
          <p:nvPr/>
        </p:nvSpPr>
        <p:spPr bwMode="auto">
          <a:xfrm>
            <a:off x="7280278" y="5092700"/>
            <a:ext cx="27733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Parabolic rate constant</a:t>
            </a:r>
            <a:endParaRPr lang="en-US" altLang="en-US" sz="1600" b="1"/>
          </a:p>
        </p:txBody>
      </p:sp>
      <p:graphicFrame>
        <p:nvGraphicFramePr>
          <p:cNvPr id="34843" name="Object 35">
            <a:extLst>
              <a:ext uri="{FF2B5EF4-FFF2-40B4-BE49-F238E27FC236}">
                <a16:creationId xmlns:a16="http://schemas.microsoft.com/office/drawing/2014/main" id="{B60D329F-B623-27F1-0968-7DD353F2372E}"/>
              </a:ext>
            </a:extLst>
          </p:cNvPr>
          <p:cNvGraphicFramePr>
            <a:graphicFrameLocks noChangeAspect="1"/>
          </p:cNvGraphicFramePr>
          <p:nvPr/>
        </p:nvGraphicFramePr>
        <p:xfrm>
          <a:off x="1827213" y="5649913"/>
          <a:ext cx="1371600" cy="863600"/>
        </p:xfrm>
        <a:graphic>
          <a:graphicData uri="http://schemas.openxmlformats.org/presentationml/2006/ole">
            <mc:AlternateContent xmlns:mc="http://schemas.openxmlformats.org/markup-compatibility/2006">
              <mc:Choice xmlns:v="urn:schemas-microsoft-com:vml" Requires="v">
                <p:oleObj name="Equation" r:id="rId12" imgW="1371600" imgH="863600" progId="Equation.3">
                  <p:embed/>
                </p:oleObj>
              </mc:Choice>
              <mc:Fallback>
                <p:oleObj name="Equation" r:id="rId12" imgW="1371600" imgH="863600" progId="Equation.3">
                  <p:embed/>
                  <p:pic>
                    <p:nvPicPr>
                      <p:cNvPr id="34843" name="Object 35">
                        <a:extLst>
                          <a:ext uri="{FF2B5EF4-FFF2-40B4-BE49-F238E27FC236}">
                            <a16:creationId xmlns:a16="http://schemas.microsoft.com/office/drawing/2014/main" id="{B60D329F-B623-27F1-0968-7DD353F2372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7213" y="5649913"/>
                        <a:ext cx="1371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4" name="Text Box 36">
            <a:extLst>
              <a:ext uri="{FF2B5EF4-FFF2-40B4-BE49-F238E27FC236}">
                <a16:creationId xmlns:a16="http://schemas.microsoft.com/office/drawing/2014/main" id="{A767E663-5078-F5F0-5D37-0C876DF1155B}"/>
              </a:ext>
            </a:extLst>
          </p:cNvPr>
          <p:cNvSpPr txBox="1">
            <a:spLocks noChangeArrowheads="1"/>
          </p:cNvSpPr>
          <p:nvPr/>
        </p:nvSpPr>
        <p:spPr bwMode="auto">
          <a:xfrm>
            <a:off x="7313613" y="5845175"/>
            <a:ext cx="277336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Linear rate constant</a:t>
            </a:r>
            <a:endParaRPr lang="en-US" altLang="en-US" sz="1600" b="1"/>
          </a:p>
        </p:txBody>
      </p:sp>
      <p:sp>
        <p:nvSpPr>
          <p:cNvPr id="34845" name="Line 37">
            <a:extLst>
              <a:ext uri="{FF2B5EF4-FFF2-40B4-BE49-F238E27FC236}">
                <a16:creationId xmlns:a16="http://schemas.microsoft.com/office/drawing/2014/main" id="{1C37FD31-A4E3-B0C5-F3F3-9BCDA25FF58F}"/>
              </a:ext>
            </a:extLst>
          </p:cNvPr>
          <p:cNvSpPr>
            <a:spLocks noChangeShapeType="1"/>
          </p:cNvSpPr>
          <p:nvPr/>
        </p:nvSpPr>
        <p:spPr bwMode="auto">
          <a:xfrm>
            <a:off x="3322641" y="1965325"/>
            <a:ext cx="852487" cy="0"/>
          </a:xfrm>
          <a:prstGeom prst="line">
            <a:avLst/>
          </a:prstGeom>
          <a:noFill/>
          <a:ln w="12700">
            <a:solidFill>
              <a:srgbClr val="646464"/>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4846" name="Text Box 38">
            <a:extLst>
              <a:ext uri="{FF2B5EF4-FFF2-40B4-BE49-F238E27FC236}">
                <a16:creationId xmlns:a16="http://schemas.microsoft.com/office/drawing/2014/main" id="{3CCF2CF7-A64C-A7ED-0A9F-AF44E6ECD3E6}"/>
              </a:ext>
            </a:extLst>
          </p:cNvPr>
          <p:cNvSpPr txBox="1">
            <a:spLocks noChangeArrowheads="1"/>
          </p:cNvSpPr>
          <p:nvPr/>
        </p:nvSpPr>
        <p:spPr bwMode="auto">
          <a:xfrm>
            <a:off x="3627438" y="1625600"/>
            <a:ext cx="228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x</a:t>
            </a:r>
            <a:endParaRPr lang="en-US" altLang="en-US" sz="2000" b="1"/>
          </a:p>
        </p:txBody>
      </p:sp>
      <p:sp>
        <p:nvSpPr>
          <p:cNvPr id="34847" name="Text Box 39">
            <a:extLst>
              <a:ext uri="{FF2B5EF4-FFF2-40B4-BE49-F238E27FC236}">
                <a16:creationId xmlns:a16="http://schemas.microsoft.com/office/drawing/2014/main" id="{32DE519F-17BD-8099-ED61-0F878E3599AF}"/>
              </a:ext>
            </a:extLst>
          </p:cNvPr>
          <p:cNvSpPr txBox="1">
            <a:spLocks noChangeArrowheads="1"/>
          </p:cNvSpPr>
          <p:nvPr/>
        </p:nvSpPr>
        <p:spPr bwMode="auto">
          <a:xfrm>
            <a:off x="5729288" y="3429000"/>
            <a:ext cx="366712" cy="323850"/>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Si</a:t>
            </a:r>
            <a:endParaRPr lang="en-US"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A54AFBA5-1FC2-D49E-215E-4CDB600EA70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1AA7822-A4B8-4A6F-AF9E-13BAC5656E98}" type="slidenum">
              <a:rPr lang="en-US" altLang="en-US" sz="800"/>
              <a:pPr>
                <a:lnSpc>
                  <a:spcPct val="100000"/>
                </a:lnSpc>
                <a:spcBef>
                  <a:spcPct val="0"/>
                </a:spcBef>
                <a:buClr>
                  <a:srgbClr val="F68933"/>
                </a:buClr>
                <a:buFontTx/>
                <a:buNone/>
              </a:pPr>
              <a:t>16</a:t>
            </a:fld>
            <a:endParaRPr lang="en-US" altLang="en-US" sz="800"/>
          </a:p>
        </p:txBody>
      </p:sp>
      <p:sp>
        <p:nvSpPr>
          <p:cNvPr id="36867" name="Rectangle 2">
            <a:extLst>
              <a:ext uri="{FF2B5EF4-FFF2-40B4-BE49-F238E27FC236}">
                <a16:creationId xmlns:a16="http://schemas.microsoft.com/office/drawing/2014/main" id="{A6AE706C-3418-396B-1881-88ADA427B5CD}"/>
              </a:ext>
            </a:extLst>
          </p:cNvPr>
          <p:cNvSpPr>
            <a:spLocks noGrp="1" noChangeArrowheads="1"/>
          </p:cNvSpPr>
          <p:nvPr>
            <p:ph type="title"/>
          </p:nvPr>
        </p:nvSpPr>
        <p:spPr/>
        <p:txBody>
          <a:bodyPr/>
          <a:lstStyle/>
          <a:p>
            <a:pPr eaLnBrk="1" hangingPunct="1"/>
            <a:r>
              <a:rPr lang="en-GB" altLang="en-US"/>
              <a:t>The Deal-Grove model:</a:t>
            </a:r>
            <a:br>
              <a:rPr lang="en-GB" altLang="en-US"/>
            </a:br>
            <a:r>
              <a:rPr lang="en-GB" altLang="en-US"/>
              <a:t>fundamental equations</a:t>
            </a:r>
            <a:endParaRPr lang="en-US" altLang="en-US"/>
          </a:p>
        </p:txBody>
      </p:sp>
      <p:graphicFrame>
        <p:nvGraphicFramePr>
          <p:cNvPr id="36868" name="Object 4">
            <a:extLst>
              <a:ext uri="{FF2B5EF4-FFF2-40B4-BE49-F238E27FC236}">
                <a16:creationId xmlns:a16="http://schemas.microsoft.com/office/drawing/2014/main" id="{7759EDC5-0A2D-B6A6-AE5E-8914CEEA52CB}"/>
              </a:ext>
            </a:extLst>
          </p:cNvPr>
          <p:cNvGraphicFramePr>
            <a:graphicFrameLocks noChangeAspect="1"/>
          </p:cNvGraphicFramePr>
          <p:nvPr/>
        </p:nvGraphicFramePr>
        <p:xfrm>
          <a:off x="1922463" y="1498603"/>
          <a:ext cx="2432050" cy="1184275"/>
        </p:xfrm>
        <a:graphic>
          <a:graphicData uri="http://schemas.openxmlformats.org/presentationml/2006/ole">
            <mc:AlternateContent xmlns:mc="http://schemas.openxmlformats.org/markup-compatibility/2006">
              <mc:Choice xmlns:v="urn:schemas-microsoft-com:vml" Requires="v">
                <p:oleObj name="Equation" r:id="rId3" imgW="812447" imgH="393529" progId="Equation.3">
                  <p:embed/>
                </p:oleObj>
              </mc:Choice>
              <mc:Fallback>
                <p:oleObj name="Equation" r:id="rId3" imgW="812447" imgH="393529" progId="Equation.3">
                  <p:embed/>
                  <p:pic>
                    <p:nvPicPr>
                      <p:cNvPr id="36868" name="Object 4">
                        <a:extLst>
                          <a:ext uri="{FF2B5EF4-FFF2-40B4-BE49-F238E27FC236}">
                            <a16:creationId xmlns:a16="http://schemas.microsoft.com/office/drawing/2014/main" id="{7759EDC5-0A2D-B6A6-AE5E-8914CEEA5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2463" y="1498603"/>
                        <a:ext cx="2432050" cy="1184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9" name="Object 5">
            <a:extLst>
              <a:ext uri="{FF2B5EF4-FFF2-40B4-BE49-F238E27FC236}">
                <a16:creationId xmlns:a16="http://schemas.microsoft.com/office/drawing/2014/main" id="{ED3B5E1E-4909-1B7B-09F6-4BB03AD58BC4}"/>
              </a:ext>
            </a:extLst>
          </p:cNvPr>
          <p:cNvGraphicFramePr>
            <a:graphicFrameLocks noChangeAspect="1"/>
          </p:cNvGraphicFramePr>
          <p:nvPr/>
        </p:nvGraphicFramePr>
        <p:xfrm>
          <a:off x="1922463" y="2976563"/>
          <a:ext cx="3363912" cy="1262062"/>
        </p:xfrm>
        <a:graphic>
          <a:graphicData uri="http://schemas.openxmlformats.org/presentationml/2006/ole">
            <mc:AlternateContent xmlns:mc="http://schemas.openxmlformats.org/markup-compatibility/2006">
              <mc:Choice xmlns:v="urn:schemas-microsoft-com:vml" Requires="v">
                <p:oleObj name="Equation" r:id="rId5" imgW="1117600" imgH="419100" progId="Equation.3">
                  <p:embed/>
                </p:oleObj>
              </mc:Choice>
              <mc:Fallback>
                <p:oleObj name="Equation" r:id="rId5" imgW="1117600" imgH="419100" progId="Equation.3">
                  <p:embed/>
                  <p:pic>
                    <p:nvPicPr>
                      <p:cNvPr id="36869" name="Object 5">
                        <a:extLst>
                          <a:ext uri="{FF2B5EF4-FFF2-40B4-BE49-F238E27FC236}">
                            <a16:creationId xmlns:a16="http://schemas.microsoft.com/office/drawing/2014/main" id="{ED3B5E1E-4909-1B7B-09F6-4BB03AD58B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2463" y="2976563"/>
                        <a:ext cx="3363912"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0" name="Object 6">
            <a:extLst>
              <a:ext uri="{FF2B5EF4-FFF2-40B4-BE49-F238E27FC236}">
                <a16:creationId xmlns:a16="http://schemas.microsoft.com/office/drawing/2014/main" id="{FFB1B1F1-E1A7-9CD7-CCDD-F008869FC6B8}"/>
              </a:ext>
            </a:extLst>
          </p:cNvPr>
          <p:cNvGraphicFramePr>
            <a:graphicFrameLocks noChangeAspect="1"/>
          </p:cNvGraphicFramePr>
          <p:nvPr/>
        </p:nvGraphicFramePr>
        <p:xfrm>
          <a:off x="1922463" y="4338641"/>
          <a:ext cx="3122612" cy="1965325"/>
        </p:xfrm>
        <a:graphic>
          <a:graphicData uri="http://schemas.openxmlformats.org/presentationml/2006/ole">
            <mc:AlternateContent xmlns:mc="http://schemas.openxmlformats.org/markup-compatibility/2006">
              <mc:Choice xmlns:v="urn:schemas-microsoft-com:vml" Requires="v">
                <p:oleObj name="Equation" r:id="rId7" imgW="1371600" imgH="863600" progId="Equation.3">
                  <p:embed/>
                </p:oleObj>
              </mc:Choice>
              <mc:Fallback>
                <p:oleObj name="Equation" r:id="rId7" imgW="1371600" imgH="863600" progId="Equation.3">
                  <p:embed/>
                  <p:pic>
                    <p:nvPicPr>
                      <p:cNvPr id="36870" name="Object 6">
                        <a:extLst>
                          <a:ext uri="{FF2B5EF4-FFF2-40B4-BE49-F238E27FC236}">
                            <a16:creationId xmlns:a16="http://schemas.microsoft.com/office/drawing/2014/main" id="{FFB1B1F1-E1A7-9CD7-CCDD-F008869FC6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2463" y="4338641"/>
                        <a:ext cx="3122612" cy="196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1" name="Object 7">
            <a:extLst>
              <a:ext uri="{FF2B5EF4-FFF2-40B4-BE49-F238E27FC236}">
                <a16:creationId xmlns:a16="http://schemas.microsoft.com/office/drawing/2014/main" id="{7A1AE7FB-844A-C39C-85A6-2010C7E90276}"/>
              </a:ext>
            </a:extLst>
          </p:cNvPr>
          <p:cNvGraphicFramePr>
            <a:graphicFrameLocks noChangeAspect="1"/>
          </p:cNvGraphicFramePr>
          <p:nvPr/>
        </p:nvGraphicFramePr>
        <p:xfrm>
          <a:off x="6978650" y="3394078"/>
          <a:ext cx="3117850" cy="2054225"/>
        </p:xfrm>
        <a:graphic>
          <a:graphicData uri="http://schemas.openxmlformats.org/presentationml/2006/ole">
            <mc:AlternateContent xmlns:mc="http://schemas.openxmlformats.org/markup-compatibility/2006">
              <mc:Choice xmlns:v="urn:schemas-microsoft-com:vml" Requires="v">
                <p:oleObj name="Equation" r:id="rId9" imgW="1041400" imgH="685800" progId="Equation.3">
                  <p:embed/>
                </p:oleObj>
              </mc:Choice>
              <mc:Fallback>
                <p:oleObj name="Equation" r:id="rId9" imgW="1041400" imgH="685800" progId="Equation.3">
                  <p:embed/>
                  <p:pic>
                    <p:nvPicPr>
                      <p:cNvPr id="36871" name="Object 7">
                        <a:extLst>
                          <a:ext uri="{FF2B5EF4-FFF2-40B4-BE49-F238E27FC236}">
                            <a16:creationId xmlns:a16="http://schemas.microsoft.com/office/drawing/2014/main" id="{7A1AE7FB-844A-C39C-85A6-2010C7E9027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78650" y="3394078"/>
                        <a:ext cx="3117850" cy="205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72" name="Object 8">
            <a:extLst>
              <a:ext uri="{FF2B5EF4-FFF2-40B4-BE49-F238E27FC236}">
                <a16:creationId xmlns:a16="http://schemas.microsoft.com/office/drawing/2014/main" id="{8FC183E7-37CB-2EC3-DC02-20A7A5F09657}"/>
              </a:ext>
            </a:extLst>
          </p:cNvPr>
          <p:cNvGraphicFramePr>
            <a:graphicFrameLocks noChangeAspect="1"/>
          </p:cNvGraphicFramePr>
          <p:nvPr/>
        </p:nvGraphicFramePr>
        <p:xfrm>
          <a:off x="7100888" y="1755775"/>
          <a:ext cx="2386012" cy="1214438"/>
        </p:xfrm>
        <a:graphic>
          <a:graphicData uri="http://schemas.openxmlformats.org/presentationml/2006/ole">
            <mc:AlternateContent xmlns:mc="http://schemas.openxmlformats.org/markup-compatibility/2006">
              <mc:Choice xmlns:v="urn:schemas-microsoft-com:vml" Requires="v">
                <p:oleObj name="Equation" r:id="rId11" imgW="799753" imgH="406224" progId="Equation.3">
                  <p:embed/>
                </p:oleObj>
              </mc:Choice>
              <mc:Fallback>
                <p:oleObj name="Equation" r:id="rId11" imgW="799753" imgH="406224" progId="Equation.3">
                  <p:embed/>
                  <p:pic>
                    <p:nvPicPr>
                      <p:cNvPr id="36872" name="Object 8">
                        <a:extLst>
                          <a:ext uri="{FF2B5EF4-FFF2-40B4-BE49-F238E27FC236}">
                            <a16:creationId xmlns:a16="http://schemas.microsoft.com/office/drawing/2014/main" id="{8FC183E7-37CB-2EC3-DC02-20A7A5F0965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00888" y="1755775"/>
                        <a:ext cx="2386012" cy="1214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3" name="AutoShape 9">
            <a:extLst>
              <a:ext uri="{FF2B5EF4-FFF2-40B4-BE49-F238E27FC236}">
                <a16:creationId xmlns:a16="http://schemas.microsoft.com/office/drawing/2014/main" id="{75A2F3CC-DAB4-CABA-6F30-952FBA587B69}"/>
              </a:ext>
            </a:extLst>
          </p:cNvPr>
          <p:cNvSpPr>
            <a:spLocks/>
          </p:cNvSpPr>
          <p:nvPr/>
        </p:nvSpPr>
        <p:spPr bwMode="auto">
          <a:xfrm>
            <a:off x="6659566" y="1768478"/>
            <a:ext cx="180975" cy="3478213"/>
          </a:xfrm>
          <a:prstGeom prst="leftBrace">
            <a:avLst>
              <a:gd name="adj1" fmla="val 160161"/>
              <a:gd name="adj2" fmla="val 50000"/>
            </a:avLst>
          </a:prstGeom>
          <a:noFill/>
          <a:ln w="12700">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7B952D02-5BA9-6FB0-DE4E-F7D9E86FE0E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FE6AA3B-4B77-4791-821C-3719DF84BD4C}" type="slidenum">
              <a:rPr lang="en-US" altLang="en-US" sz="800"/>
              <a:pPr>
                <a:lnSpc>
                  <a:spcPct val="100000"/>
                </a:lnSpc>
                <a:spcBef>
                  <a:spcPct val="0"/>
                </a:spcBef>
                <a:buClr>
                  <a:srgbClr val="F68933"/>
                </a:buClr>
                <a:buFontTx/>
                <a:buNone/>
              </a:pPr>
              <a:t>17</a:t>
            </a:fld>
            <a:endParaRPr lang="en-US" altLang="en-US" sz="800"/>
          </a:p>
        </p:txBody>
      </p:sp>
      <p:sp>
        <p:nvSpPr>
          <p:cNvPr id="38915" name="Rectangle 2">
            <a:extLst>
              <a:ext uri="{FF2B5EF4-FFF2-40B4-BE49-F238E27FC236}">
                <a16:creationId xmlns:a16="http://schemas.microsoft.com/office/drawing/2014/main" id="{C2D3FD9B-809B-9D9B-F38D-A351B54DA3E1}"/>
              </a:ext>
            </a:extLst>
          </p:cNvPr>
          <p:cNvSpPr>
            <a:spLocks noGrp="1" noChangeArrowheads="1"/>
          </p:cNvSpPr>
          <p:nvPr>
            <p:ph type="title"/>
          </p:nvPr>
        </p:nvSpPr>
        <p:spPr/>
        <p:txBody>
          <a:bodyPr/>
          <a:lstStyle/>
          <a:p>
            <a:pPr eaLnBrk="1" hangingPunct="1"/>
            <a:r>
              <a:rPr lang="en-GB" altLang="en-US"/>
              <a:t>The Deal-Grove model</a:t>
            </a:r>
            <a:br>
              <a:rPr lang="en-GB" altLang="en-US"/>
            </a:br>
            <a:r>
              <a:rPr lang="en-GB" altLang="en-US"/>
              <a:t>A and B/A</a:t>
            </a:r>
            <a:endParaRPr lang="en-US" altLang="en-US"/>
          </a:p>
        </p:txBody>
      </p:sp>
      <p:sp>
        <p:nvSpPr>
          <p:cNvPr id="38916" name="Rectangle 3">
            <a:extLst>
              <a:ext uri="{FF2B5EF4-FFF2-40B4-BE49-F238E27FC236}">
                <a16:creationId xmlns:a16="http://schemas.microsoft.com/office/drawing/2014/main" id="{1CF32F3B-59CF-F479-683F-FAF9ED8B51D2}"/>
              </a:ext>
            </a:extLst>
          </p:cNvPr>
          <p:cNvSpPr>
            <a:spLocks noGrp="1" noChangeArrowheads="1"/>
          </p:cNvSpPr>
          <p:nvPr>
            <p:ph type="body" idx="1"/>
          </p:nvPr>
        </p:nvSpPr>
        <p:spPr/>
        <p:txBody>
          <a:bodyPr/>
          <a:lstStyle/>
          <a:p>
            <a:pPr eaLnBrk="1" hangingPunct="1"/>
            <a:r>
              <a:rPr lang="en-GB" altLang="en-US"/>
              <a:t>B and B/A are of course function of temperature. T dependence can be described as:</a:t>
            </a:r>
            <a:endParaRPr lang="en-US" altLang="en-US"/>
          </a:p>
        </p:txBody>
      </p:sp>
      <p:graphicFrame>
        <p:nvGraphicFramePr>
          <p:cNvPr id="38917" name="Object 4">
            <a:extLst>
              <a:ext uri="{FF2B5EF4-FFF2-40B4-BE49-F238E27FC236}">
                <a16:creationId xmlns:a16="http://schemas.microsoft.com/office/drawing/2014/main" id="{1BE9160D-C053-9A66-79B9-D1606A168E1E}"/>
              </a:ext>
            </a:extLst>
          </p:cNvPr>
          <p:cNvGraphicFramePr>
            <a:graphicFrameLocks noChangeAspect="1"/>
          </p:cNvGraphicFramePr>
          <p:nvPr/>
        </p:nvGraphicFramePr>
        <p:xfrm>
          <a:off x="2087563" y="2541591"/>
          <a:ext cx="2432050" cy="1773237"/>
        </p:xfrm>
        <a:graphic>
          <a:graphicData uri="http://schemas.openxmlformats.org/presentationml/2006/ole">
            <mc:AlternateContent xmlns:mc="http://schemas.openxmlformats.org/markup-compatibility/2006">
              <mc:Choice xmlns:v="urn:schemas-microsoft-com:vml" Requires="v">
                <p:oleObj name="Equation" r:id="rId3" imgW="1219200" imgH="889000" progId="Equation.3">
                  <p:embed/>
                </p:oleObj>
              </mc:Choice>
              <mc:Fallback>
                <p:oleObj name="Equation" r:id="rId3" imgW="1219200" imgH="889000" progId="Equation.3">
                  <p:embed/>
                  <p:pic>
                    <p:nvPicPr>
                      <p:cNvPr id="38917" name="Object 4">
                        <a:extLst>
                          <a:ext uri="{FF2B5EF4-FFF2-40B4-BE49-F238E27FC236}">
                            <a16:creationId xmlns:a16="http://schemas.microsoft.com/office/drawing/2014/main" id="{1BE9160D-C053-9A66-79B9-D1606A168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3" y="2541591"/>
                        <a:ext cx="2432050" cy="177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8" name="Text Box 5">
            <a:extLst>
              <a:ext uri="{FF2B5EF4-FFF2-40B4-BE49-F238E27FC236}">
                <a16:creationId xmlns:a16="http://schemas.microsoft.com/office/drawing/2014/main" id="{8D101F74-D25A-01A2-8DC0-560C7506BE47}"/>
              </a:ext>
            </a:extLst>
          </p:cNvPr>
          <p:cNvSpPr txBox="1">
            <a:spLocks noChangeArrowheads="1"/>
          </p:cNvSpPr>
          <p:nvPr/>
        </p:nvSpPr>
        <p:spPr bwMode="auto">
          <a:xfrm>
            <a:off x="4479925" y="528161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graphicFrame>
        <p:nvGraphicFramePr>
          <p:cNvPr id="260148" name="Group 52">
            <a:extLst>
              <a:ext uri="{FF2B5EF4-FFF2-40B4-BE49-F238E27FC236}">
                <a16:creationId xmlns:a16="http://schemas.microsoft.com/office/drawing/2014/main" id="{176B628E-2BED-57E8-C13A-6518BCE2F557}"/>
              </a:ext>
            </a:extLst>
          </p:cNvPr>
          <p:cNvGraphicFramePr>
            <a:graphicFrameLocks noGrp="1"/>
          </p:cNvGraphicFramePr>
          <p:nvPr/>
        </p:nvGraphicFramePr>
        <p:xfrm>
          <a:off x="5592763" y="2424116"/>
          <a:ext cx="4754562" cy="2008188"/>
        </p:xfrm>
        <a:graphic>
          <a:graphicData uri="http://schemas.openxmlformats.org/drawingml/2006/table">
            <a:tbl>
              <a:tblPr/>
              <a:tblGrid>
                <a:gridCol w="914400">
                  <a:extLst>
                    <a:ext uri="{9D8B030D-6E8A-4147-A177-3AD203B41FA5}">
                      <a16:colId xmlns:a16="http://schemas.microsoft.com/office/drawing/2014/main" val="20000"/>
                    </a:ext>
                  </a:extLst>
                </a:gridCol>
                <a:gridCol w="1874837">
                  <a:extLst>
                    <a:ext uri="{9D8B030D-6E8A-4147-A177-3AD203B41FA5}">
                      <a16:colId xmlns:a16="http://schemas.microsoft.com/office/drawing/2014/main" val="20001"/>
                    </a:ext>
                  </a:extLst>
                </a:gridCol>
                <a:gridCol w="1965325">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1" i="0" u="none" strike="noStrike" cap="none" normalizeH="0" baseline="0">
                          <a:ln>
                            <a:noFill/>
                          </a:ln>
                          <a:solidFill>
                            <a:srgbClr val="000000"/>
                          </a:solidFill>
                          <a:effectLst/>
                          <a:latin typeface="Arial" charset="0"/>
                          <a:ea typeface="MS PGothic" pitchFamily="34" charset="-128"/>
                        </a:rPr>
                        <a:t>Ambient</a:t>
                      </a:r>
                      <a:endParaRPr kumimoji="0" lang="en-US" sz="1400" b="1" i="0" u="none" strike="noStrike" cap="none" normalizeH="0" baseline="0">
                        <a:ln>
                          <a:noFill/>
                        </a:ln>
                        <a:solidFill>
                          <a:srgbClr val="000000"/>
                        </a:solidFill>
                        <a:effectLst/>
                        <a:latin typeface="Arial" charset="0"/>
                        <a:ea typeface="MS PGothic"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1" i="0" u="none" strike="noStrike" cap="none" normalizeH="0" baseline="0">
                          <a:ln>
                            <a:noFill/>
                          </a:ln>
                          <a:solidFill>
                            <a:srgbClr val="000000"/>
                          </a:solidFill>
                          <a:effectLst/>
                          <a:latin typeface="Arial" charset="0"/>
                          <a:ea typeface="MS PGothic" pitchFamily="34" charset="-128"/>
                        </a:rPr>
                        <a:t>B</a:t>
                      </a:r>
                      <a:endParaRPr kumimoji="0" lang="en-US" sz="1400" b="1"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1" i="0" u="none" strike="noStrike" cap="none" normalizeH="0" baseline="0">
                          <a:ln>
                            <a:noFill/>
                          </a:ln>
                          <a:solidFill>
                            <a:srgbClr val="000000"/>
                          </a:solidFill>
                          <a:effectLst/>
                          <a:latin typeface="Arial" charset="0"/>
                          <a:ea typeface="MS PGothic" pitchFamily="34" charset="-128"/>
                        </a:rPr>
                        <a:t>B/A</a:t>
                      </a:r>
                      <a:endParaRPr kumimoji="0" lang="en-US" sz="1400" b="1"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76288">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Dry</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C</a:t>
                      </a:r>
                      <a:r>
                        <a:rPr kumimoji="0" lang="en-GB" sz="1400" b="0" i="0" u="none" strike="noStrike" cap="none" normalizeH="0" baseline="-25000">
                          <a:ln>
                            <a:noFill/>
                          </a:ln>
                          <a:solidFill>
                            <a:srgbClr val="000000"/>
                          </a:solidFill>
                          <a:effectLst/>
                          <a:latin typeface="Arial" charset="0"/>
                          <a:ea typeface="MS PGothic" pitchFamily="34" charset="-128"/>
                        </a:rPr>
                        <a:t>1</a:t>
                      </a:r>
                      <a:r>
                        <a:rPr kumimoji="0" lang="en-GB" sz="1400" b="0" i="0" u="none" strike="noStrike" cap="none" normalizeH="0" baseline="0">
                          <a:ln>
                            <a:noFill/>
                          </a:ln>
                          <a:solidFill>
                            <a:srgbClr val="000000"/>
                          </a:solidFill>
                          <a:effectLst/>
                          <a:latin typeface="Arial" charset="0"/>
                          <a:ea typeface="MS PGothic" pitchFamily="34" charset="-128"/>
                        </a:rPr>
                        <a:t>=7.72E2 </a:t>
                      </a:r>
                      <a:r>
                        <a:rPr kumimoji="0" lang="en-GB" sz="1400" b="0" i="0" u="none" strike="noStrike" cap="none" normalizeH="0" baseline="0">
                          <a:ln>
                            <a:noFill/>
                          </a:ln>
                          <a:solidFill>
                            <a:srgbClr val="000000"/>
                          </a:solidFill>
                          <a:effectLst/>
                          <a:latin typeface="Symbol" pitchFamily="18" charset="2"/>
                          <a:ea typeface="MS PGothic" pitchFamily="34" charset="-128"/>
                        </a:rPr>
                        <a:t>m</a:t>
                      </a:r>
                      <a:r>
                        <a:rPr kumimoji="0" lang="en-GB" sz="1400" b="0" i="0" u="none" strike="noStrike" cap="none" normalizeH="0" baseline="0">
                          <a:ln>
                            <a:noFill/>
                          </a:ln>
                          <a:solidFill>
                            <a:srgbClr val="000000"/>
                          </a:solidFill>
                          <a:effectLst/>
                          <a:latin typeface="Arial" charset="0"/>
                          <a:ea typeface="MS PGothic" pitchFamily="34" charset="-128"/>
                        </a:rPr>
                        <a:t>m</a:t>
                      </a:r>
                      <a:r>
                        <a:rPr kumimoji="0" lang="en-GB" sz="1400" b="0" i="0" u="none" strike="noStrike" cap="none" normalizeH="0" baseline="30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hr</a:t>
                      </a:r>
                      <a:r>
                        <a:rPr kumimoji="0" lang="en-GB" sz="1400" b="0" i="0" u="none" strike="noStrike" cap="none" normalizeH="0" baseline="30000">
                          <a:ln>
                            <a:noFill/>
                          </a:ln>
                          <a:solidFill>
                            <a:srgbClr val="000000"/>
                          </a:solidFill>
                          <a:effectLst/>
                          <a:latin typeface="Arial" charset="0"/>
                          <a:ea typeface="MS PGothic" pitchFamily="34" charset="-128"/>
                        </a:rPr>
                        <a:t>-1</a:t>
                      </a:r>
                      <a:endParaRPr kumimoji="0" lang="en-GB" sz="1400" b="0" i="0" u="none" strike="noStrike" cap="none" normalizeH="0" baseline="0">
                        <a:ln>
                          <a:noFill/>
                        </a:ln>
                        <a:solidFill>
                          <a:srgbClr val="000000"/>
                        </a:solidFill>
                        <a:effectLst/>
                        <a:latin typeface="Arial" charset="0"/>
                        <a:ea typeface="MS PGothic" pitchFamily="34" charset="-128"/>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E</a:t>
                      </a:r>
                      <a:r>
                        <a:rPr kumimoji="0" lang="en-GB" sz="1400" b="0" i="0" u="none" strike="noStrike" cap="none" normalizeH="0" baseline="-25000">
                          <a:ln>
                            <a:noFill/>
                          </a:ln>
                          <a:solidFill>
                            <a:srgbClr val="000000"/>
                          </a:solidFill>
                          <a:effectLst/>
                          <a:latin typeface="Arial" charset="0"/>
                          <a:ea typeface="MS PGothic" pitchFamily="34" charset="-128"/>
                        </a:rPr>
                        <a:t>1</a:t>
                      </a:r>
                      <a:r>
                        <a:rPr kumimoji="0" lang="en-GB" sz="1400" b="0" i="0" u="none" strike="noStrike" cap="none" normalizeH="0" baseline="0">
                          <a:ln>
                            <a:noFill/>
                          </a:ln>
                          <a:solidFill>
                            <a:srgbClr val="000000"/>
                          </a:solidFill>
                          <a:effectLst/>
                          <a:latin typeface="Arial" charset="0"/>
                          <a:ea typeface="MS PGothic" pitchFamily="34" charset="-128"/>
                        </a:rPr>
                        <a:t>=1.23eV</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C</a:t>
                      </a:r>
                      <a:r>
                        <a:rPr kumimoji="0" lang="en-GB" sz="1400" b="0" i="0" u="none" strike="noStrike" cap="none" normalizeH="0" baseline="-25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=6.23E6 </a:t>
                      </a:r>
                      <a:r>
                        <a:rPr kumimoji="0" lang="en-GB" sz="1400" b="0" i="0" u="none" strike="noStrike" cap="none" normalizeH="0" baseline="0">
                          <a:ln>
                            <a:noFill/>
                          </a:ln>
                          <a:solidFill>
                            <a:srgbClr val="000000"/>
                          </a:solidFill>
                          <a:effectLst/>
                          <a:latin typeface="Symbol" pitchFamily="18" charset="2"/>
                          <a:ea typeface="MS PGothic" pitchFamily="34" charset="-128"/>
                        </a:rPr>
                        <a:t>m</a:t>
                      </a:r>
                      <a:r>
                        <a:rPr kumimoji="0" lang="en-GB" sz="1400" b="0" i="0" u="none" strike="noStrike" cap="none" normalizeH="0" baseline="0">
                          <a:ln>
                            <a:noFill/>
                          </a:ln>
                          <a:solidFill>
                            <a:srgbClr val="000000"/>
                          </a:solidFill>
                          <a:effectLst/>
                          <a:latin typeface="Arial" charset="0"/>
                          <a:ea typeface="MS PGothic" pitchFamily="34" charset="-128"/>
                        </a:rPr>
                        <a:t>m</a:t>
                      </a:r>
                      <a:r>
                        <a:rPr kumimoji="0" lang="en-GB" sz="1400" b="0" i="0" u="none" strike="noStrike" cap="none" normalizeH="0" baseline="30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hr</a:t>
                      </a:r>
                      <a:r>
                        <a:rPr kumimoji="0" lang="en-GB" sz="1400" b="0" i="0" u="none" strike="noStrike" cap="none" normalizeH="0" baseline="30000">
                          <a:ln>
                            <a:noFill/>
                          </a:ln>
                          <a:solidFill>
                            <a:srgbClr val="000000"/>
                          </a:solidFill>
                          <a:effectLst/>
                          <a:latin typeface="Arial" charset="0"/>
                          <a:ea typeface="MS PGothic" pitchFamily="34" charset="-128"/>
                        </a:rPr>
                        <a:t>-1</a:t>
                      </a:r>
                      <a:endParaRPr kumimoji="0" lang="en-GB" sz="1400" b="0" i="0" u="none" strike="noStrike" cap="none" normalizeH="0" baseline="0">
                        <a:ln>
                          <a:noFill/>
                        </a:ln>
                        <a:solidFill>
                          <a:srgbClr val="000000"/>
                        </a:solidFill>
                        <a:effectLst/>
                        <a:latin typeface="Arial" charset="0"/>
                        <a:ea typeface="MS PGothic" pitchFamily="34" charset="-128"/>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E</a:t>
                      </a:r>
                      <a:r>
                        <a:rPr kumimoji="0" lang="en-GB" sz="1400" b="0" i="0" u="none" strike="noStrike" cap="none" normalizeH="0" baseline="-25000">
                          <a:ln>
                            <a:noFill/>
                          </a:ln>
                          <a:solidFill>
                            <a:srgbClr val="000000"/>
                          </a:solidFill>
                          <a:effectLst/>
                          <a:latin typeface="Arial" charset="0"/>
                          <a:ea typeface="MS PGothic" pitchFamily="34" charset="-128"/>
                        </a:rPr>
                        <a:t>1</a:t>
                      </a:r>
                      <a:r>
                        <a:rPr kumimoji="0" lang="en-GB" sz="1400" b="0" i="0" u="none" strike="noStrike" cap="none" normalizeH="0" baseline="0">
                          <a:ln>
                            <a:noFill/>
                          </a:ln>
                          <a:solidFill>
                            <a:srgbClr val="000000"/>
                          </a:solidFill>
                          <a:effectLst/>
                          <a:latin typeface="Arial" charset="0"/>
                          <a:ea typeface="MS PGothic" pitchFamily="34" charset="-128"/>
                        </a:rPr>
                        <a:t>=2.0eV</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4700">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Wet</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C</a:t>
                      </a:r>
                      <a:r>
                        <a:rPr kumimoji="0" lang="en-GB" sz="1400" b="0" i="0" u="none" strike="noStrike" cap="none" normalizeH="0" baseline="-25000">
                          <a:ln>
                            <a:noFill/>
                          </a:ln>
                          <a:solidFill>
                            <a:srgbClr val="000000"/>
                          </a:solidFill>
                          <a:effectLst/>
                          <a:latin typeface="Arial" charset="0"/>
                          <a:ea typeface="MS PGothic" pitchFamily="34" charset="-128"/>
                        </a:rPr>
                        <a:t>1</a:t>
                      </a:r>
                      <a:r>
                        <a:rPr kumimoji="0" lang="en-GB" sz="1400" b="0" i="0" u="none" strike="noStrike" cap="none" normalizeH="0" baseline="0">
                          <a:ln>
                            <a:noFill/>
                          </a:ln>
                          <a:solidFill>
                            <a:srgbClr val="000000"/>
                          </a:solidFill>
                          <a:effectLst/>
                          <a:latin typeface="Arial" charset="0"/>
                          <a:ea typeface="MS PGothic" pitchFamily="34" charset="-128"/>
                        </a:rPr>
                        <a:t>=3.86E2 </a:t>
                      </a:r>
                      <a:r>
                        <a:rPr kumimoji="0" lang="en-GB" sz="1400" b="0" i="0" u="none" strike="noStrike" cap="none" normalizeH="0" baseline="0">
                          <a:ln>
                            <a:noFill/>
                          </a:ln>
                          <a:solidFill>
                            <a:srgbClr val="000000"/>
                          </a:solidFill>
                          <a:effectLst/>
                          <a:latin typeface="Symbol" pitchFamily="18" charset="2"/>
                          <a:ea typeface="MS PGothic" pitchFamily="34" charset="-128"/>
                        </a:rPr>
                        <a:t>m</a:t>
                      </a:r>
                      <a:r>
                        <a:rPr kumimoji="0" lang="en-GB" sz="1400" b="0" i="0" u="none" strike="noStrike" cap="none" normalizeH="0" baseline="0">
                          <a:ln>
                            <a:noFill/>
                          </a:ln>
                          <a:solidFill>
                            <a:srgbClr val="000000"/>
                          </a:solidFill>
                          <a:effectLst/>
                          <a:latin typeface="Arial" charset="0"/>
                          <a:ea typeface="MS PGothic" pitchFamily="34" charset="-128"/>
                        </a:rPr>
                        <a:t>m</a:t>
                      </a:r>
                      <a:r>
                        <a:rPr kumimoji="0" lang="en-GB" sz="1400" b="0" i="0" u="none" strike="noStrike" cap="none" normalizeH="0" baseline="30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hr</a:t>
                      </a:r>
                      <a:r>
                        <a:rPr kumimoji="0" lang="en-GB" sz="1400" b="0" i="0" u="none" strike="noStrike" cap="none" normalizeH="0" baseline="30000">
                          <a:ln>
                            <a:noFill/>
                          </a:ln>
                          <a:solidFill>
                            <a:srgbClr val="000000"/>
                          </a:solidFill>
                          <a:effectLst/>
                          <a:latin typeface="Arial" charset="0"/>
                          <a:ea typeface="MS PGothic" pitchFamily="34" charset="-128"/>
                        </a:rPr>
                        <a:t>-1</a:t>
                      </a:r>
                      <a:endParaRPr kumimoji="0" lang="en-GB" sz="1400" b="0" i="0" u="none" strike="noStrike" cap="none" normalizeH="0" baseline="0">
                        <a:ln>
                          <a:noFill/>
                        </a:ln>
                        <a:solidFill>
                          <a:srgbClr val="000000"/>
                        </a:solidFill>
                        <a:effectLst/>
                        <a:latin typeface="Arial" charset="0"/>
                        <a:ea typeface="MS PGothic" pitchFamily="34" charset="-128"/>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E</a:t>
                      </a:r>
                      <a:r>
                        <a:rPr kumimoji="0" lang="en-GB" sz="1400" b="0" i="0" u="none" strike="noStrike" cap="none" normalizeH="0" baseline="-25000">
                          <a:ln>
                            <a:noFill/>
                          </a:ln>
                          <a:solidFill>
                            <a:srgbClr val="000000"/>
                          </a:solidFill>
                          <a:effectLst/>
                          <a:latin typeface="Arial" charset="0"/>
                          <a:ea typeface="MS PGothic" pitchFamily="34" charset="-128"/>
                        </a:rPr>
                        <a:t>1</a:t>
                      </a:r>
                      <a:r>
                        <a:rPr kumimoji="0" lang="en-GB" sz="1400" b="0" i="0" u="none" strike="noStrike" cap="none" normalizeH="0" baseline="0">
                          <a:ln>
                            <a:noFill/>
                          </a:ln>
                          <a:solidFill>
                            <a:srgbClr val="000000"/>
                          </a:solidFill>
                          <a:effectLst/>
                          <a:latin typeface="Arial" charset="0"/>
                          <a:ea typeface="MS PGothic" pitchFamily="34" charset="-128"/>
                        </a:rPr>
                        <a:t>=0.78eV</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C</a:t>
                      </a:r>
                      <a:r>
                        <a:rPr kumimoji="0" lang="en-GB" sz="1400" b="0" i="0" u="none" strike="noStrike" cap="none" normalizeH="0" baseline="-25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=1.63E8 </a:t>
                      </a:r>
                      <a:r>
                        <a:rPr kumimoji="0" lang="en-GB" sz="1400" b="0" i="0" u="none" strike="noStrike" cap="none" normalizeH="0" baseline="0">
                          <a:ln>
                            <a:noFill/>
                          </a:ln>
                          <a:solidFill>
                            <a:srgbClr val="000000"/>
                          </a:solidFill>
                          <a:effectLst/>
                          <a:latin typeface="Symbol" pitchFamily="18" charset="2"/>
                          <a:ea typeface="MS PGothic" pitchFamily="34" charset="-128"/>
                        </a:rPr>
                        <a:t>m</a:t>
                      </a:r>
                      <a:r>
                        <a:rPr kumimoji="0" lang="en-GB" sz="1400" b="0" i="0" u="none" strike="noStrike" cap="none" normalizeH="0" baseline="0">
                          <a:ln>
                            <a:noFill/>
                          </a:ln>
                          <a:solidFill>
                            <a:srgbClr val="000000"/>
                          </a:solidFill>
                          <a:effectLst/>
                          <a:latin typeface="Arial" charset="0"/>
                          <a:ea typeface="MS PGothic" pitchFamily="34" charset="-128"/>
                        </a:rPr>
                        <a:t>m</a:t>
                      </a:r>
                      <a:r>
                        <a:rPr kumimoji="0" lang="en-GB" sz="1400" b="0" i="0" u="none" strike="noStrike" cap="none" normalizeH="0" baseline="30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hr</a:t>
                      </a:r>
                      <a:r>
                        <a:rPr kumimoji="0" lang="en-GB" sz="1400" b="0" i="0" u="none" strike="noStrike" cap="none" normalizeH="0" baseline="30000">
                          <a:ln>
                            <a:noFill/>
                          </a:ln>
                          <a:solidFill>
                            <a:srgbClr val="000000"/>
                          </a:solidFill>
                          <a:effectLst/>
                          <a:latin typeface="Arial" charset="0"/>
                          <a:ea typeface="MS PGothic" pitchFamily="34" charset="-128"/>
                        </a:rPr>
                        <a:t>-1</a:t>
                      </a:r>
                      <a:endParaRPr kumimoji="0" lang="en-GB" sz="1400" b="0" i="0" u="none" strike="noStrike" cap="none" normalizeH="0" baseline="0">
                        <a:ln>
                          <a:noFill/>
                        </a:ln>
                        <a:solidFill>
                          <a:srgbClr val="000000"/>
                        </a:solidFill>
                        <a:effectLst/>
                        <a:latin typeface="Arial" charset="0"/>
                        <a:ea typeface="MS PGothic" pitchFamily="34" charset="-128"/>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E</a:t>
                      </a:r>
                      <a:r>
                        <a:rPr kumimoji="0" lang="en-GB" sz="1400" b="0" i="0" u="none" strike="noStrike" cap="none" normalizeH="0" baseline="-25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rPr>
                        <a:t>=2.05eV</a:t>
                      </a:r>
                      <a:endParaRPr kumimoji="0" lang="en-US" sz="1400" b="0" i="0" u="none" strike="noStrike" cap="none" normalizeH="0" baseline="0">
                        <a:ln>
                          <a:noFill/>
                        </a:ln>
                        <a:solidFill>
                          <a:srgbClr val="000000"/>
                        </a:solidFill>
                        <a:effectLst/>
                        <a:latin typeface="Arial" charset="0"/>
                        <a:ea typeface="MS PGothic"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8937" name="Text Box 53">
            <a:extLst>
              <a:ext uri="{FF2B5EF4-FFF2-40B4-BE49-F238E27FC236}">
                <a16:creationId xmlns:a16="http://schemas.microsoft.com/office/drawing/2014/main" id="{CE9E224B-362F-51D7-3C7E-F5F225DF9DAD}"/>
              </a:ext>
            </a:extLst>
          </p:cNvPr>
          <p:cNvSpPr txBox="1">
            <a:spLocks noChangeArrowheads="1"/>
          </p:cNvSpPr>
          <p:nvPr/>
        </p:nvSpPr>
        <p:spPr bwMode="auto">
          <a:xfrm>
            <a:off x="5470528" y="4586288"/>
            <a:ext cx="5197475" cy="29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Valid for (111) orientation, for (100) C</a:t>
            </a:r>
            <a:r>
              <a:rPr lang="en-GB" altLang="en-US" sz="1400" baseline="-25000"/>
              <a:t>2</a:t>
            </a:r>
            <a:r>
              <a:rPr lang="en-GB" altLang="en-US" sz="1400"/>
              <a:t> must be divided by 1.68</a:t>
            </a:r>
            <a:endParaRPr lang="en-US" altLang="en-US" sz="1400"/>
          </a:p>
        </p:txBody>
      </p:sp>
      <p:sp>
        <p:nvSpPr>
          <p:cNvPr id="38938" name="Text Box 54">
            <a:extLst>
              <a:ext uri="{FF2B5EF4-FFF2-40B4-BE49-F238E27FC236}">
                <a16:creationId xmlns:a16="http://schemas.microsoft.com/office/drawing/2014/main" id="{6EE4AF24-2718-306A-663B-469C6616861A}"/>
              </a:ext>
            </a:extLst>
          </p:cNvPr>
          <p:cNvSpPr txBox="1">
            <a:spLocks noChangeArrowheads="1"/>
          </p:cNvSpPr>
          <p:nvPr/>
        </p:nvSpPr>
        <p:spPr bwMode="auto">
          <a:xfrm>
            <a:off x="1995491" y="4972050"/>
            <a:ext cx="8091487" cy="1284288"/>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b="1"/>
              <a:t>B is more strictly related to diffusion </a:t>
            </a:r>
            <a:r>
              <a:rPr lang="en-GB" altLang="en-US" sz="1800" b="1">
                <a:sym typeface="Wingdings" panose="05000000000000000000" pitchFamily="2" charset="2"/>
              </a:rPr>
              <a:t> activation energies are very different between dry and wet ox.</a:t>
            </a:r>
          </a:p>
          <a:p>
            <a:pPr eaLnBrk="1" hangingPunct="1">
              <a:spcBef>
                <a:spcPct val="50000"/>
              </a:spcBef>
            </a:pPr>
            <a:r>
              <a:rPr lang="en-GB" altLang="en-US" sz="1800" b="1">
                <a:sym typeface="Wingdings" panose="05000000000000000000" pitchFamily="2" charset="2"/>
              </a:rPr>
              <a:t>B/A is more related to reaction at Si surface  activation energies are close to th energy needed to break Si-Si bonds.</a:t>
            </a:r>
            <a:endParaRPr lang="en-US" altLang="en-US" sz="18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0118E248-7C1A-143E-7479-F4CB864333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E94739B-69AB-463B-8B80-DEC7039C8A8B}" type="slidenum">
              <a:rPr lang="en-US" altLang="en-US" sz="800"/>
              <a:pPr>
                <a:lnSpc>
                  <a:spcPct val="100000"/>
                </a:lnSpc>
                <a:spcBef>
                  <a:spcPct val="0"/>
                </a:spcBef>
                <a:buClr>
                  <a:srgbClr val="F68933"/>
                </a:buClr>
                <a:buFontTx/>
                <a:buNone/>
              </a:pPr>
              <a:t>18</a:t>
            </a:fld>
            <a:endParaRPr lang="en-US" altLang="en-US" sz="800"/>
          </a:p>
        </p:txBody>
      </p:sp>
      <p:sp>
        <p:nvSpPr>
          <p:cNvPr id="40963" name="Rectangle 2">
            <a:extLst>
              <a:ext uri="{FF2B5EF4-FFF2-40B4-BE49-F238E27FC236}">
                <a16:creationId xmlns:a16="http://schemas.microsoft.com/office/drawing/2014/main" id="{929D789F-5925-E234-620B-5561E82E5745}"/>
              </a:ext>
            </a:extLst>
          </p:cNvPr>
          <p:cNvSpPr>
            <a:spLocks noGrp="1" noChangeArrowheads="1"/>
          </p:cNvSpPr>
          <p:nvPr>
            <p:ph type="title"/>
          </p:nvPr>
        </p:nvSpPr>
        <p:spPr/>
        <p:txBody>
          <a:bodyPr/>
          <a:lstStyle/>
          <a:p>
            <a:pPr eaLnBrk="1" hangingPunct="1"/>
            <a:r>
              <a:rPr lang="en-GB" altLang="en-US"/>
              <a:t>Corrections to Deal-Grove model</a:t>
            </a:r>
            <a:endParaRPr lang="en-US" altLang="en-US"/>
          </a:p>
        </p:txBody>
      </p:sp>
      <p:sp>
        <p:nvSpPr>
          <p:cNvPr id="40964" name="Text Box 6">
            <a:extLst>
              <a:ext uri="{FF2B5EF4-FFF2-40B4-BE49-F238E27FC236}">
                <a16:creationId xmlns:a16="http://schemas.microsoft.com/office/drawing/2014/main" id="{ACB799BA-66CE-0A2F-4041-9FC363560763}"/>
              </a:ext>
            </a:extLst>
          </p:cNvPr>
          <p:cNvSpPr txBox="1">
            <a:spLocks noChangeArrowheads="1"/>
          </p:cNvSpPr>
          <p:nvPr/>
        </p:nvSpPr>
        <p:spPr bwMode="auto">
          <a:xfrm>
            <a:off x="6096003" y="1870075"/>
            <a:ext cx="432752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solidFill>
                  <a:srgbClr val="FF7F00"/>
                </a:solidFill>
              </a:rPr>
              <a:t>The Deal-Grove model does not work for thin oxides !</a:t>
            </a:r>
            <a:endParaRPr lang="en-US" altLang="en-US" sz="2000" b="1">
              <a:solidFill>
                <a:srgbClr val="FF7F00"/>
              </a:solidFill>
            </a:endParaRPr>
          </a:p>
        </p:txBody>
      </p:sp>
      <p:sp>
        <p:nvSpPr>
          <p:cNvPr id="40965" name="Text Box 7">
            <a:extLst>
              <a:ext uri="{FF2B5EF4-FFF2-40B4-BE49-F238E27FC236}">
                <a16:creationId xmlns:a16="http://schemas.microsoft.com/office/drawing/2014/main" id="{D9B80F81-C9ED-FA64-4D85-FC5595CBD265}"/>
              </a:ext>
            </a:extLst>
          </p:cNvPr>
          <p:cNvSpPr txBox="1">
            <a:spLocks noChangeArrowheads="1"/>
          </p:cNvSpPr>
          <p:nvPr/>
        </p:nvSpPr>
        <p:spPr bwMode="auto">
          <a:xfrm>
            <a:off x="1828800" y="3673475"/>
            <a:ext cx="228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Massoud et al.:</a:t>
            </a:r>
            <a:endParaRPr lang="en-US" altLang="en-US" sz="2000" b="1"/>
          </a:p>
        </p:txBody>
      </p:sp>
      <p:graphicFrame>
        <p:nvGraphicFramePr>
          <p:cNvPr id="40966" name="Object 8">
            <a:extLst>
              <a:ext uri="{FF2B5EF4-FFF2-40B4-BE49-F238E27FC236}">
                <a16:creationId xmlns:a16="http://schemas.microsoft.com/office/drawing/2014/main" id="{277DFE8C-FA63-091B-A600-59553CCB9693}"/>
              </a:ext>
            </a:extLst>
          </p:cNvPr>
          <p:cNvGraphicFramePr>
            <a:graphicFrameLocks noChangeAspect="1"/>
          </p:cNvGraphicFramePr>
          <p:nvPr/>
        </p:nvGraphicFramePr>
        <p:xfrm>
          <a:off x="2193925" y="4187825"/>
          <a:ext cx="2857500" cy="736600"/>
        </p:xfrm>
        <a:graphic>
          <a:graphicData uri="http://schemas.openxmlformats.org/presentationml/2006/ole">
            <mc:AlternateContent xmlns:mc="http://schemas.openxmlformats.org/markup-compatibility/2006">
              <mc:Choice xmlns:v="urn:schemas-microsoft-com:vml" Requires="v">
                <p:oleObj name="Equation" r:id="rId3" imgW="1676400" imgH="431800" progId="Equation.3">
                  <p:embed/>
                </p:oleObj>
              </mc:Choice>
              <mc:Fallback>
                <p:oleObj name="Equation" r:id="rId3" imgW="1676400" imgH="431800" progId="Equation.3">
                  <p:embed/>
                  <p:pic>
                    <p:nvPicPr>
                      <p:cNvPr id="40966" name="Object 8">
                        <a:extLst>
                          <a:ext uri="{FF2B5EF4-FFF2-40B4-BE49-F238E27FC236}">
                            <a16:creationId xmlns:a16="http://schemas.microsoft.com/office/drawing/2014/main" id="{277DFE8C-FA63-091B-A600-59553CCB96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3925" y="4187825"/>
                        <a:ext cx="28575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7" name="Text Box 9">
            <a:extLst>
              <a:ext uri="{FF2B5EF4-FFF2-40B4-BE49-F238E27FC236}">
                <a16:creationId xmlns:a16="http://schemas.microsoft.com/office/drawing/2014/main" id="{7687A902-D79F-414E-83C7-CAB2A3D9A4BD}"/>
              </a:ext>
            </a:extLst>
          </p:cNvPr>
          <p:cNvSpPr txBox="1">
            <a:spLocks noChangeArrowheads="1"/>
          </p:cNvSpPr>
          <p:nvPr/>
        </p:nvSpPr>
        <p:spPr bwMode="auto">
          <a:xfrm>
            <a:off x="6370641" y="2622550"/>
            <a:ext cx="3717925" cy="312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No clear explanation of thin film regime yet:</a:t>
            </a:r>
          </a:p>
          <a:p>
            <a:pPr eaLnBrk="1" hangingPunct="1">
              <a:spcBef>
                <a:spcPct val="50000"/>
              </a:spcBef>
            </a:pPr>
            <a:r>
              <a:rPr lang="en-GB" altLang="en-US" sz="1800"/>
              <a:t>O</a:t>
            </a:r>
            <a:r>
              <a:rPr lang="en-GB" altLang="en-US" sz="1800" baseline="-25000"/>
              <a:t>2</a:t>
            </a:r>
            <a:r>
              <a:rPr lang="en-GB" altLang="en-US" sz="1800" baseline="30000"/>
              <a:t>- </a:t>
            </a:r>
            <a:r>
              <a:rPr lang="en-GB" altLang="en-US" sz="1800"/>
              <a:t>coupled diffusion</a:t>
            </a:r>
          </a:p>
          <a:p>
            <a:pPr eaLnBrk="1" hangingPunct="1">
              <a:spcBef>
                <a:spcPct val="50000"/>
              </a:spcBef>
            </a:pPr>
            <a:r>
              <a:rPr lang="en-GB" altLang="en-US" sz="1800"/>
              <a:t>Thermoionic emission of electrons from Si into SiO</a:t>
            </a:r>
            <a:r>
              <a:rPr lang="en-GB" altLang="en-US" sz="1800" baseline="-25000"/>
              <a:t>2</a:t>
            </a:r>
          </a:p>
          <a:p>
            <a:pPr eaLnBrk="1" hangingPunct="1">
              <a:spcBef>
                <a:spcPct val="50000"/>
              </a:spcBef>
            </a:pPr>
            <a:r>
              <a:rPr lang="en-GB" altLang="en-US" sz="1800"/>
              <a:t>Micro-pores</a:t>
            </a:r>
          </a:p>
          <a:p>
            <a:pPr eaLnBrk="1" hangingPunct="1">
              <a:spcBef>
                <a:spcPct val="50000"/>
              </a:spcBef>
            </a:pPr>
            <a:r>
              <a:rPr lang="en-GB" altLang="en-US" sz="1800"/>
              <a:t>Blocking layers</a:t>
            </a:r>
          </a:p>
          <a:p>
            <a:pPr eaLnBrk="1" hangingPunct="1">
              <a:spcBef>
                <a:spcPct val="50000"/>
              </a:spcBef>
            </a:pPr>
            <a:r>
              <a:rPr lang="en-GB" altLang="en-US" sz="1800"/>
              <a:t>Additional Si layers participating to oxidation</a:t>
            </a:r>
            <a:endParaRPr lang="en-US" altLang="en-US" sz="1800"/>
          </a:p>
        </p:txBody>
      </p:sp>
      <p:sp>
        <p:nvSpPr>
          <p:cNvPr id="40968" name="Oval 10">
            <a:extLst>
              <a:ext uri="{FF2B5EF4-FFF2-40B4-BE49-F238E27FC236}">
                <a16:creationId xmlns:a16="http://schemas.microsoft.com/office/drawing/2014/main" id="{137BA60C-DE45-C38A-7716-DDC260171814}"/>
              </a:ext>
            </a:extLst>
          </p:cNvPr>
          <p:cNvSpPr>
            <a:spLocks noChangeArrowheads="1"/>
          </p:cNvSpPr>
          <p:nvPr/>
        </p:nvSpPr>
        <p:spPr bwMode="auto">
          <a:xfrm>
            <a:off x="2713041" y="4160838"/>
            <a:ext cx="884237" cy="914400"/>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40969" name="Line 11">
            <a:extLst>
              <a:ext uri="{FF2B5EF4-FFF2-40B4-BE49-F238E27FC236}">
                <a16:creationId xmlns:a16="http://schemas.microsoft.com/office/drawing/2014/main" id="{E8996543-E89B-9963-F509-58539E5E5077}"/>
              </a:ext>
            </a:extLst>
          </p:cNvPr>
          <p:cNvSpPr>
            <a:spLocks noChangeShapeType="1"/>
          </p:cNvSpPr>
          <p:nvPr/>
        </p:nvSpPr>
        <p:spPr bwMode="auto">
          <a:xfrm flipH="1" flipV="1">
            <a:off x="3382963" y="5013328"/>
            <a:ext cx="334962" cy="32067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40970" name="Text Box 12">
            <a:extLst>
              <a:ext uri="{FF2B5EF4-FFF2-40B4-BE49-F238E27FC236}">
                <a16:creationId xmlns:a16="http://schemas.microsoft.com/office/drawing/2014/main" id="{7D37D4E1-A893-8BE3-5E81-31A4ECA99102}"/>
              </a:ext>
            </a:extLst>
          </p:cNvPr>
          <p:cNvSpPr txBox="1">
            <a:spLocks noChangeArrowheads="1"/>
          </p:cNvSpPr>
          <p:nvPr/>
        </p:nvSpPr>
        <p:spPr bwMode="auto">
          <a:xfrm>
            <a:off x="3702053" y="5303838"/>
            <a:ext cx="1279525" cy="508000"/>
          </a:xfrm>
          <a:prstGeom prst="rect">
            <a:avLst/>
          </a:prstGeom>
          <a:noFill/>
          <a:ln w="12700" algn="ctr">
            <a:solidFill>
              <a:srgbClr val="9A9F8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Deal-Grove term</a:t>
            </a:r>
            <a:endParaRPr lang="en-US" altLang="en-US" sz="1400"/>
          </a:p>
        </p:txBody>
      </p:sp>
      <p:pic>
        <p:nvPicPr>
          <p:cNvPr id="40971" name="Picture 13" descr="low_thick_vs_dealgrove0001">
            <a:extLst>
              <a:ext uri="{FF2B5EF4-FFF2-40B4-BE49-F238E27FC236}">
                <a16:creationId xmlns:a16="http://schemas.microsoft.com/office/drawing/2014/main" id="{88FDB3B5-1D55-8A55-2300-80655FA0B7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017588"/>
            <a:ext cx="4090988" cy="241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B4C64264-F862-FCAC-21A6-AB42B02E5A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A2DC1D8-BDE5-4EB1-9912-6D7A468C6BE7}" type="slidenum">
              <a:rPr lang="en-US" altLang="en-US" sz="800"/>
              <a:pPr>
                <a:lnSpc>
                  <a:spcPct val="100000"/>
                </a:lnSpc>
                <a:spcBef>
                  <a:spcPct val="0"/>
                </a:spcBef>
                <a:buClr>
                  <a:srgbClr val="F68933"/>
                </a:buClr>
                <a:buFontTx/>
                <a:buNone/>
              </a:pPr>
              <a:t>19</a:t>
            </a:fld>
            <a:endParaRPr lang="en-US" altLang="en-US" sz="800"/>
          </a:p>
        </p:txBody>
      </p:sp>
      <p:sp>
        <p:nvSpPr>
          <p:cNvPr id="43011" name="Rectangle 2">
            <a:extLst>
              <a:ext uri="{FF2B5EF4-FFF2-40B4-BE49-F238E27FC236}">
                <a16:creationId xmlns:a16="http://schemas.microsoft.com/office/drawing/2014/main" id="{7A44BCEE-1BD9-F923-D6AD-BC21685F4809}"/>
              </a:ext>
            </a:extLst>
          </p:cNvPr>
          <p:cNvSpPr>
            <a:spLocks noGrp="1" noChangeArrowheads="1"/>
          </p:cNvSpPr>
          <p:nvPr>
            <p:ph type="title"/>
          </p:nvPr>
        </p:nvSpPr>
        <p:spPr/>
        <p:txBody>
          <a:bodyPr/>
          <a:lstStyle/>
          <a:p>
            <a:pPr eaLnBrk="1" hangingPunct="1"/>
            <a:r>
              <a:rPr lang="en-GB" altLang="en-US"/>
              <a:t>Oxidation rate and substrate doping</a:t>
            </a:r>
            <a:endParaRPr lang="en-US" altLang="en-US"/>
          </a:p>
        </p:txBody>
      </p:sp>
      <p:sp>
        <p:nvSpPr>
          <p:cNvPr id="43012" name="Rectangle 3">
            <a:extLst>
              <a:ext uri="{FF2B5EF4-FFF2-40B4-BE49-F238E27FC236}">
                <a16:creationId xmlns:a16="http://schemas.microsoft.com/office/drawing/2014/main" id="{06B73CB5-A33F-DE6E-ACF9-0197FBFE92D3}"/>
              </a:ext>
            </a:extLst>
          </p:cNvPr>
          <p:cNvSpPr>
            <a:spLocks noGrp="1" noChangeArrowheads="1"/>
          </p:cNvSpPr>
          <p:nvPr>
            <p:ph type="body" idx="1"/>
          </p:nvPr>
        </p:nvSpPr>
        <p:spPr>
          <a:xfrm>
            <a:off x="1879600" y="1365250"/>
            <a:ext cx="8402638" cy="4114800"/>
          </a:xfrm>
        </p:spPr>
        <p:txBody>
          <a:bodyPr/>
          <a:lstStyle/>
          <a:p>
            <a:pPr eaLnBrk="1" hangingPunct="1"/>
            <a:r>
              <a:rPr lang="en-GB" altLang="en-US" sz="2000"/>
              <a:t>The substrate doping profile will change during oxidation, depending on impurities diffusivity and segregation coefficient (m).</a:t>
            </a:r>
            <a:endParaRPr lang="en-US" altLang="en-US" sz="2000"/>
          </a:p>
        </p:txBody>
      </p:sp>
      <p:pic>
        <p:nvPicPr>
          <p:cNvPr id="43013" name="Picture 4" descr="doping_oxidation0001">
            <a:extLst>
              <a:ext uri="{FF2B5EF4-FFF2-40B4-BE49-F238E27FC236}">
                <a16:creationId xmlns:a16="http://schemas.microsoft.com/office/drawing/2014/main" id="{6168B735-B5FB-BBD4-6988-AE51F429B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3" y="2005013"/>
            <a:ext cx="32416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5" descr="doping_oxidation0002">
            <a:extLst>
              <a:ext uri="{FF2B5EF4-FFF2-40B4-BE49-F238E27FC236}">
                <a16:creationId xmlns:a16="http://schemas.microsoft.com/office/drawing/2014/main" id="{783A0B9A-4470-73EC-238E-CFD731BB08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4106866"/>
            <a:ext cx="3206750"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3015" name="Object 6">
            <a:extLst>
              <a:ext uri="{FF2B5EF4-FFF2-40B4-BE49-F238E27FC236}">
                <a16:creationId xmlns:a16="http://schemas.microsoft.com/office/drawing/2014/main" id="{5445AB98-2F78-4FCC-925C-F2DAA85A739A}"/>
              </a:ext>
            </a:extLst>
          </p:cNvPr>
          <p:cNvGraphicFramePr>
            <a:graphicFrameLocks noChangeAspect="1"/>
          </p:cNvGraphicFramePr>
          <p:nvPr/>
        </p:nvGraphicFramePr>
        <p:xfrm>
          <a:off x="8304213" y="1730375"/>
          <a:ext cx="1287462" cy="933450"/>
        </p:xfrm>
        <a:graphic>
          <a:graphicData uri="http://schemas.openxmlformats.org/presentationml/2006/ole">
            <mc:AlternateContent xmlns:mc="http://schemas.openxmlformats.org/markup-compatibility/2006">
              <mc:Choice xmlns:v="urn:schemas-microsoft-com:vml" Requires="v">
                <p:oleObj name="Equation" r:id="rId5" imgW="647700" imgH="469900" progId="Equation.3">
                  <p:embed/>
                </p:oleObj>
              </mc:Choice>
              <mc:Fallback>
                <p:oleObj name="Equation" r:id="rId5" imgW="647700" imgH="469900" progId="Equation.3">
                  <p:embed/>
                  <p:pic>
                    <p:nvPicPr>
                      <p:cNvPr id="43015" name="Object 6">
                        <a:extLst>
                          <a:ext uri="{FF2B5EF4-FFF2-40B4-BE49-F238E27FC236}">
                            <a16:creationId xmlns:a16="http://schemas.microsoft.com/office/drawing/2014/main" id="{5445AB98-2F78-4FCC-925C-F2DAA85A73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4213" y="1730375"/>
                        <a:ext cx="1287462"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6" name="Text Box 7">
            <a:extLst>
              <a:ext uri="{FF2B5EF4-FFF2-40B4-BE49-F238E27FC236}">
                <a16:creationId xmlns:a16="http://schemas.microsoft.com/office/drawing/2014/main" id="{6ED56F2E-BAB2-88BE-2060-BC8EFCFED548}"/>
              </a:ext>
            </a:extLst>
          </p:cNvPr>
          <p:cNvSpPr txBox="1">
            <a:spLocks noChangeArrowheads="1"/>
          </p:cNvSpPr>
          <p:nvPr/>
        </p:nvSpPr>
        <p:spPr bwMode="auto">
          <a:xfrm>
            <a:off x="5470525" y="2606678"/>
            <a:ext cx="45418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m&lt;1 for Boron</a:t>
            </a:r>
          </a:p>
          <a:p>
            <a:pPr eaLnBrk="1" hangingPunct="1">
              <a:spcBef>
                <a:spcPct val="50000"/>
              </a:spcBef>
              <a:buFont typeface="Times" panose="02020603050405020304" pitchFamily="18" charset="0"/>
              <a:buNone/>
            </a:pPr>
            <a:r>
              <a:rPr lang="en-GB" altLang="en-US" sz="2000"/>
              <a:t>m</a:t>
            </a:r>
            <a:r>
              <a:rPr lang="en-US" altLang="en-US" sz="2000">
                <a:cs typeface="Arial" panose="020B0604020202020204" pitchFamily="34" charset="0"/>
              </a:rPr>
              <a:t>~10 for P,As,Sb</a:t>
            </a:r>
          </a:p>
        </p:txBody>
      </p:sp>
      <p:pic>
        <p:nvPicPr>
          <p:cNvPr id="43017" name="Picture 8" descr="doping_oxidation0003">
            <a:extLst>
              <a:ext uri="{FF2B5EF4-FFF2-40B4-BE49-F238E27FC236}">
                <a16:creationId xmlns:a16="http://schemas.microsoft.com/office/drawing/2014/main" id="{41B0132B-5CED-75DA-E8FB-7B24DE871E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3492503"/>
            <a:ext cx="2813050"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08676D8E-D158-64D8-A91C-F5BBE1831CE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EF7E991-F765-47AA-9D1D-7DADCB0834D2}" type="slidenum">
              <a:rPr lang="en-US" altLang="en-US" sz="800"/>
              <a:pPr>
                <a:lnSpc>
                  <a:spcPct val="100000"/>
                </a:lnSpc>
                <a:spcBef>
                  <a:spcPct val="0"/>
                </a:spcBef>
                <a:buClr>
                  <a:srgbClr val="F68933"/>
                </a:buClr>
                <a:buFontTx/>
                <a:buNone/>
              </a:pPr>
              <a:t>20</a:t>
            </a:fld>
            <a:endParaRPr lang="en-US" altLang="en-US" sz="800"/>
          </a:p>
        </p:txBody>
      </p:sp>
      <p:sp>
        <p:nvSpPr>
          <p:cNvPr id="45059" name="Rectangle 2">
            <a:extLst>
              <a:ext uri="{FF2B5EF4-FFF2-40B4-BE49-F238E27FC236}">
                <a16:creationId xmlns:a16="http://schemas.microsoft.com/office/drawing/2014/main" id="{B6E9A444-6634-52FA-BE3C-5F2363017AA6}"/>
              </a:ext>
            </a:extLst>
          </p:cNvPr>
          <p:cNvSpPr>
            <a:spLocks noGrp="1" noChangeArrowheads="1"/>
          </p:cNvSpPr>
          <p:nvPr>
            <p:ph type="title"/>
          </p:nvPr>
        </p:nvSpPr>
        <p:spPr/>
        <p:txBody>
          <a:bodyPr/>
          <a:lstStyle/>
          <a:p>
            <a:pPr eaLnBrk="1" hangingPunct="1"/>
            <a:r>
              <a:rPr lang="en-GB" altLang="en-US"/>
              <a:t>Oxidation rate and crystal orientation</a:t>
            </a:r>
            <a:endParaRPr lang="en-US" altLang="en-US"/>
          </a:p>
        </p:txBody>
      </p:sp>
      <p:sp>
        <p:nvSpPr>
          <p:cNvPr id="45060" name="Rectangle 3">
            <a:extLst>
              <a:ext uri="{FF2B5EF4-FFF2-40B4-BE49-F238E27FC236}">
                <a16:creationId xmlns:a16="http://schemas.microsoft.com/office/drawing/2014/main" id="{B05760C3-65D6-34B3-045D-C4C96488D742}"/>
              </a:ext>
            </a:extLst>
          </p:cNvPr>
          <p:cNvSpPr>
            <a:spLocks noGrp="1" noChangeArrowheads="1"/>
          </p:cNvSpPr>
          <p:nvPr>
            <p:ph type="body" idx="1"/>
          </p:nvPr>
        </p:nvSpPr>
        <p:spPr>
          <a:xfrm>
            <a:off x="1879600" y="1127125"/>
            <a:ext cx="8402638" cy="4114800"/>
          </a:xfrm>
        </p:spPr>
        <p:txBody>
          <a:bodyPr/>
          <a:lstStyle/>
          <a:p>
            <a:pPr eaLnBrk="1" hangingPunct="1"/>
            <a:r>
              <a:rPr lang="en-GB" altLang="en-US" sz="2000" b="1"/>
              <a:t>B does not depend on crystal orientation </a:t>
            </a:r>
          </a:p>
          <a:p>
            <a:pPr eaLnBrk="1" hangingPunct="1"/>
            <a:r>
              <a:rPr lang="en-GB" altLang="en-US" sz="2000" b="1"/>
              <a:t>B/A strongly depends on it</a:t>
            </a:r>
          </a:p>
          <a:p>
            <a:pPr eaLnBrk="1" hangingPunct="1">
              <a:buFont typeface="Times" panose="02020603050405020304" pitchFamily="18" charset="0"/>
              <a:buNone/>
            </a:pPr>
            <a:r>
              <a:rPr lang="en-GB" altLang="en-US" sz="2000"/>
              <a:t>Why?</a:t>
            </a:r>
          </a:p>
          <a:p>
            <a:pPr lvl="1" eaLnBrk="1" hangingPunct="1"/>
            <a:r>
              <a:rPr lang="en-GB" altLang="en-US"/>
              <a:t>Number of Si bonds available for cm</a:t>
            </a:r>
            <a:r>
              <a:rPr lang="en-GB" altLang="en-US" baseline="30000"/>
              <a:t>-2</a:t>
            </a:r>
          </a:p>
          <a:p>
            <a:pPr lvl="1" eaLnBrk="1" hangingPunct="1"/>
            <a:r>
              <a:rPr lang="en-GB" altLang="en-US"/>
              <a:t>Orientation dependent stress in some cases (?)</a:t>
            </a:r>
          </a:p>
          <a:p>
            <a:pPr eaLnBrk="1" hangingPunct="1"/>
            <a:endParaRPr lang="en-US" altLang="en-US" sz="2000"/>
          </a:p>
        </p:txBody>
      </p:sp>
      <p:pic>
        <p:nvPicPr>
          <p:cNvPr id="45061" name="Picture 4">
            <a:extLst>
              <a:ext uri="{FF2B5EF4-FFF2-40B4-BE49-F238E27FC236}">
                <a16:creationId xmlns:a16="http://schemas.microsoft.com/office/drawing/2014/main" id="{7A09B4C1-3CF7-A0A7-D93A-9D698BDE34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8950" y="3692525"/>
            <a:ext cx="3829050"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45062" name="Text Box 5">
            <a:extLst>
              <a:ext uri="{FF2B5EF4-FFF2-40B4-BE49-F238E27FC236}">
                <a16:creationId xmlns:a16="http://schemas.microsoft.com/office/drawing/2014/main" id="{521052B7-DCB8-EDA4-2CE1-0B62814BFD9B}"/>
              </a:ext>
            </a:extLst>
          </p:cNvPr>
          <p:cNvSpPr txBox="1">
            <a:spLocks noChangeArrowheads="1"/>
          </p:cNvSpPr>
          <p:nvPr/>
        </p:nvSpPr>
        <p:spPr bwMode="auto">
          <a:xfrm>
            <a:off x="7572378" y="2454275"/>
            <a:ext cx="3032125" cy="800100"/>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Inverted trend for  thin oxides at low O</a:t>
            </a:r>
            <a:r>
              <a:rPr lang="en-GB" altLang="en-US" sz="1600" baseline="-25000"/>
              <a:t>2</a:t>
            </a:r>
            <a:r>
              <a:rPr lang="en-GB" altLang="en-US" sz="1600"/>
              <a:t> pressure and high pressure H</a:t>
            </a:r>
            <a:r>
              <a:rPr lang="en-GB" altLang="en-US" sz="1600" baseline="-25000"/>
              <a:t>2</a:t>
            </a:r>
            <a:r>
              <a:rPr lang="en-GB" altLang="en-US" sz="1600"/>
              <a:t>O grown oxides</a:t>
            </a:r>
            <a:endParaRPr lang="en-US" altLang="en-US" sz="1600"/>
          </a:p>
        </p:txBody>
      </p:sp>
      <p:graphicFrame>
        <p:nvGraphicFramePr>
          <p:cNvPr id="45063" name="Object 6">
            <a:extLst>
              <a:ext uri="{FF2B5EF4-FFF2-40B4-BE49-F238E27FC236}">
                <a16:creationId xmlns:a16="http://schemas.microsoft.com/office/drawing/2014/main" id="{114ECCC6-CA07-CEA5-7A7B-B8597ECDCDE5}"/>
              </a:ext>
            </a:extLst>
          </p:cNvPr>
          <p:cNvGraphicFramePr>
            <a:graphicFrameLocks noChangeAspect="1"/>
          </p:cNvGraphicFramePr>
          <p:nvPr/>
        </p:nvGraphicFramePr>
        <p:xfrm>
          <a:off x="6567488" y="5600700"/>
          <a:ext cx="2074862" cy="719138"/>
        </p:xfrm>
        <a:graphic>
          <a:graphicData uri="http://schemas.openxmlformats.org/presentationml/2006/ole">
            <mc:AlternateContent xmlns:mc="http://schemas.openxmlformats.org/markup-compatibility/2006">
              <mc:Choice xmlns:v="urn:schemas-microsoft-com:vml" Requires="v">
                <p:oleObj name="Equation" r:id="rId4" imgW="1282700" imgH="444500" progId="Equation.3">
                  <p:embed/>
                </p:oleObj>
              </mc:Choice>
              <mc:Fallback>
                <p:oleObj name="Equation" r:id="rId4" imgW="1282700" imgH="444500" progId="Equation.3">
                  <p:embed/>
                  <p:pic>
                    <p:nvPicPr>
                      <p:cNvPr id="45063" name="Object 6">
                        <a:extLst>
                          <a:ext uri="{FF2B5EF4-FFF2-40B4-BE49-F238E27FC236}">
                            <a16:creationId xmlns:a16="http://schemas.microsoft.com/office/drawing/2014/main" id="{114ECCC6-CA07-CEA5-7A7B-B8597ECDCD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7488" y="5600700"/>
                        <a:ext cx="2074862"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5064" name="Picture 7">
            <a:extLst>
              <a:ext uri="{FF2B5EF4-FFF2-40B4-BE49-F238E27FC236}">
                <a16:creationId xmlns:a16="http://schemas.microsoft.com/office/drawing/2014/main" id="{4C420ED1-48AA-67FD-1083-2155FB0E0D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49733" t="41794" r="-694"/>
          <a:stretch>
            <a:fillRect/>
          </a:stretch>
        </p:blipFill>
        <p:spPr bwMode="auto">
          <a:xfrm>
            <a:off x="2117728" y="3206753"/>
            <a:ext cx="2665413"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5" name="Rectangle 9">
            <a:extLst>
              <a:ext uri="{FF2B5EF4-FFF2-40B4-BE49-F238E27FC236}">
                <a16:creationId xmlns:a16="http://schemas.microsoft.com/office/drawing/2014/main" id="{7594F8F6-27E2-CBE1-097A-D4CDABDF2DB9}"/>
              </a:ext>
            </a:extLst>
          </p:cNvPr>
          <p:cNvSpPr>
            <a:spLocks noChangeArrowheads="1"/>
          </p:cNvSpPr>
          <p:nvPr/>
        </p:nvSpPr>
        <p:spPr bwMode="auto">
          <a:xfrm>
            <a:off x="2112963" y="5656263"/>
            <a:ext cx="1441450" cy="512762"/>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a:extLst>
              <a:ext uri="{FF2B5EF4-FFF2-40B4-BE49-F238E27FC236}">
                <a16:creationId xmlns:a16="http://schemas.microsoft.com/office/drawing/2014/main" id="{8E7EBD94-2654-C35D-2E62-F17A0C8A48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603124B-DC9A-4BDA-AFD1-1B41D52E73F8}" type="slidenum">
              <a:rPr lang="en-US" altLang="en-US" sz="800"/>
              <a:pPr>
                <a:lnSpc>
                  <a:spcPct val="100000"/>
                </a:lnSpc>
                <a:spcBef>
                  <a:spcPct val="0"/>
                </a:spcBef>
                <a:buClr>
                  <a:srgbClr val="F68933"/>
                </a:buClr>
                <a:buFontTx/>
                <a:buNone/>
              </a:pPr>
              <a:t>21</a:t>
            </a:fld>
            <a:endParaRPr lang="en-US" altLang="en-US" sz="800"/>
          </a:p>
        </p:txBody>
      </p:sp>
      <p:sp>
        <p:nvSpPr>
          <p:cNvPr id="47107" name="Rectangle 2">
            <a:extLst>
              <a:ext uri="{FF2B5EF4-FFF2-40B4-BE49-F238E27FC236}">
                <a16:creationId xmlns:a16="http://schemas.microsoft.com/office/drawing/2014/main" id="{4B329712-254D-AF33-3134-5A3AC632BC02}"/>
              </a:ext>
            </a:extLst>
          </p:cNvPr>
          <p:cNvSpPr>
            <a:spLocks noGrp="1" noChangeArrowheads="1"/>
          </p:cNvSpPr>
          <p:nvPr>
            <p:ph type="title"/>
          </p:nvPr>
        </p:nvSpPr>
        <p:spPr/>
        <p:txBody>
          <a:bodyPr/>
          <a:lstStyle/>
          <a:p>
            <a:pPr eaLnBrk="1" hangingPunct="1"/>
            <a:r>
              <a:rPr lang="en-GB" altLang="en-US"/>
              <a:t>2D oxidation</a:t>
            </a:r>
            <a:endParaRPr lang="en-US" altLang="en-US"/>
          </a:p>
        </p:txBody>
      </p:sp>
      <p:sp>
        <p:nvSpPr>
          <p:cNvPr id="47108" name="Rectangle 3">
            <a:extLst>
              <a:ext uri="{FF2B5EF4-FFF2-40B4-BE49-F238E27FC236}">
                <a16:creationId xmlns:a16="http://schemas.microsoft.com/office/drawing/2014/main" id="{6BC93D48-6B4A-D9B6-DC4F-255008B2E62F}"/>
              </a:ext>
            </a:extLst>
          </p:cNvPr>
          <p:cNvSpPr>
            <a:spLocks noGrp="1" noChangeArrowheads="1"/>
          </p:cNvSpPr>
          <p:nvPr>
            <p:ph type="body" idx="1"/>
          </p:nvPr>
        </p:nvSpPr>
        <p:spPr>
          <a:xfrm>
            <a:off x="6307141" y="1371600"/>
            <a:ext cx="3989387" cy="4114800"/>
          </a:xfrm>
        </p:spPr>
        <p:txBody>
          <a:bodyPr/>
          <a:lstStyle/>
          <a:p>
            <a:pPr eaLnBrk="1" hangingPunct="1"/>
            <a:r>
              <a:rPr lang="en-GB" altLang="en-US" sz="2000" b="1"/>
              <a:t>Parameters to be kept into account when studying 2D oxidation:</a:t>
            </a:r>
          </a:p>
          <a:p>
            <a:pPr lvl="1" eaLnBrk="1" hangingPunct="1"/>
            <a:r>
              <a:rPr lang="en-GB" altLang="en-US"/>
              <a:t>Effects of crystal orientation on oxidation rate</a:t>
            </a:r>
          </a:p>
          <a:p>
            <a:pPr lvl="1" eaLnBrk="1" hangingPunct="1"/>
            <a:r>
              <a:rPr lang="en-GB" altLang="en-US"/>
              <a:t>Dependence of oxidant diffusion on local shape</a:t>
            </a:r>
          </a:p>
          <a:p>
            <a:pPr lvl="1" eaLnBrk="1" hangingPunct="1"/>
            <a:r>
              <a:rPr lang="en-GB" altLang="en-US"/>
              <a:t>Viscous flow </a:t>
            </a:r>
          </a:p>
          <a:p>
            <a:pPr lvl="1" eaLnBrk="1" hangingPunct="1"/>
            <a:r>
              <a:rPr lang="en-GB" altLang="en-US"/>
              <a:t>Stress effects</a:t>
            </a:r>
            <a:endParaRPr lang="en-US" altLang="en-US"/>
          </a:p>
        </p:txBody>
      </p:sp>
      <p:sp>
        <p:nvSpPr>
          <p:cNvPr id="47109" name="Text Box 4">
            <a:extLst>
              <a:ext uri="{FF2B5EF4-FFF2-40B4-BE49-F238E27FC236}">
                <a16:creationId xmlns:a16="http://schemas.microsoft.com/office/drawing/2014/main" id="{BA40E4CC-EEE7-56A8-6EA3-9D01700FB361}"/>
              </a:ext>
            </a:extLst>
          </p:cNvPr>
          <p:cNvSpPr txBox="1">
            <a:spLocks noChangeArrowheads="1"/>
          </p:cNvSpPr>
          <p:nvPr/>
        </p:nvSpPr>
        <p:spPr bwMode="auto">
          <a:xfrm>
            <a:off x="6300788" y="4629150"/>
            <a:ext cx="408305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In a classical paper (see references) Kao et al. studied oxidation rates as a function of radius of curvature of different structures</a:t>
            </a:r>
            <a:endParaRPr lang="en-US" altLang="en-US" sz="2000"/>
          </a:p>
        </p:txBody>
      </p:sp>
      <p:pic>
        <p:nvPicPr>
          <p:cNvPr id="47110" name="Picture 5">
            <a:extLst>
              <a:ext uri="{FF2B5EF4-FFF2-40B4-BE49-F238E27FC236}">
                <a16:creationId xmlns:a16="http://schemas.microsoft.com/office/drawing/2014/main" id="{1EBC215D-099D-4A35-D8B8-ACE0EBACC9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88" y="1593853"/>
            <a:ext cx="4354512"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a:extLst>
              <a:ext uri="{FF2B5EF4-FFF2-40B4-BE49-F238E27FC236}">
                <a16:creationId xmlns:a16="http://schemas.microsoft.com/office/drawing/2014/main" id="{23F63F35-409F-EF98-B95D-AB769A6261C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A2F06B5-F5DC-4AC0-A848-5123465525AF}" type="slidenum">
              <a:rPr lang="en-US" altLang="en-US" sz="800"/>
              <a:pPr>
                <a:lnSpc>
                  <a:spcPct val="100000"/>
                </a:lnSpc>
                <a:spcBef>
                  <a:spcPct val="0"/>
                </a:spcBef>
                <a:buClr>
                  <a:srgbClr val="F68933"/>
                </a:buClr>
                <a:buFontTx/>
                <a:buNone/>
              </a:pPr>
              <a:t>22</a:t>
            </a:fld>
            <a:endParaRPr lang="en-US" altLang="en-US" sz="800"/>
          </a:p>
        </p:txBody>
      </p:sp>
      <p:sp>
        <p:nvSpPr>
          <p:cNvPr id="49155" name="Rectangle 2">
            <a:extLst>
              <a:ext uri="{FF2B5EF4-FFF2-40B4-BE49-F238E27FC236}">
                <a16:creationId xmlns:a16="http://schemas.microsoft.com/office/drawing/2014/main" id="{F48FD587-EA87-0935-26B1-DA1A84BE4F60}"/>
              </a:ext>
            </a:extLst>
          </p:cNvPr>
          <p:cNvSpPr>
            <a:spLocks noGrp="1" noChangeArrowheads="1"/>
          </p:cNvSpPr>
          <p:nvPr>
            <p:ph type="title"/>
          </p:nvPr>
        </p:nvSpPr>
        <p:spPr/>
        <p:txBody>
          <a:bodyPr/>
          <a:lstStyle/>
          <a:p>
            <a:pPr eaLnBrk="1" hangingPunct="1"/>
            <a:r>
              <a:rPr lang="en-GB" altLang="en-US"/>
              <a:t>Microscopic model for oxidation </a:t>
            </a:r>
            <a:endParaRPr lang="en-US" altLang="en-US"/>
          </a:p>
        </p:txBody>
      </p:sp>
      <p:sp>
        <p:nvSpPr>
          <p:cNvPr id="49156" name="Rectangle 3">
            <a:extLst>
              <a:ext uri="{FF2B5EF4-FFF2-40B4-BE49-F238E27FC236}">
                <a16:creationId xmlns:a16="http://schemas.microsoft.com/office/drawing/2014/main" id="{F3BD841C-7AA0-DF13-FA88-8F18CB6FA02A}"/>
              </a:ext>
            </a:extLst>
          </p:cNvPr>
          <p:cNvSpPr>
            <a:spLocks noGrp="1" noChangeArrowheads="1"/>
          </p:cNvSpPr>
          <p:nvPr>
            <p:ph type="body" idx="1"/>
          </p:nvPr>
        </p:nvSpPr>
        <p:spPr/>
        <p:txBody>
          <a:bodyPr/>
          <a:lstStyle/>
          <a:p>
            <a:pPr eaLnBrk="1" hangingPunct="1"/>
            <a:r>
              <a:rPr lang="en-GB" altLang="en-US"/>
              <a:t>Oxidation processes “consume” vacancies and produce interstitial.</a:t>
            </a:r>
          </a:p>
          <a:p>
            <a:pPr lvl="1" eaLnBrk="1" hangingPunct="1"/>
            <a:r>
              <a:rPr lang="en-GB" altLang="en-US"/>
              <a:t>Part of the volume expansion can be modeled by vacancies consumption.</a:t>
            </a:r>
          </a:p>
          <a:p>
            <a:pPr lvl="1" eaLnBrk="1" hangingPunct="1"/>
            <a:r>
              <a:rPr lang="en-GB" altLang="en-US"/>
              <a:t>Interstitial injection can explain dopant diffusion phenomena (OED, ORD) and extended defects formation (Oxidation-induced Stacking Faults,  OSF)</a:t>
            </a:r>
            <a:endParaRPr lang="en-US" altLang="en-US"/>
          </a:p>
        </p:txBody>
      </p:sp>
      <p:graphicFrame>
        <p:nvGraphicFramePr>
          <p:cNvPr id="49157" name="Object 5">
            <a:extLst>
              <a:ext uri="{FF2B5EF4-FFF2-40B4-BE49-F238E27FC236}">
                <a16:creationId xmlns:a16="http://schemas.microsoft.com/office/drawing/2014/main" id="{4695CCB2-18F6-D09C-F2C4-5D045C4D3F65}"/>
              </a:ext>
            </a:extLst>
          </p:cNvPr>
          <p:cNvGraphicFramePr>
            <a:graphicFrameLocks noChangeAspect="1"/>
          </p:cNvGraphicFramePr>
          <p:nvPr/>
        </p:nvGraphicFramePr>
        <p:xfrm>
          <a:off x="1524003" y="3948113"/>
          <a:ext cx="4219575" cy="2208212"/>
        </p:xfrm>
        <a:graphic>
          <a:graphicData uri="http://schemas.openxmlformats.org/presentationml/2006/ole">
            <mc:AlternateContent xmlns:mc="http://schemas.openxmlformats.org/markup-compatibility/2006">
              <mc:Choice xmlns:v="urn:schemas-microsoft-com:vml" Requires="v">
                <p:oleObj name="Document" r:id="rId3" imgW="4660392" imgH="2438400" progId="Word.Document.8">
                  <p:embed/>
                </p:oleObj>
              </mc:Choice>
              <mc:Fallback>
                <p:oleObj name="Document" r:id="rId3" imgW="4660392" imgH="2438400" progId="Word.Document.8">
                  <p:embed/>
                  <p:pic>
                    <p:nvPicPr>
                      <p:cNvPr id="49157" name="Object 5">
                        <a:extLst>
                          <a:ext uri="{FF2B5EF4-FFF2-40B4-BE49-F238E27FC236}">
                            <a16:creationId xmlns:a16="http://schemas.microsoft.com/office/drawing/2014/main" id="{4695CCB2-18F6-D09C-F2C4-5D045C4D3F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3" y="3948113"/>
                        <a:ext cx="4219575" cy="2208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8" name="Object 6">
            <a:extLst>
              <a:ext uri="{FF2B5EF4-FFF2-40B4-BE49-F238E27FC236}">
                <a16:creationId xmlns:a16="http://schemas.microsoft.com/office/drawing/2014/main" id="{DDFED8BD-9D9C-A719-8E22-317CF9899326}"/>
              </a:ext>
            </a:extLst>
          </p:cNvPr>
          <p:cNvGraphicFramePr>
            <a:graphicFrameLocks noChangeAspect="1"/>
          </p:cNvGraphicFramePr>
          <p:nvPr/>
        </p:nvGraphicFramePr>
        <p:xfrm>
          <a:off x="5829300" y="4799013"/>
          <a:ext cx="4572000" cy="411162"/>
        </p:xfrm>
        <a:graphic>
          <a:graphicData uri="http://schemas.openxmlformats.org/presentationml/2006/ole">
            <mc:AlternateContent xmlns:mc="http://schemas.openxmlformats.org/markup-compatibility/2006">
              <mc:Choice xmlns:v="urn:schemas-microsoft-com:vml" Requires="v">
                <p:oleObj name="Equation" r:id="rId5" imgW="2819400" imgH="254000" progId="Equation.DSMT4">
                  <p:embed/>
                </p:oleObj>
              </mc:Choice>
              <mc:Fallback>
                <p:oleObj name="Equation" r:id="rId5" imgW="2819400" imgH="254000" progId="Equation.DSMT4">
                  <p:embed/>
                  <p:pic>
                    <p:nvPicPr>
                      <p:cNvPr id="49158" name="Object 6">
                        <a:extLst>
                          <a:ext uri="{FF2B5EF4-FFF2-40B4-BE49-F238E27FC236}">
                            <a16:creationId xmlns:a16="http://schemas.microsoft.com/office/drawing/2014/main" id="{DDFED8BD-9D9C-A719-8E22-317CF98993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9300" y="4799013"/>
                        <a:ext cx="4572000"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a:extLst>
              <a:ext uri="{FF2B5EF4-FFF2-40B4-BE49-F238E27FC236}">
                <a16:creationId xmlns:a16="http://schemas.microsoft.com/office/drawing/2014/main" id="{EBBF67AC-52A5-ED55-3DE6-C4B892B1DBE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C4C672C-6B8B-4948-BE03-505F4A802E6E}" type="slidenum">
              <a:rPr lang="en-US" altLang="en-US" sz="800"/>
              <a:pPr>
                <a:lnSpc>
                  <a:spcPct val="100000"/>
                </a:lnSpc>
                <a:spcBef>
                  <a:spcPct val="0"/>
                </a:spcBef>
                <a:buClr>
                  <a:srgbClr val="F68933"/>
                </a:buClr>
                <a:buFontTx/>
                <a:buNone/>
              </a:pPr>
              <a:t>23</a:t>
            </a:fld>
            <a:endParaRPr lang="en-US" altLang="en-US" sz="800"/>
          </a:p>
        </p:txBody>
      </p:sp>
      <p:sp>
        <p:nvSpPr>
          <p:cNvPr id="51203" name="Rectangle 2">
            <a:extLst>
              <a:ext uri="{FF2B5EF4-FFF2-40B4-BE49-F238E27FC236}">
                <a16:creationId xmlns:a16="http://schemas.microsoft.com/office/drawing/2014/main" id="{94A51D69-9452-6C5A-F094-124655225040}"/>
              </a:ext>
            </a:extLst>
          </p:cNvPr>
          <p:cNvSpPr>
            <a:spLocks noGrp="1" noChangeArrowheads="1"/>
          </p:cNvSpPr>
          <p:nvPr>
            <p:ph type="title"/>
          </p:nvPr>
        </p:nvSpPr>
        <p:spPr/>
        <p:txBody>
          <a:bodyPr/>
          <a:lstStyle/>
          <a:p>
            <a:pPr eaLnBrk="1" hangingPunct="1"/>
            <a:r>
              <a:rPr lang="en-GB" altLang="en-US"/>
              <a:t>Oxidation rate and substrate doping</a:t>
            </a:r>
            <a:endParaRPr lang="en-US" altLang="en-US"/>
          </a:p>
        </p:txBody>
      </p:sp>
      <p:sp>
        <p:nvSpPr>
          <p:cNvPr id="51204" name="Rectangle 3">
            <a:extLst>
              <a:ext uri="{FF2B5EF4-FFF2-40B4-BE49-F238E27FC236}">
                <a16:creationId xmlns:a16="http://schemas.microsoft.com/office/drawing/2014/main" id="{F45750C6-752A-39D3-BE68-8518CD4CE80C}"/>
              </a:ext>
            </a:extLst>
          </p:cNvPr>
          <p:cNvSpPr>
            <a:spLocks noGrp="1" noChangeArrowheads="1"/>
          </p:cNvSpPr>
          <p:nvPr>
            <p:ph type="body" idx="1"/>
          </p:nvPr>
        </p:nvSpPr>
        <p:spPr>
          <a:xfrm>
            <a:off x="1893891" y="1044575"/>
            <a:ext cx="8402637" cy="4114800"/>
          </a:xfrm>
        </p:spPr>
        <p:txBody>
          <a:bodyPr/>
          <a:lstStyle/>
          <a:p>
            <a:pPr eaLnBrk="1" hangingPunct="1"/>
            <a:r>
              <a:rPr lang="en-GB" altLang="en-US" sz="2000"/>
              <a:t>All kinds of substrate doping increase oxidation rate</a:t>
            </a:r>
            <a:endParaRPr lang="en-US" altLang="en-US" sz="2000"/>
          </a:p>
        </p:txBody>
      </p:sp>
      <p:pic>
        <p:nvPicPr>
          <p:cNvPr id="51205" name="Picture 9" descr="doping_oxidation0004">
            <a:extLst>
              <a:ext uri="{FF2B5EF4-FFF2-40B4-BE49-F238E27FC236}">
                <a16:creationId xmlns:a16="http://schemas.microsoft.com/office/drawing/2014/main" id="{9266C2D5-5E4F-32F7-D217-3D8F77AC9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57338"/>
            <a:ext cx="4362450" cy="2100262"/>
          </a:xfrm>
          <a:prstGeom prst="rect">
            <a:avLst/>
          </a:prstGeom>
          <a:noFill/>
          <a:ln w="9525">
            <a:solidFill>
              <a:srgbClr val="FF7F00"/>
            </a:solidFill>
            <a:miter lim="800000"/>
            <a:headEnd/>
            <a:tailEnd/>
          </a:ln>
          <a:extLst>
            <a:ext uri="{909E8E84-426E-40DD-AFC4-6F175D3DCCD1}">
              <a14:hiddenFill xmlns:a14="http://schemas.microsoft.com/office/drawing/2010/main">
                <a:solidFill>
                  <a:srgbClr val="FFFFFF"/>
                </a:solidFill>
              </a14:hiddenFill>
            </a:ext>
          </a:extLst>
        </p:spPr>
      </p:pic>
      <p:sp>
        <p:nvSpPr>
          <p:cNvPr id="51206" name="Text Box 10">
            <a:extLst>
              <a:ext uri="{FF2B5EF4-FFF2-40B4-BE49-F238E27FC236}">
                <a16:creationId xmlns:a16="http://schemas.microsoft.com/office/drawing/2014/main" id="{0EA40A33-9332-ECED-1953-5E787C851003}"/>
              </a:ext>
            </a:extLst>
          </p:cNvPr>
          <p:cNvSpPr txBox="1">
            <a:spLocks noChangeArrowheads="1"/>
          </p:cNvSpPr>
          <p:nvPr/>
        </p:nvSpPr>
        <p:spPr bwMode="auto">
          <a:xfrm>
            <a:off x="6629403" y="1739900"/>
            <a:ext cx="3687763"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B is incorporated into SiO</a:t>
            </a:r>
            <a:r>
              <a:rPr lang="en-GB" altLang="en-US" sz="2000" baseline="-25000"/>
              <a:t>2</a:t>
            </a:r>
            <a:r>
              <a:rPr lang="en-GB" altLang="en-US" sz="2000"/>
              <a:t> and weakens the oxide structure</a:t>
            </a:r>
          </a:p>
          <a:p>
            <a:pPr eaLnBrk="1" hangingPunct="1">
              <a:spcBef>
                <a:spcPct val="50000"/>
              </a:spcBef>
            </a:pPr>
            <a:r>
              <a:rPr lang="en-GB" altLang="en-US" sz="2000"/>
              <a:t>Oxidant diffusion is thus enhanced</a:t>
            </a:r>
            <a:endParaRPr lang="en-US" altLang="en-US" sz="2000"/>
          </a:p>
        </p:txBody>
      </p:sp>
      <p:sp>
        <p:nvSpPr>
          <p:cNvPr id="51207" name="AutoShape 11">
            <a:extLst>
              <a:ext uri="{FF2B5EF4-FFF2-40B4-BE49-F238E27FC236}">
                <a16:creationId xmlns:a16="http://schemas.microsoft.com/office/drawing/2014/main" id="{971F3246-FC9D-16B3-1FBC-987639A61A4E}"/>
              </a:ext>
            </a:extLst>
          </p:cNvPr>
          <p:cNvSpPr>
            <a:spLocks noChangeArrowheads="1"/>
          </p:cNvSpPr>
          <p:nvPr/>
        </p:nvSpPr>
        <p:spPr bwMode="auto">
          <a:xfrm>
            <a:off x="5913441" y="4967288"/>
            <a:ext cx="365125" cy="411162"/>
          </a:xfrm>
          <a:prstGeom prst="rightArrow">
            <a:avLst>
              <a:gd name="adj1" fmla="val 50000"/>
              <a:gd name="adj2" fmla="val 25000"/>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pic>
        <p:nvPicPr>
          <p:cNvPr id="51208" name="Picture 12" descr="ox_vs_Pconcentration0001">
            <a:extLst>
              <a:ext uri="{FF2B5EF4-FFF2-40B4-BE49-F238E27FC236}">
                <a16:creationId xmlns:a16="http://schemas.microsoft.com/office/drawing/2014/main" id="{70ADED62-D42D-A2DA-FCA7-5FE2BBCA74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8463" y="3822703"/>
            <a:ext cx="2921000" cy="2479675"/>
          </a:xfrm>
          <a:prstGeom prst="rect">
            <a:avLst/>
          </a:prstGeom>
          <a:noFill/>
          <a:ln w="9525">
            <a:solidFill>
              <a:srgbClr val="FF7F00"/>
            </a:solidFill>
            <a:miter lim="800000"/>
            <a:headEnd/>
            <a:tailEnd/>
          </a:ln>
          <a:extLst>
            <a:ext uri="{909E8E84-426E-40DD-AFC4-6F175D3DCCD1}">
              <a14:hiddenFill xmlns:a14="http://schemas.microsoft.com/office/drawing/2010/main">
                <a:solidFill>
                  <a:srgbClr val="FFFFFF"/>
                </a:solidFill>
              </a14:hiddenFill>
            </a:ext>
          </a:extLst>
        </p:spPr>
      </p:pic>
      <p:sp>
        <p:nvSpPr>
          <p:cNvPr id="51209" name="AutoShape 13">
            <a:extLst>
              <a:ext uri="{FF2B5EF4-FFF2-40B4-BE49-F238E27FC236}">
                <a16:creationId xmlns:a16="http://schemas.microsoft.com/office/drawing/2014/main" id="{C7B60FA3-8EEF-BDBD-A058-A5606107BFC2}"/>
              </a:ext>
            </a:extLst>
          </p:cNvPr>
          <p:cNvSpPr>
            <a:spLocks noChangeArrowheads="1"/>
          </p:cNvSpPr>
          <p:nvPr/>
        </p:nvSpPr>
        <p:spPr bwMode="auto">
          <a:xfrm>
            <a:off x="6065841" y="2452688"/>
            <a:ext cx="365125" cy="411162"/>
          </a:xfrm>
          <a:prstGeom prst="rightArrow">
            <a:avLst>
              <a:gd name="adj1" fmla="val 50000"/>
              <a:gd name="adj2" fmla="val 25000"/>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51210" name="Text Box 14">
            <a:extLst>
              <a:ext uri="{FF2B5EF4-FFF2-40B4-BE49-F238E27FC236}">
                <a16:creationId xmlns:a16="http://schemas.microsoft.com/office/drawing/2014/main" id="{61986109-253B-8C02-150B-712A6ACA5ACF}"/>
              </a:ext>
            </a:extLst>
          </p:cNvPr>
          <p:cNvSpPr txBox="1">
            <a:spLocks noChangeArrowheads="1"/>
          </p:cNvSpPr>
          <p:nvPr/>
        </p:nvSpPr>
        <p:spPr bwMode="auto">
          <a:xfrm>
            <a:off x="6673853" y="4191000"/>
            <a:ext cx="3687763"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P doping shows a huge increase of B/A</a:t>
            </a:r>
          </a:p>
          <a:p>
            <a:pPr eaLnBrk="1" hangingPunct="1">
              <a:spcBef>
                <a:spcPct val="50000"/>
              </a:spcBef>
            </a:pPr>
            <a:r>
              <a:rPr lang="en-GB" altLang="en-US" sz="2000"/>
              <a:t>Probably E</a:t>
            </a:r>
            <a:r>
              <a:rPr lang="en-GB" altLang="en-US" sz="2000" baseline="-25000"/>
              <a:t>f</a:t>
            </a:r>
            <a:r>
              <a:rPr lang="en-GB" altLang="en-US" sz="2000"/>
              <a:t> shift increases vacancy concentration </a:t>
            </a:r>
            <a:r>
              <a:rPr lang="en-GB" altLang="en-US" sz="2000">
                <a:sym typeface="Wingdings" panose="05000000000000000000" pitchFamily="2" charset="2"/>
              </a:rPr>
              <a:t> more oxidation sites available.</a:t>
            </a:r>
            <a:endParaRPr lang="en-US"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a:extLst>
              <a:ext uri="{FF2B5EF4-FFF2-40B4-BE49-F238E27FC236}">
                <a16:creationId xmlns:a16="http://schemas.microsoft.com/office/drawing/2014/main" id="{1E52555B-F4EB-7E90-A6B2-7571B82E65E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2D3CD18-A27D-4D55-9CF1-4BD5F91DDC8F}" type="slidenum">
              <a:rPr lang="en-US" altLang="en-US" sz="800"/>
              <a:pPr>
                <a:lnSpc>
                  <a:spcPct val="100000"/>
                </a:lnSpc>
                <a:spcBef>
                  <a:spcPct val="0"/>
                </a:spcBef>
                <a:buClr>
                  <a:srgbClr val="F68933"/>
                </a:buClr>
                <a:buFontTx/>
                <a:buNone/>
              </a:pPr>
              <a:t>24</a:t>
            </a:fld>
            <a:endParaRPr lang="en-US" altLang="en-US" sz="800"/>
          </a:p>
        </p:txBody>
      </p:sp>
      <p:sp>
        <p:nvSpPr>
          <p:cNvPr id="53251" name="Rectangle 2">
            <a:extLst>
              <a:ext uri="{FF2B5EF4-FFF2-40B4-BE49-F238E27FC236}">
                <a16:creationId xmlns:a16="http://schemas.microsoft.com/office/drawing/2014/main" id="{E16D5971-5BC0-4A66-E3BA-011C73A416CB}"/>
              </a:ext>
            </a:extLst>
          </p:cNvPr>
          <p:cNvSpPr>
            <a:spLocks noGrp="1" noChangeArrowheads="1"/>
          </p:cNvSpPr>
          <p:nvPr>
            <p:ph type="title"/>
          </p:nvPr>
        </p:nvSpPr>
        <p:spPr/>
        <p:txBody>
          <a:bodyPr/>
          <a:lstStyle/>
          <a:p>
            <a:pPr eaLnBrk="1" hangingPunct="1"/>
            <a:r>
              <a:rPr lang="en-GB" altLang="en-US"/>
              <a:t>Charge in SiO</a:t>
            </a:r>
            <a:r>
              <a:rPr lang="en-GB" altLang="en-US" baseline="-25000"/>
              <a:t>2</a:t>
            </a:r>
            <a:endParaRPr lang="en-US" altLang="en-US"/>
          </a:p>
        </p:txBody>
      </p:sp>
      <p:pic>
        <p:nvPicPr>
          <p:cNvPr id="53252" name="Picture 5" descr="charge_in_sio20001">
            <a:extLst>
              <a:ext uri="{FF2B5EF4-FFF2-40B4-BE49-F238E27FC236}">
                <a16:creationId xmlns:a16="http://schemas.microsoft.com/office/drawing/2014/main" id="{BDDF5434-C010-5333-7494-726D34740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91" y="1776416"/>
            <a:ext cx="4116387"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Text Box 6">
            <a:extLst>
              <a:ext uri="{FF2B5EF4-FFF2-40B4-BE49-F238E27FC236}">
                <a16:creationId xmlns:a16="http://schemas.microsoft.com/office/drawing/2014/main" id="{05BD500B-CDE4-86F7-3F84-220F2D106BCD}"/>
              </a:ext>
            </a:extLst>
          </p:cNvPr>
          <p:cNvSpPr txBox="1">
            <a:spLocks noChangeArrowheads="1"/>
          </p:cNvSpPr>
          <p:nvPr/>
        </p:nvSpPr>
        <p:spPr bwMode="auto">
          <a:xfrm>
            <a:off x="6096003" y="1403353"/>
            <a:ext cx="4100513"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Si/SiO</a:t>
            </a:r>
            <a:r>
              <a:rPr lang="en-GB" altLang="en-US" sz="2000" baseline="-25000"/>
              <a:t>2</a:t>
            </a:r>
            <a:r>
              <a:rPr lang="en-GB" altLang="en-US" sz="2000"/>
              <a:t> defects: 10</a:t>
            </a:r>
            <a:r>
              <a:rPr lang="en-GB" altLang="en-US" sz="2000" baseline="30000"/>
              <a:t>9</a:t>
            </a:r>
            <a:r>
              <a:rPr lang="en-GB" altLang="en-US" sz="2000"/>
              <a:t>-10</a:t>
            </a:r>
            <a:r>
              <a:rPr lang="en-GB" altLang="en-US" sz="2000" baseline="30000"/>
              <a:t>11</a:t>
            </a:r>
            <a:r>
              <a:rPr lang="en-GB" altLang="en-US" sz="2000"/>
              <a:t> cm</a:t>
            </a:r>
            <a:r>
              <a:rPr lang="en-GB" altLang="en-US" sz="2000" baseline="30000"/>
              <a:t>-2</a:t>
            </a:r>
          </a:p>
          <a:p>
            <a:pPr eaLnBrk="1" hangingPunct="1">
              <a:spcBef>
                <a:spcPct val="50000"/>
              </a:spcBef>
              <a:buFont typeface="Times" panose="02020603050405020304" pitchFamily="18" charset="0"/>
              <a:buNone/>
            </a:pPr>
            <a:r>
              <a:rPr lang="en-GB" altLang="en-US" sz="2000"/>
              <a:t>Si surface atoms </a:t>
            </a:r>
            <a:r>
              <a:rPr lang="en-GB" altLang="en-US" sz="2000">
                <a:sym typeface="Symbol" panose="05050102010706020507" pitchFamily="18" charset="2"/>
              </a:rPr>
              <a:t>10</a:t>
            </a:r>
            <a:r>
              <a:rPr lang="en-GB" altLang="en-US" sz="2000" baseline="30000">
                <a:sym typeface="Symbol" panose="05050102010706020507" pitchFamily="18" charset="2"/>
              </a:rPr>
              <a:t>15</a:t>
            </a:r>
            <a:r>
              <a:rPr lang="en-GB" altLang="en-US" sz="2000">
                <a:sym typeface="Symbol" panose="05050102010706020507" pitchFamily="18" charset="2"/>
              </a:rPr>
              <a:t> cm</a:t>
            </a:r>
            <a:r>
              <a:rPr lang="en-GB" altLang="en-US" sz="2000" baseline="30000">
                <a:sym typeface="Symbol" panose="05050102010706020507" pitchFamily="18" charset="2"/>
              </a:rPr>
              <a:t>-2</a:t>
            </a:r>
          </a:p>
          <a:p>
            <a:pPr eaLnBrk="1" hangingPunct="1">
              <a:spcBef>
                <a:spcPct val="50000"/>
              </a:spcBef>
              <a:buFont typeface="Times" panose="02020603050405020304" pitchFamily="18" charset="0"/>
              <a:buNone/>
            </a:pPr>
            <a:endParaRPr lang="en-GB" altLang="en-US" sz="2000">
              <a:sym typeface="Symbol" panose="05050102010706020507" pitchFamily="18" charset="2"/>
            </a:endParaRPr>
          </a:p>
        </p:txBody>
      </p:sp>
      <p:sp>
        <p:nvSpPr>
          <p:cNvPr id="53254" name="Text Box 7">
            <a:extLst>
              <a:ext uri="{FF2B5EF4-FFF2-40B4-BE49-F238E27FC236}">
                <a16:creationId xmlns:a16="http://schemas.microsoft.com/office/drawing/2014/main" id="{90BEA195-749D-8F18-C7FE-046B715D264F}"/>
              </a:ext>
            </a:extLst>
          </p:cNvPr>
          <p:cNvSpPr txBox="1">
            <a:spLocks noChangeArrowheads="1"/>
          </p:cNvSpPr>
          <p:nvPr/>
        </p:nvSpPr>
        <p:spPr bwMode="auto">
          <a:xfrm>
            <a:off x="6096000" y="2484438"/>
            <a:ext cx="457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4 main kinds of defects:</a:t>
            </a:r>
          </a:p>
          <a:p>
            <a:pPr eaLnBrk="1" hangingPunct="1">
              <a:spcBef>
                <a:spcPct val="50000"/>
              </a:spcBef>
            </a:pPr>
            <a:r>
              <a:rPr lang="en-GB" altLang="en-US" sz="2000" b="1"/>
              <a:t>Q</a:t>
            </a:r>
            <a:r>
              <a:rPr lang="en-GB" altLang="en-US" sz="2000" b="1" baseline="-25000"/>
              <a:t>f</a:t>
            </a:r>
            <a:r>
              <a:rPr lang="en-GB" altLang="en-US" sz="2000" b="1"/>
              <a:t>= fixed oxide charge</a:t>
            </a:r>
          </a:p>
          <a:p>
            <a:pPr lvl="1" eaLnBrk="1" hangingPunct="1">
              <a:spcBef>
                <a:spcPct val="50000"/>
              </a:spcBef>
              <a:buFont typeface="Times" panose="02020603050405020304" pitchFamily="18" charset="0"/>
              <a:buChar char="•"/>
            </a:pPr>
            <a:r>
              <a:rPr lang="en-GB" altLang="en-US"/>
              <a:t>A sheet of positive charge close to the interface (</a:t>
            </a:r>
            <a:r>
              <a:rPr lang="en-GB" altLang="en-US">
                <a:sym typeface="Symbol" panose="05050102010706020507" pitchFamily="18" charset="2"/>
              </a:rPr>
              <a:t>2nm). </a:t>
            </a:r>
          </a:p>
          <a:p>
            <a:pPr lvl="1" eaLnBrk="1" hangingPunct="1">
              <a:spcBef>
                <a:spcPct val="50000"/>
              </a:spcBef>
              <a:buFont typeface="Times" panose="02020603050405020304" pitchFamily="18" charset="0"/>
              <a:buChar char="•"/>
            </a:pPr>
            <a:r>
              <a:rPr lang="en-GB" altLang="en-US">
                <a:sym typeface="Symbol" panose="05050102010706020507" pitchFamily="18" charset="2"/>
              </a:rPr>
              <a:t>Believed to be formed of incompletely oxidized Si atoms</a:t>
            </a:r>
          </a:p>
          <a:p>
            <a:pPr lvl="1" eaLnBrk="1" hangingPunct="1">
              <a:spcBef>
                <a:spcPct val="50000"/>
              </a:spcBef>
              <a:buFont typeface="Times" panose="02020603050405020304" pitchFamily="18" charset="0"/>
              <a:buChar char="•"/>
            </a:pPr>
            <a:r>
              <a:rPr lang="en-GB" altLang="en-US">
                <a:sym typeface="Symbol" panose="05050102010706020507" pitchFamily="18" charset="2"/>
              </a:rPr>
              <a:t>Does not change during device operation.</a:t>
            </a:r>
          </a:p>
          <a:p>
            <a:pPr lvl="1" eaLnBrk="1" hangingPunct="1">
              <a:spcBef>
                <a:spcPct val="50000"/>
              </a:spcBef>
              <a:buFont typeface="Times" panose="02020603050405020304" pitchFamily="18" charset="0"/>
              <a:buChar char="•"/>
            </a:pPr>
            <a:r>
              <a:rPr lang="en-GB" altLang="en-US">
                <a:sym typeface="Symbol" panose="05050102010706020507" pitchFamily="18" charset="2"/>
              </a:rPr>
              <a:t>Can be reduced by high T anneal after oxidation.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a:extLst>
              <a:ext uri="{FF2B5EF4-FFF2-40B4-BE49-F238E27FC236}">
                <a16:creationId xmlns:a16="http://schemas.microsoft.com/office/drawing/2014/main" id="{3E53B3ED-90CF-61D8-C473-E7CB4634A2A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DD075A3-26D8-46A1-A6E2-F27095F33E8C}" type="slidenum">
              <a:rPr lang="en-US" altLang="en-US" sz="800"/>
              <a:pPr>
                <a:lnSpc>
                  <a:spcPct val="100000"/>
                </a:lnSpc>
                <a:spcBef>
                  <a:spcPct val="0"/>
                </a:spcBef>
                <a:buClr>
                  <a:srgbClr val="F68933"/>
                </a:buClr>
                <a:buFontTx/>
                <a:buNone/>
              </a:pPr>
              <a:t>25</a:t>
            </a:fld>
            <a:endParaRPr lang="en-US" altLang="en-US" sz="800"/>
          </a:p>
        </p:txBody>
      </p:sp>
      <p:sp>
        <p:nvSpPr>
          <p:cNvPr id="55299" name="Rectangle 2">
            <a:extLst>
              <a:ext uri="{FF2B5EF4-FFF2-40B4-BE49-F238E27FC236}">
                <a16:creationId xmlns:a16="http://schemas.microsoft.com/office/drawing/2014/main" id="{E5CD4708-772E-38B6-954C-39686A9A01AE}"/>
              </a:ext>
            </a:extLst>
          </p:cNvPr>
          <p:cNvSpPr>
            <a:spLocks noGrp="1" noChangeArrowheads="1"/>
          </p:cNvSpPr>
          <p:nvPr>
            <p:ph type="title"/>
          </p:nvPr>
        </p:nvSpPr>
        <p:spPr/>
        <p:txBody>
          <a:bodyPr/>
          <a:lstStyle/>
          <a:p>
            <a:pPr eaLnBrk="1" hangingPunct="1"/>
            <a:r>
              <a:rPr lang="en-GB" altLang="en-US"/>
              <a:t>Charge in SiO</a:t>
            </a:r>
            <a:r>
              <a:rPr lang="en-GB" altLang="en-US" baseline="-25000"/>
              <a:t>2</a:t>
            </a:r>
            <a:endParaRPr lang="en-US" altLang="en-US"/>
          </a:p>
        </p:txBody>
      </p:sp>
      <p:pic>
        <p:nvPicPr>
          <p:cNvPr id="55300" name="Picture 3" descr="charge_in_sio20001">
            <a:extLst>
              <a:ext uri="{FF2B5EF4-FFF2-40B4-BE49-F238E27FC236}">
                <a16:creationId xmlns:a16="http://schemas.microsoft.com/office/drawing/2014/main" id="{4889D8ED-831D-7068-E087-A1257CDA9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91" y="1776416"/>
            <a:ext cx="4116387"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Text Box 4">
            <a:extLst>
              <a:ext uri="{FF2B5EF4-FFF2-40B4-BE49-F238E27FC236}">
                <a16:creationId xmlns:a16="http://schemas.microsoft.com/office/drawing/2014/main" id="{E20EB23C-FBD8-0DB8-A67C-B9E56215802F}"/>
              </a:ext>
            </a:extLst>
          </p:cNvPr>
          <p:cNvSpPr txBox="1">
            <a:spLocks noChangeArrowheads="1"/>
          </p:cNvSpPr>
          <p:nvPr/>
        </p:nvSpPr>
        <p:spPr bwMode="auto">
          <a:xfrm>
            <a:off x="6096003" y="1403353"/>
            <a:ext cx="4100513"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Si/SiO</a:t>
            </a:r>
            <a:r>
              <a:rPr lang="en-GB" altLang="en-US" sz="2000" baseline="-25000"/>
              <a:t>2</a:t>
            </a:r>
            <a:r>
              <a:rPr lang="en-GB" altLang="en-US" sz="2000"/>
              <a:t> defects: 10</a:t>
            </a:r>
            <a:r>
              <a:rPr lang="en-GB" altLang="en-US" sz="2000" baseline="30000"/>
              <a:t>9</a:t>
            </a:r>
            <a:r>
              <a:rPr lang="en-GB" altLang="en-US" sz="2000"/>
              <a:t>-10</a:t>
            </a:r>
            <a:r>
              <a:rPr lang="en-GB" altLang="en-US" sz="2000" baseline="30000"/>
              <a:t>11</a:t>
            </a:r>
            <a:r>
              <a:rPr lang="en-GB" altLang="en-US" sz="2000"/>
              <a:t> cm</a:t>
            </a:r>
            <a:r>
              <a:rPr lang="en-GB" altLang="en-US" sz="2000" baseline="30000"/>
              <a:t>-2</a:t>
            </a:r>
          </a:p>
          <a:p>
            <a:pPr eaLnBrk="1" hangingPunct="1">
              <a:spcBef>
                <a:spcPct val="50000"/>
              </a:spcBef>
              <a:buFont typeface="Times" panose="02020603050405020304" pitchFamily="18" charset="0"/>
              <a:buNone/>
            </a:pPr>
            <a:r>
              <a:rPr lang="en-GB" altLang="en-US" sz="2000"/>
              <a:t>Si surface atoms </a:t>
            </a:r>
            <a:r>
              <a:rPr lang="en-GB" altLang="en-US" sz="2000">
                <a:sym typeface="Symbol" panose="05050102010706020507" pitchFamily="18" charset="2"/>
              </a:rPr>
              <a:t>10</a:t>
            </a:r>
            <a:r>
              <a:rPr lang="en-GB" altLang="en-US" sz="2000" baseline="30000">
                <a:sym typeface="Symbol" panose="05050102010706020507" pitchFamily="18" charset="2"/>
              </a:rPr>
              <a:t>15</a:t>
            </a:r>
            <a:r>
              <a:rPr lang="en-GB" altLang="en-US" sz="2000">
                <a:sym typeface="Symbol" panose="05050102010706020507" pitchFamily="18" charset="2"/>
              </a:rPr>
              <a:t> cm</a:t>
            </a:r>
            <a:r>
              <a:rPr lang="en-GB" altLang="en-US" sz="2000" baseline="30000">
                <a:sym typeface="Symbol" panose="05050102010706020507" pitchFamily="18" charset="2"/>
              </a:rPr>
              <a:t>-2</a:t>
            </a:r>
          </a:p>
          <a:p>
            <a:pPr eaLnBrk="1" hangingPunct="1">
              <a:spcBef>
                <a:spcPct val="50000"/>
              </a:spcBef>
              <a:buFont typeface="Times" panose="02020603050405020304" pitchFamily="18" charset="0"/>
              <a:buNone/>
            </a:pPr>
            <a:endParaRPr lang="en-GB" altLang="en-US" sz="2000">
              <a:sym typeface="Symbol" panose="05050102010706020507" pitchFamily="18" charset="2"/>
            </a:endParaRPr>
          </a:p>
        </p:txBody>
      </p:sp>
      <p:sp>
        <p:nvSpPr>
          <p:cNvPr id="55302" name="Text Box 5">
            <a:extLst>
              <a:ext uri="{FF2B5EF4-FFF2-40B4-BE49-F238E27FC236}">
                <a16:creationId xmlns:a16="http://schemas.microsoft.com/office/drawing/2014/main" id="{BCDAFEF3-80B0-FB9A-0966-BB3F8CA79F7F}"/>
              </a:ext>
            </a:extLst>
          </p:cNvPr>
          <p:cNvSpPr txBox="1">
            <a:spLocks noChangeArrowheads="1"/>
          </p:cNvSpPr>
          <p:nvPr/>
        </p:nvSpPr>
        <p:spPr bwMode="auto">
          <a:xfrm>
            <a:off x="6096000" y="2611438"/>
            <a:ext cx="45720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4 main kinds of defects:</a:t>
            </a:r>
          </a:p>
          <a:p>
            <a:pPr eaLnBrk="1" hangingPunct="1">
              <a:spcBef>
                <a:spcPct val="50000"/>
              </a:spcBef>
            </a:pPr>
            <a:r>
              <a:rPr lang="en-GB" altLang="en-US" sz="1800" b="1"/>
              <a:t>Q</a:t>
            </a:r>
            <a:r>
              <a:rPr lang="en-GB" altLang="en-US" sz="1800" b="1" baseline="-25000"/>
              <a:t>it</a:t>
            </a:r>
            <a:r>
              <a:rPr lang="en-GB" altLang="en-US" sz="1800" b="1"/>
              <a:t>= interface trapped charge</a:t>
            </a:r>
          </a:p>
          <a:p>
            <a:pPr lvl="1" eaLnBrk="1" hangingPunct="1">
              <a:spcBef>
                <a:spcPct val="50000"/>
              </a:spcBef>
              <a:buFont typeface="Times" panose="02020603050405020304" pitchFamily="18" charset="0"/>
              <a:buChar char="•"/>
            </a:pPr>
            <a:r>
              <a:rPr lang="en-GB" altLang="en-US" sz="1800"/>
              <a:t>Located at the interface</a:t>
            </a:r>
            <a:endParaRPr lang="en-GB" altLang="en-US" sz="1800">
              <a:sym typeface="Symbol" panose="05050102010706020507" pitchFamily="18" charset="2"/>
            </a:endParaRPr>
          </a:p>
          <a:p>
            <a:pPr lvl="1" eaLnBrk="1" hangingPunct="1">
              <a:spcBef>
                <a:spcPct val="50000"/>
              </a:spcBef>
              <a:buFont typeface="Times" panose="02020603050405020304" pitchFamily="18" charset="0"/>
              <a:buChar char="•"/>
            </a:pPr>
            <a:r>
              <a:rPr lang="en-GB" altLang="en-US" sz="1800">
                <a:sym typeface="Symbol" panose="05050102010706020507" pitchFamily="18" charset="2"/>
              </a:rPr>
              <a:t>Probably related to incompletely oxidized Si end/or dangling bonds</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Can be positive/negative or neutral</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Traps levels in the forbidden gap (usually near valence and conduction band).</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450</a:t>
            </a:r>
            <a:r>
              <a:rPr lang="en-US" altLang="en-US" sz="1800">
                <a:cs typeface="Arial" panose="020B0604020202020204" pitchFamily="34" charset="0"/>
                <a:sym typeface="Symbol" panose="05050102010706020507" pitchFamily="18" charset="2"/>
              </a:rPr>
              <a:t>°C H</a:t>
            </a:r>
            <a:r>
              <a:rPr lang="en-US" altLang="en-US" sz="1800" baseline="-25000">
                <a:cs typeface="Arial" panose="020B0604020202020204" pitchFamily="34" charset="0"/>
                <a:sym typeface="Symbol" panose="05050102010706020507" pitchFamily="18" charset="2"/>
              </a:rPr>
              <a:t>2</a:t>
            </a:r>
            <a:r>
              <a:rPr lang="en-US" altLang="en-US" sz="1800">
                <a:cs typeface="Arial" panose="020B0604020202020204" pitchFamily="34" charset="0"/>
                <a:sym typeface="Symbol" panose="05050102010706020507" pitchFamily="18" charset="2"/>
              </a:rPr>
              <a:t> anneal is effective in reducing Q</a:t>
            </a:r>
            <a:r>
              <a:rPr lang="en-US" altLang="en-US" sz="1800" baseline="-25000">
                <a:cs typeface="Arial" panose="020B0604020202020204" pitchFamily="34" charset="0"/>
                <a:sym typeface="Symbol" panose="05050102010706020507" pitchFamily="18" charset="2"/>
              </a:rPr>
              <a:t>it </a:t>
            </a:r>
            <a:r>
              <a:rPr lang="en-US" altLang="en-US" sz="1800">
                <a:cs typeface="Arial" panose="020B0604020202020204" pitchFamily="34" charset="0"/>
                <a:sym typeface="Symbol" panose="05050102010706020507" pitchFamily="18" charset="2"/>
              </a:rPr>
              <a:t>denisty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81EF9BFD-F857-A341-50E8-3B317CE53C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8AF10B5-B934-46CC-BEA7-3C10ADA833BF}" type="slidenum">
              <a:rPr lang="en-US" altLang="en-US" sz="800"/>
              <a:pPr>
                <a:lnSpc>
                  <a:spcPct val="100000"/>
                </a:lnSpc>
                <a:spcBef>
                  <a:spcPct val="0"/>
                </a:spcBef>
                <a:buClr>
                  <a:srgbClr val="F68933"/>
                </a:buClr>
                <a:buFontTx/>
                <a:buNone/>
              </a:pPr>
              <a:t>26</a:t>
            </a:fld>
            <a:endParaRPr lang="en-US" altLang="en-US" sz="800"/>
          </a:p>
        </p:txBody>
      </p:sp>
      <p:sp>
        <p:nvSpPr>
          <p:cNvPr id="57347" name="Rectangle 2">
            <a:extLst>
              <a:ext uri="{FF2B5EF4-FFF2-40B4-BE49-F238E27FC236}">
                <a16:creationId xmlns:a16="http://schemas.microsoft.com/office/drawing/2014/main" id="{8387B102-7B76-BFD6-F44F-1866AFCF6F16}"/>
              </a:ext>
            </a:extLst>
          </p:cNvPr>
          <p:cNvSpPr>
            <a:spLocks noGrp="1" noChangeArrowheads="1"/>
          </p:cNvSpPr>
          <p:nvPr>
            <p:ph type="title"/>
          </p:nvPr>
        </p:nvSpPr>
        <p:spPr/>
        <p:txBody>
          <a:bodyPr/>
          <a:lstStyle/>
          <a:p>
            <a:pPr eaLnBrk="1" hangingPunct="1"/>
            <a:r>
              <a:rPr lang="en-GB" altLang="en-US"/>
              <a:t>Charge in SiO</a:t>
            </a:r>
            <a:r>
              <a:rPr lang="en-GB" altLang="en-US" baseline="-25000"/>
              <a:t>2</a:t>
            </a:r>
            <a:endParaRPr lang="en-US" altLang="en-US"/>
          </a:p>
        </p:txBody>
      </p:sp>
      <p:pic>
        <p:nvPicPr>
          <p:cNvPr id="57348" name="Picture 3" descr="charge_in_sio20001">
            <a:extLst>
              <a:ext uri="{FF2B5EF4-FFF2-40B4-BE49-F238E27FC236}">
                <a16:creationId xmlns:a16="http://schemas.microsoft.com/office/drawing/2014/main" id="{11649940-F730-D085-280F-282394A6E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91" y="1776416"/>
            <a:ext cx="4116387"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Text Box 4">
            <a:extLst>
              <a:ext uri="{FF2B5EF4-FFF2-40B4-BE49-F238E27FC236}">
                <a16:creationId xmlns:a16="http://schemas.microsoft.com/office/drawing/2014/main" id="{D021A599-0BB3-CA35-DA0D-D7DCF907574B}"/>
              </a:ext>
            </a:extLst>
          </p:cNvPr>
          <p:cNvSpPr txBox="1">
            <a:spLocks noChangeArrowheads="1"/>
          </p:cNvSpPr>
          <p:nvPr/>
        </p:nvSpPr>
        <p:spPr bwMode="auto">
          <a:xfrm>
            <a:off x="6096003" y="1403353"/>
            <a:ext cx="4100513"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Si/SiO</a:t>
            </a:r>
            <a:r>
              <a:rPr lang="en-GB" altLang="en-US" sz="2000" baseline="-25000"/>
              <a:t>2</a:t>
            </a:r>
            <a:r>
              <a:rPr lang="en-GB" altLang="en-US" sz="2000"/>
              <a:t> defects: 10</a:t>
            </a:r>
            <a:r>
              <a:rPr lang="en-GB" altLang="en-US" sz="2000" baseline="30000"/>
              <a:t>9</a:t>
            </a:r>
            <a:r>
              <a:rPr lang="en-GB" altLang="en-US" sz="2000"/>
              <a:t>-10</a:t>
            </a:r>
            <a:r>
              <a:rPr lang="en-GB" altLang="en-US" sz="2000" baseline="30000"/>
              <a:t>11</a:t>
            </a:r>
            <a:r>
              <a:rPr lang="en-GB" altLang="en-US" sz="2000"/>
              <a:t> cm</a:t>
            </a:r>
            <a:r>
              <a:rPr lang="en-GB" altLang="en-US" sz="2000" baseline="30000"/>
              <a:t>-2</a:t>
            </a:r>
          </a:p>
          <a:p>
            <a:pPr eaLnBrk="1" hangingPunct="1">
              <a:spcBef>
                <a:spcPct val="50000"/>
              </a:spcBef>
              <a:buFont typeface="Times" panose="02020603050405020304" pitchFamily="18" charset="0"/>
              <a:buNone/>
            </a:pPr>
            <a:r>
              <a:rPr lang="en-GB" altLang="en-US" sz="2000"/>
              <a:t>Si surface atoms </a:t>
            </a:r>
            <a:r>
              <a:rPr lang="en-GB" altLang="en-US" sz="2000">
                <a:sym typeface="Symbol" panose="05050102010706020507" pitchFamily="18" charset="2"/>
              </a:rPr>
              <a:t>10</a:t>
            </a:r>
            <a:r>
              <a:rPr lang="en-GB" altLang="en-US" sz="2000" baseline="30000">
                <a:sym typeface="Symbol" panose="05050102010706020507" pitchFamily="18" charset="2"/>
              </a:rPr>
              <a:t>15</a:t>
            </a:r>
            <a:r>
              <a:rPr lang="en-GB" altLang="en-US" sz="2000">
                <a:sym typeface="Symbol" panose="05050102010706020507" pitchFamily="18" charset="2"/>
              </a:rPr>
              <a:t> cm</a:t>
            </a:r>
            <a:r>
              <a:rPr lang="en-GB" altLang="en-US" sz="2000" baseline="30000">
                <a:sym typeface="Symbol" panose="05050102010706020507" pitchFamily="18" charset="2"/>
              </a:rPr>
              <a:t>-2</a:t>
            </a:r>
          </a:p>
          <a:p>
            <a:pPr eaLnBrk="1" hangingPunct="1">
              <a:spcBef>
                <a:spcPct val="50000"/>
              </a:spcBef>
              <a:buFont typeface="Times" panose="02020603050405020304" pitchFamily="18" charset="0"/>
              <a:buNone/>
            </a:pPr>
            <a:endParaRPr lang="en-GB" altLang="en-US" sz="2000">
              <a:sym typeface="Symbol" panose="05050102010706020507" pitchFamily="18" charset="2"/>
            </a:endParaRPr>
          </a:p>
        </p:txBody>
      </p:sp>
      <p:sp>
        <p:nvSpPr>
          <p:cNvPr id="57350" name="Text Box 5">
            <a:extLst>
              <a:ext uri="{FF2B5EF4-FFF2-40B4-BE49-F238E27FC236}">
                <a16:creationId xmlns:a16="http://schemas.microsoft.com/office/drawing/2014/main" id="{EC089A51-44A9-1717-6E06-0628D12C0761}"/>
              </a:ext>
            </a:extLst>
          </p:cNvPr>
          <p:cNvSpPr txBox="1">
            <a:spLocks noChangeArrowheads="1"/>
          </p:cNvSpPr>
          <p:nvPr/>
        </p:nvSpPr>
        <p:spPr bwMode="auto">
          <a:xfrm>
            <a:off x="6096000" y="2611441"/>
            <a:ext cx="4572000" cy="338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4 main kinds of defects:</a:t>
            </a:r>
          </a:p>
          <a:p>
            <a:pPr eaLnBrk="1" hangingPunct="1">
              <a:spcBef>
                <a:spcPct val="50000"/>
              </a:spcBef>
            </a:pPr>
            <a:r>
              <a:rPr lang="en-GB" altLang="en-US" sz="1800" b="1"/>
              <a:t>Q</a:t>
            </a:r>
            <a:r>
              <a:rPr lang="en-GB" altLang="en-US" sz="1800" b="1" baseline="-25000"/>
              <a:t>M</a:t>
            </a:r>
            <a:r>
              <a:rPr lang="en-GB" altLang="en-US" sz="1800" b="1"/>
              <a:t>= mobile ionic charges</a:t>
            </a:r>
          </a:p>
          <a:p>
            <a:pPr lvl="1" eaLnBrk="1" hangingPunct="1">
              <a:spcBef>
                <a:spcPct val="50000"/>
              </a:spcBef>
              <a:buFont typeface="Times" panose="02020603050405020304" pitchFamily="18" charset="0"/>
              <a:buChar char="•"/>
            </a:pPr>
            <a:r>
              <a:rPr lang="en-GB" altLang="en-US" sz="1800"/>
              <a:t>Attributed to alkali ions (Na, K, Li) as well as negative ions and heavy metals</a:t>
            </a:r>
            <a:endParaRPr lang="en-GB" altLang="en-US" sz="1800">
              <a:sym typeface="Symbol" panose="05050102010706020507" pitchFamily="18" charset="2"/>
            </a:endParaRPr>
          </a:p>
          <a:p>
            <a:pPr lvl="1" eaLnBrk="1" hangingPunct="1">
              <a:spcBef>
                <a:spcPct val="50000"/>
              </a:spcBef>
              <a:buFont typeface="Times" panose="02020603050405020304" pitchFamily="18" charset="0"/>
              <a:buChar char="•"/>
            </a:pPr>
            <a:r>
              <a:rPr lang="en-GB" altLang="en-US" sz="1800">
                <a:sym typeface="Symbol" panose="05050102010706020507" pitchFamily="18" charset="2"/>
              </a:rPr>
              <a:t>Less important if contamination is kept under control in clean room </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Cleaning furnace tubes with HCl helps preventing contamination.</a:t>
            </a:r>
          </a:p>
          <a:p>
            <a:pPr lvl="1" eaLnBrk="1" hangingPunct="1">
              <a:spcBef>
                <a:spcPct val="50000"/>
              </a:spcBef>
              <a:buFont typeface="Times" panose="02020603050405020304" pitchFamily="18" charset="0"/>
              <a:buNone/>
            </a:pPr>
            <a:endParaRPr lang="en-US" altLang="en-US" sz="1800">
              <a:cs typeface="Arial" panose="020B0604020202020204" pitchFamily="34" charset="0"/>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a:extLst>
              <a:ext uri="{FF2B5EF4-FFF2-40B4-BE49-F238E27FC236}">
                <a16:creationId xmlns:a16="http://schemas.microsoft.com/office/drawing/2014/main" id="{58CABF49-45F0-F37E-5917-8EACC88D7D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23962DF-6B01-47E1-A013-5E741E82994C}" type="slidenum">
              <a:rPr lang="en-US" altLang="en-US" sz="800"/>
              <a:pPr>
                <a:lnSpc>
                  <a:spcPct val="100000"/>
                </a:lnSpc>
                <a:spcBef>
                  <a:spcPct val="0"/>
                </a:spcBef>
                <a:buClr>
                  <a:srgbClr val="F68933"/>
                </a:buClr>
                <a:buFontTx/>
                <a:buNone/>
              </a:pPr>
              <a:t>27</a:t>
            </a:fld>
            <a:endParaRPr lang="en-US" altLang="en-US" sz="800"/>
          </a:p>
        </p:txBody>
      </p:sp>
      <p:sp>
        <p:nvSpPr>
          <p:cNvPr id="59395" name="Rectangle 2">
            <a:extLst>
              <a:ext uri="{FF2B5EF4-FFF2-40B4-BE49-F238E27FC236}">
                <a16:creationId xmlns:a16="http://schemas.microsoft.com/office/drawing/2014/main" id="{6E1BD88C-7E99-C858-EDC3-2929F3A91EFE}"/>
              </a:ext>
            </a:extLst>
          </p:cNvPr>
          <p:cNvSpPr>
            <a:spLocks noGrp="1" noChangeArrowheads="1"/>
          </p:cNvSpPr>
          <p:nvPr>
            <p:ph type="title"/>
          </p:nvPr>
        </p:nvSpPr>
        <p:spPr/>
        <p:txBody>
          <a:bodyPr/>
          <a:lstStyle/>
          <a:p>
            <a:pPr eaLnBrk="1" hangingPunct="1"/>
            <a:r>
              <a:rPr lang="en-GB" altLang="en-US"/>
              <a:t>Charge in SiO</a:t>
            </a:r>
            <a:r>
              <a:rPr lang="en-GB" altLang="en-US" baseline="-25000"/>
              <a:t>2</a:t>
            </a:r>
            <a:endParaRPr lang="en-US" altLang="en-US"/>
          </a:p>
        </p:txBody>
      </p:sp>
      <p:pic>
        <p:nvPicPr>
          <p:cNvPr id="59396" name="Picture 3" descr="charge_in_sio20001">
            <a:extLst>
              <a:ext uri="{FF2B5EF4-FFF2-40B4-BE49-F238E27FC236}">
                <a16:creationId xmlns:a16="http://schemas.microsoft.com/office/drawing/2014/main" id="{B211FC17-CA9F-9F84-52EF-2673ABABED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491" y="1776416"/>
            <a:ext cx="4116387"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 Box 4">
            <a:extLst>
              <a:ext uri="{FF2B5EF4-FFF2-40B4-BE49-F238E27FC236}">
                <a16:creationId xmlns:a16="http://schemas.microsoft.com/office/drawing/2014/main" id="{77A32EE6-B9D8-15F8-BCC3-7F831A67DBC7}"/>
              </a:ext>
            </a:extLst>
          </p:cNvPr>
          <p:cNvSpPr txBox="1">
            <a:spLocks noChangeArrowheads="1"/>
          </p:cNvSpPr>
          <p:nvPr/>
        </p:nvSpPr>
        <p:spPr bwMode="auto">
          <a:xfrm>
            <a:off x="6096003" y="1403353"/>
            <a:ext cx="4100513"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Si/SiO</a:t>
            </a:r>
            <a:r>
              <a:rPr lang="en-GB" altLang="en-US" sz="2000" baseline="-25000"/>
              <a:t>2</a:t>
            </a:r>
            <a:r>
              <a:rPr lang="en-GB" altLang="en-US" sz="2000"/>
              <a:t> defects: 10</a:t>
            </a:r>
            <a:r>
              <a:rPr lang="en-GB" altLang="en-US" sz="2000" baseline="30000"/>
              <a:t>9</a:t>
            </a:r>
            <a:r>
              <a:rPr lang="en-GB" altLang="en-US" sz="2000"/>
              <a:t>-10</a:t>
            </a:r>
            <a:r>
              <a:rPr lang="en-GB" altLang="en-US" sz="2000" baseline="30000"/>
              <a:t>11</a:t>
            </a:r>
            <a:r>
              <a:rPr lang="en-GB" altLang="en-US" sz="2000"/>
              <a:t> cm</a:t>
            </a:r>
            <a:r>
              <a:rPr lang="en-GB" altLang="en-US" sz="2000" baseline="30000"/>
              <a:t>-2</a:t>
            </a:r>
          </a:p>
          <a:p>
            <a:pPr eaLnBrk="1" hangingPunct="1">
              <a:spcBef>
                <a:spcPct val="50000"/>
              </a:spcBef>
              <a:buFont typeface="Times" panose="02020603050405020304" pitchFamily="18" charset="0"/>
              <a:buNone/>
            </a:pPr>
            <a:r>
              <a:rPr lang="en-GB" altLang="en-US" sz="2000"/>
              <a:t>Si surface atoms </a:t>
            </a:r>
            <a:r>
              <a:rPr lang="en-GB" altLang="en-US" sz="2000">
                <a:sym typeface="Symbol" panose="05050102010706020507" pitchFamily="18" charset="2"/>
              </a:rPr>
              <a:t>10</a:t>
            </a:r>
            <a:r>
              <a:rPr lang="en-GB" altLang="en-US" sz="2000" baseline="30000">
                <a:sym typeface="Symbol" panose="05050102010706020507" pitchFamily="18" charset="2"/>
              </a:rPr>
              <a:t>15</a:t>
            </a:r>
            <a:r>
              <a:rPr lang="en-GB" altLang="en-US" sz="2000">
                <a:sym typeface="Symbol" panose="05050102010706020507" pitchFamily="18" charset="2"/>
              </a:rPr>
              <a:t> cm</a:t>
            </a:r>
            <a:r>
              <a:rPr lang="en-GB" altLang="en-US" sz="2000" baseline="30000">
                <a:sym typeface="Symbol" panose="05050102010706020507" pitchFamily="18" charset="2"/>
              </a:rPr>
              <a:t>-2</a:t>
            </a:r>
          </a:p>
          <a:p>
            <a:pPr eaLnBrk="1" hangingPunct="1">
              <a:spcBef>
                <a:spcPct val="50000"/>
              </a:spcBef>
              <a:buFont typeface="Times" panose="02020603050405020304" pitchFamily="18" charset="0"/>
              <a:buNone/>
            </a:pPr>
            <a:endParaRPr lang="en-GB" altLang="en-US" sz="2000">
              <a:sym typeface="Symbol" panose="05050102010706020507" pitchFamily="18" charset="2"/>
            </a:endParaRPr>
          </a:p>
        </p:txBody>
      </p:sp>
      <p:sp>
        <p:nvSpPr>
          <p:cNvPr id="59398" name="Text Box 5">
            <a:extLst>
              <a:ext uri="{FF2B5EF4-FFF2-40B4-BE49-F238E27FC236}">
                <a16:creationId xmlns:a16="http://schemas.microsoft.com/office/drawing/2014/main" id="{31424105-4959-CF95-1720-9A587288A33C}"/>
              </a:ext>
            </a:extLst>
          </p:cNvPr>
          <p:cNvSpPr txBox="1">
            <a:spLocks noChangeArrowheads="1"/>
          </p:cNvSpPr>
          <p:nvPr/>
        </p:nvSpPr>
        <p:spPr bwMode="auto">
          <a:xfrm>
            <a:off x="6096000" y="2611438"/>
            <a:ext cx="45720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4 main kinds of defects:</a:t>
            </a:r>
          </a:p>
          <a:p>
            <a:pPr eaLnBrk="1" hangingPunct="1">
              <a:spcBef>
                <a:spcPct val="50000"/>
              </a:spcBef>
            </a:pPr>
            <a:r>
              <a:rPr lang="en-GB" altLang="en-US" sz="1800" b="1"/>
              <a:t>Q</a:t>
            </a:r>
            <a:r>
              <a:rPr lang="en-GB" altLang="en-US" sz="1800" b="1" baseline="-25000"/>
              <a:t>ot</a:t>
            </a:r>
            <a:r>
              <a:rPr lang="en-GB" altLang="en-US" sz="1800" b="1"/>
              <a:t>= oxide trapped charge</a:t>
            </a:r>
          </a:p>
          <a:p>
            <a:pPr lvl="1" eaLnBrk="1" hangingPunct="1">
              <a:spcBef>
                <a:spcPct val="50000"/>
              </a:spcBef>
              <a:buFont typeface="Times" panose="02020603050405020304" pitchFamily="18" charset="0"/>
              <a:buChar char="•"/>
            </a:pPr>
            <a:r>
              <a:rPr lang="en-GB" altLang="en-US" sz="1800"/>
              <a:t>Located anywhere in the oxide</a:t>
            </a:r>
            <a:endParaRPr lang="en-GB" altLang="en-US" sz="1800">
              <a:sym typeface="Symbol" panose="05050102010706020507" pitchFamily="18" charset="2"/>
            </a:endParaRPr>
          </a:p>
          <a:p>
            <a:pPr lvl="1" eaLnBrk="1" hangingPunct="1">
              <a:spcBef>
                <a:spcPct val="50000"/>
              </a:spcBef>
              <a:buFont typeface="Times" panose="02020603050405020304" pitchFamily="18" charset="0"/>
              <a:buChar char="•"/>
            </a:pPr>
            <a:r>
              <a:rPr lang="en-GB" altLang="en-US" sz="1800">
                <a:sym typeface="Symbol" panose="05050102010706020507" pitchFamily="18" charset="2"/>
              </a:rPr>
              <a:t>Broken Si-O bonds</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Result in traps in the bulk oxide </a:t>
            </a:r>
          </a:p>
          <a:p>
            <a:pPr lvl="1" eaLnBrk="1" hangingPunct="1">
              <a:spcBef>
                <a:spcPct val="50000"/>
              </a:spcBef>
              <a:buFont typeface="Times" panose="02020603050405020304" pitchFamily="18" charset="0"/>
              <a:buChar char="•"/>
            </a:pPr>
            <a:r>
              <a:rPr lang="en-GB" altLang="en-US" sz="1800">
                <a:sym typeface="Symbol" panose="05050102010706020507" pitchFamily="18" charset="2"/>
              </a:rPr>
              <a:t>Usually due to ionizing radiation or damaging process steps (ion implantation, plasma etching…)</a:t>
            </a:r>
          </a:p>
          <a:p>
            <a:pPr lvl="1" eaLnBrk="1" hangingPunct="1">
              <a:spcBef>
                <a:spcPct val="50000"/>
              </a:spcBef>
              <a:buFont typeface="Times" panose="02020603050405020304" pitchFamily="18" charset="0"/>
              <a:buNone/>
            </a:pPr>
            <a:endParaRPr lang="en-US" altLang="en-US" sz="1800">
              <a:cs typeface="Arial" panose="020B0604020202020204" pitchFamily="34" charset="0"/>
              <a:sym typeface="Symbol" panose="05050102010706020507" pitchFamily="18" charset="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a:extLst>
              <a:ext uri="{FF2B5EF4-FFF2-40B4-BE49-F238E27FC236}">
                <a16:creationId xmlns:a16="http://schemas.microsoft.com/office/drawing/2014/main" id="{FFD163EE-DC36-0EB8-5850-50483453C3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734F6A8-6908-4CFC-9B63-B2C0ECE1E76F}" type="slidenum">
              <a:rPr lang="en-US" altLang="en-US" sz="800"/>
              <a:pPr>
                <a:lnSpc>
                  <a:spcPct val="100000"/>
                </a:lnSpc>
                <a:spcBef>
                  <a:spcPct val="0"/>
                </a:spcBef>
                <a:buClr>
                  <a:srgbClr val="F68933"/>
                </a:buClr>
                <a:buFontTx/>
                <a:buNone/>
              </a:pPr>
              <a:t>28</a:t>
            </a:fld>
            <a:endParaRPr lang="en-US" altLang="en-US" sz="800"/>
          </a:p>
        </p:txBody>
      </p:sp>
      <p:sp>
        <p:nvSpPr>
          <p:cNvPr id="61443" name="Rectangle 2">
            <a:extLst>
              <a:ext uri="{FF2B5EF4-FFF2-40B4-BE49-F238E27FC236}">
                <a16:creationId xmlns:a16="http://schemas.microsoft.com/office/drawing/2014/main" id="{77A1C415-9732-E6D1-4906-1E3F201CA9E9}"/>
              </a:ext>
            </a:extLst>
          </p:cNvPr>
          <p:cNvSpPr>
            <a:spLocks noGrp="1" noChangeArrowheads="1"/>
          </p:cNvSpPr>
          <p:nvPr>
            <p:ph type="title"/>
          </p:nvPr>
        </p:nvSpPr>
        <p:spPr/>
        <p:txBody>
          <a:bodyPr/>
          <a:lstStyle/>
          <a:p>
            <a:pPr eaLnBrk="1" hangingPunct="1"/>
            <a:r>
              <a:rPr lang="en-GB" altLang="en-US"/>
              <a:t>CV characterization of SiO</a:t>
            </a:r>
            <a:r>
              <a:rPr lang="en-GB" altLang="en-US" baseline="-25000"/>
              <a:t>2</a:t>
            </a:r>
            <a:r>
              <a:rPr lang="en-GB" altLang="en-US"/>
              <a:t> </a:t>
            </a:r>
            <a:endParaRPr lang="en-US" altLang="en-US"/>
          </a:p>
        </p:txBody>
      </p:sp>
      <p:pic>
        <p:nvPicPr>
          <p:cNvPr id="61444" name="Picture 5" descr="cv">
            <a:extLst>
              <a:ext uri="{FF2B5EF4-FFF2-40B4-BE49-F238E27FC236}">
                <a16:creationId xmlns:a16="http://schemas.microsoft.com/office/drawing/2014/main" id="{97DA474F-1BB2-1A70-6BDE-511B83F4F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540000">
            <a:off x="1571628" y="1135063"/>
            <a:ext cx="3673475"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6" descr="cv_bands0001">
            <a:extLst>
              <a:ext uri="{FF2B5EF4-FFF2-40B4-BE49-F238E27FC236}">
                <a16:creationId xmlns:a16="http://schemas.microsoft.com/office/drawing/2014/main" id="{1F6920D0-B2BA-826C-27E0-1752AD56E3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3825" y="1303338"/>
            <a:ext cx="1824038"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8" descr="cv_bands0003">
            <a:extLst>
              <a:ext uri="{FF2B5EF4-FFF2-40B4-BE49-F238E27FC236}">
                <a16:creationId xmlns:a16="http://schemas.microsoft.com/office/drawing/2014/main" id="{240A1FFA-995A-AB3F-5052-60FB0776F6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8741" y="4578353"/>
            <a:ext cx="1881187"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7" descr="cv_bands0002">
            <a:extLst>
              <a:ext uri="{FF2B5EF4-FFF2-40B4-BE49-F238E27FC236}">
                <a16:creationId xmlns:a16="http://schemas.microsoft.com/office/drawing/2014/main" id="{ED137F48-A142-5EE5-431D-F6F5A822D0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955928"/>
            <a:ext cx="19113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1448" name="Object 9">
            <a:extLst>
              <a:ext uri="{FF2B5EF4-FFF2-40B4-BE49-F238E27FC236}">
                <a16:creationId xmlns:a16="http://schemas.microsoft.com/office/drawing/2014/main" id="{99B30166-4E5E-BE6D-E8E6-8D1621AEB3C4}"/>
              </a:ext>
            </a:extLst>
          </p:cNvPr>
          <p:cNvGraphicFramePr>
            <a:graphicFrameLocks noChangeAspect="1"/>
          </p:cNvGraphicFramePr>
          <p:nvPr/>
        </p:nvGraphicFramePr>
        <p:xfrm>
          <a:off x="7618413" y="1606553"/>
          <a:ext cx="1568450" cy="963613"/>
        </p:xfrm>
        <a:graphic>
          <a:graphicData uri="http://schemas.openxmlformats.org/presentationml/2006/ole">
            <mc:AlternateContent xmlns:mc="http://schemas.openxmlformats.org/markup-compatibility/2006">
              <mc:Choice xmlns:v="urn:schemas-microsoft-com:vml" Requires="v">
                <p:oleObj name="Equation" r:id="rId7" imgW="723586" imgH="444307" progId="Equation.3">
                  <p:embed/>
                </p:oleObj>
              </mc:Choice>
              <mc:Fallback>
                <p:oleObj name="Equation" r:id="rId7" imgW="723586" imgH="444307" progId="Equation.3">
                  <p:embed/>
                  <p:pic>
                    <p:nvPicPr>
                      <p:cNvPr id="61448" name="Object 9">
                        <a:extLst>
                          <a:ext uri="{FF2B5EF4-FFF2-40B4-BE49-F238E27FC236}">
                            <a16:creationId xmlns:a16="http://schemas.microsoft.com/office/drawing/2014/main" id="{99B30166-4E5E-BE6D-E8E6-8D1621AEB3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18413" y="1606553"/>
                        <a:ext cx="156845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9" name="Object 10">
            <a:extLst>
              <a:ext uri="{FF2B5EF4-FFF2-40B4-BE49-F238E27FC236}">
                <a16:creationId xmlns:a16="http://schemas.microsoft.com/office/drawing/2014/main" id="{B3588D61-C789-80E8-BD5A-666D85121983}"/>
              </a:ext>
            </a:extLst>
          </p:cNvPr>
          <p:cNvGraphicFramePr>
            <a:graphicFrameLocks noChangeAspect="1"/>
          </p:cNvGraphicFramePr>
          <p:nvPr/>
        </p:nvGraphicFramePr>
        <p:xfrm>
          <a:off x="7672391" y="3429003"/>
          <a:ext cx="1457325" cy="963613"/>
        </p:xfrm>
        <a:graphic>
          <a:graphicData uri="http://schemas.openxmlformats.org/presentationml/2006/ole">
            <mc:AlternateContent xmlns:mc="http://schemas.openxmlformats.org/markup-compatibility/2006">
              <mc:Choice xmlns:v="urn:schemas-microsoft-com:vml" Requires="v">
                <p:oleObj name="Equation" r:id="rId9" imgW="672808" imgH="444307" progId="Equation.3">
                  <p:embed/>
                </p:oleObj>
              </mc:Choice>
              <mc:Fallback>
                <p:oleObj name="Equation" r:id="rId9" imgW="672808" imgH="444307" progId="Equation.3">
                  <p:embed/>
                  <p:pic>
                    <p:nvPicPr>
                      <p:cNvPr id="61449" name="Object 10">
                        <a:extLst>
                          <a:ext uri="{FF2B5EF4-FFF2-40B4-BE49-F238E27FC236}">
                            <a16:creationId xmlns:a16="http://schemas.microsoft.com/office/drawing/2014/main" id="{B3588D61-C789-80E8-BD5A-666D8512198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72391" y="3429003"/>
                        <a:ext cx="1457325"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1450" name="Picture 11" descr="cv_hf_lf0001">
            <a:extLst>
              <a:ext uri="{FF2B5EF4-FFF2-40B4-BE49-F238E27FC236}">
                <a16:creationId xmlns:a16="http://schemas.microsoft.com/office/drawing/2014/main" id="{BC35E37B-37A5-5C92-7F64-BF28E7E48C7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21540000">
            <a:off x="7408866" y="4694241"/>
            <a:ext cx="3259137"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a:extLst>
              <a:ext uri="{FF2B5EF4-FFF2-40B4-BE49-F238E27FC236}">
                <a16:creationId xmlns:a16="http://schemas.microsoft.com/office/drawing/2014/main" id="{FB9D8B0B-F7A7-60BE-5520-922E87F9D2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1097971-12C8-498C-B358-DE3B34BDEB60}" type="slidenum">
              <a:rPr lang="en-US" altLang="en-US" sz="800"/>
              <a:pPr>
                <a:lnSpc>
                  <a:spcPct val="100000"/>
                </a:lnSpc>
                <a:spcBef>
                  <a:spcPct val="0"/>
                </a:spcBef>
                <a:buClr>
                  <a:srgbClr val="F68933"/>
                </a:buClr>
                <a:buFontTx/>
                <a:buNone/>
              </a:pPr>
              <a:t>29</a:t>
            </a:fld>
            <a:endParaRPr lang="en-US" altLang="en-US" sz="800"/>
          </a:p>
        </p:txBody>
      </p:sp>
      <p:sp>
        <p:nvSpPr>
          <p:cNvPr id="63491" name="Rectangle 2">
            <a:extLst>
              <a:ext uri="{FF2B5EF4-FFF2-40B4-BE49-F238E27FC236}">
                <a16:creationId xmlns:a16="http://schemas.microsoft.com/office/drawing/2014/main" id="{3EFEF53B-8034-D869-F8A9-4CD8DE213576}"/>
              </a:ext>
            </a:extLst>
          </p:cNvPr>
          <p:cNvSpPr>
            <a:spLocks noGrp="1" noChangeArrowheads="1"/>
          </p:cNvSpPr>
          <p:nvPr>
            <p:ph type="title"/>
          </p:nvPr>
        </p:nvSpPr>
        <p:spPr/>
        <p:txBody>
          <a:bodyPr/>
          <a:lstStyle/>
          <a:p>
            <a:pPr eaLnBrk="1" hangingPunct="1"/>
            <a:r>
              <a:rPr lang="en-GB" altLang="en-US"/>
              <a:t>CV characterization of SiO</a:t>
            </a:r>
            <a:r>
              <a:rPr lang="en-GB" altLang="en-US" baseline="-25000"/>
              <a:t>2</a:t>
            </a:r>
            <a:r>
              <a:rPr lang="en-GB" altLang="en-US"/>
              <a:t> </a:t>
            </a:r>
            <a:endParaRPr lang="en-US" altLang="en-US"/>
          </a:p>
        </p:txBody>
      </p:sp>
      <p:pic>
        <p:nvPicPr>
          <p:cNvPr id="63492" name="Picture 3" descr="cv_deformed0001">
            <a:extLst>
              <a:ext uri="{FF2B5EF4-FFF2-40B4-BE49-F238E27FC236}">
                <a16:creationId xmlns:a16="http://schemas.microsoft.com/office/drawing/2014/main" id="{88D915D8-7622-C612-9EFA-044D4D518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480000">
            <a:off x="1697038" y="1493838"/>
            <a:ext cx="3448050" cy="193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 Box 4">
            <a:extLst>
              <a:ext uri="{FF2B5EF4-FFF2-40B4-BE49-F238E27FC236}">
                <a16:creationId xmlns:a16="http://schemas.microsoft.com/office/drawing/2014/main" id="{C2DC1A28-88B1-F0F3-0252-13F1E7A163E2}"/>
              </a:ext>
            </a:extLst>
          </p:cNvPr>
          <p:cNvSpPr txBox="1">
            <a:spLocks noChangeArrowheads="1"/>
          </p:cNvSpPr>
          <p:nvPr/>
        </p:nvSpPr>
        <p:spPr bwMode="auto">
          <a:xfrm>
            <a:off x="6096000" y="1377953"/>
            <a:ext cx="4313238"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b="1"/>
              <a:t>Q</a:t>
            </a:r>
            <a:r>
              <a:rPr lang="en-GB" altLang="en-US" sz="1800" b="1" baseline="-25000"/>
              <a:t>f</a:t>
            </a:r>
            <a:r>
              <a:rPr lang="en-GB" altLang="en-US" sz="1800" b="1"/>
              <a:t> presence:</a:t>
            </a:r>
            <a:r>
              <a:rPr lang="en-GB" altLang="en-US" sz="1800"/>
              <a:t> </a:t>
            </a:r>
          </a:p>
          <a:p>
            <a:pPr eaLnBrk="1" hangingPunct="1">
              <a:spcBef>
                <a:spcPct val="50000"/>
              </a:spcBef>
            </a:pPr>
            <a:r>
              <a:rPr lang="en-GB" altLang="en-US" sz="1800"/>
              <a:t>Inversion is more difficult to obtain since a negative image charge is formed in the silicon.</a:t>
            </a:r>
          </a:p>
          <a:p>
            <a:pPr eaLnBrk="1" hangingPunct="1">
              <a:spcBef>
                <a:spcPct val="50000"/>
              </a:spcBef>
            </a:pPr>
            <a:r>
              <a:rPr lang="en-GB" altLang="en-US" sz="1800"/>
              <a:t> C/V characteristic is shifted to the left </a:t>
            </a:r>
          </a:p>
          <a:p>
            <a:pPr eaLnBrk="1" hangingPunct="1">
              <a:spcBef>
                <a:spcPct val="50000"/>
              </a:spcBef>
            </a:pPr>
            <a:r>
              <a:rPr lang="en-GB" altLang="en-US" sz="1800"/>
              <a:t> Q</a:t>
            </a:r>
            <a:r>
              <a:rPr lang="en-GB" altLang="en-US" sz="1800" baseline="-25000"/>
              <a:t>m</a:t>
            </a:r>
            <a:r>
              <a:rPr lang="en-GB" altLang="en-US" sz="1800"/>
              <a:t> shows a similar effect ( but of different amplitude since the position of the charge in the oxide is not fixed)</a:t>
            </a:r>
            <a:endParaRPr lang="en-US" altLang="en-US" sz="1800"/>
          </a:p>
        </p:txBody>
      </p:sp>
      <p:sp>
        <p:nvSpPr>
          <p:cNvPr id="63494" name="Text Box 5">
            <a:extLst>
              <a:ext uri="{FF2B5EF4-FFF2-40B4-BE49-F238E27FC236}">
                <a16:creationId xmlns:a16="http://schemas.microsoft.com/office/drawing/2014/main" id="{C82032FD-A47B-CD49-5B75-D7F3F0376CC2}"/>
              </a:ext>
            </a:extLst>
          </p:cNvPr>
          <p:cNvSpPr txBox="1">
            <a:spLocks noChangeArrowheads="1"/>
          </p:cNvSpPr>
          <p:nvPr/>
        </p:nvSpPr>
        <p:spPr bwMode="auto">
          <a:xfrm>
            <a:off x="1782766" y="4329116"/>
            <a:ext cx="4313237"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b="1"/>
              <a:t>Q</a:t>
            </a:r>
            <a:r>
              <a:rPr lang="en-GB" altLang="en-US" sz="1800" b="1" baseline="-25000"/>
              <a:t>it</a:t>
            </a:r>
            <a:r>
              <a:rPr lang="en-GB" altLang="en-US" sz="1800" b="1"/>
              <a:t> presence:</a:t>
            </a:r>
            <a:r>
              <a:rPr lang="en-GB" altLang="en-US" sz="1800"/>
              <a:t> </a:t>
            </a:r>
          </a:p>
          <a:p>
            <a:pPr eaLnBrk="1" hangingPunct="1">
              <a:spcBef>
                <a:spcPct val="50000"/>
              </a:spcBef>
            </a:pPr>
            <a:r>
              <a:rPr lang="en-GB" altLang="en-US" sz="1800"/>
              <a:t>  E</a:t>
            </a:r>
            <a:r>
              <a:rPr lang="en-GB" altLang="en-US" sz="1800" baseline="-25000"/>
              <a:t>f</a:t>
            </a:r>
            <a:r>
              <a:rPr lang="en-GB" altLang="en-US" sz="1800"/>
              <a:t> moves with respect to valence and conduction band sweeping the CV curve </a:t>
            </a:r>
            <a:r>
              <a:rPr lang="en-GB" altLang="en-US" sz="1800">
                <a:sym typeface="Wingdings" panose="05000000000000000000" pitchFamily="2" charset="2"/>
              </a:rPr>
              <a:t> interface traps are filled and emptied  CV curve is “stretched”</a:t>
            </a:r>
            <a:endParaRPr lang="en-US" altLang="en-US" sz="1800"/>
          </a:p>
        </p:txBody>
      </p:sp>
      <p:sp>
        <p:nvSpPr>
          <p:cNvPr id="63495" name="AutoShape 6">
            <a:extLst>
              <a:ext uri="{FF2B5EF4-FFF2-40B4-BE49-F238E27FC236}">
                <a16:creationId xmlns:a16="http://schemas.microsoft.com/office/drawing/2014/main" id="{05A75D6C-0E34-5F60-6225-112BBA7683DB}"/>
              </a:ext>
            </a:extLst>
          </p:cNvPr>
          <p:cNvSpPr>
            <a:spLocks noChangeArrowheads="1"/>
          </p:cNvSpPr>
          <p:nvPr/>
        </p:nvSpPr>
        <p:spPr bwMode="auto">
          <a:xfrm>
            <a:off x="6096000" y="5022853"/>
            <a:ext cx="503238" cy="441325"/>
          </a:xfrm>
          <a:prstGeom prst="rightArrow">
            <a:avLst>
              <a:gd name="adj1" fmla="val 50000"/>
              <a:gd name="adj2" fmla="val 28507"/>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63496" name="Text Box 7">
            <a:extLst>
              <a:ext uri="{FF2B5EF4-FFF2-40B4-BE49-F238E27FC236}">
                <a16:creationId xmlns:a16="http://schemas.microsoft.com/office/drawing/2014/main" id="{C7C1FB5A-FB78-8DD3-83CA-FC9AF8212899}"/>
              </a:ext>
            </a:extLst>
          </p:cNvPr>
          <p:cNvSpPr txBox="1">
            <a:spLocks noChangeArrowheads="1"/>
          </p:cNvSpPr>
          <p:nvPr/>
        </p:nvSpPr>
        <p:spPr bwMode="auto">
          <a:xfrm>
            <a:off x="6811966" y="4527550"/>
            <a:ext cx="3856037"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b="1"/>
              <a:t>A</a:t>
            </a:r>
            <a:r>
              <a:rPr lang="en-GB" altLang="en-US" sz="1800"/>
              <a:t> zone: int. states near conduction band</a:t>
            </a:r>
          </a:p>
          <a:p>
            <a:pPr eaLnBrk="1" hangingPunct="1">
              <a:spcBef>
                <a:spcPct val="50000"/>
              </a:spcBef>
            </a:pPr>
            <a:r>
              <a:rPr lang="en-GB" altLang="en-US" sz="1800" b="1"/>
              <a:t>B</a:t>
            </a:r>
            <a:r>
              <a:rPr lang="en-GB" altLang="en-US" sz="1800"/>
              <a:t> zone: int. states near mid band gap</a:t>
            </a:r>
          </a:p>
          <a:p>
            <a:pPr eaLnBrk="1" hangingPunct="1">
              <a:spcBef>
                <a:spcPct val="50000"/>
              </a:spcBef>
            </a:pPr>
            <a:r>
              <a:rPr lang="en-GB" altLang="en-US" sz="1800" b="1"/>
              <a:t>C</a:t>
            </a:r>
            <a:r>
              <a:rPr lang="en-GB" altLang="en-US" sz="1800"/>
              <a:t> zone: inte. States near valence band</a:t>
            </a:r>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a:extLst>
              <a:ext uri="{FF2B5EF4-FFF2-40B4-BE49-F238E27FC236}">
                <a16:creationId xmlns:a16="http://schemas.microsoft.com/office/drawing/2014/main" id="{962024CE-7C7D-D2A8-7E53-05A260BC9B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CAEB57E-8FD4-4C66-86E9-71DBAC56A2EE}" type="slidenum">
              <a:rPr lang="en-US" altLang="en-US" sz="800"/>
              <a:pPr>
                <a:lnSpc>
                  <a:spcPct val="100000"/>
                </a:lnSpc>
                <a:spcBef>
                  <a:spcPct val="0"/>
                </a:spcBef>
                <a:buClr>
                  <a:srgbClr val="F68933"/>
                </a:buClr>
                <a:buFontTx/>
                <a:buNone/>
              </a:pPr>
              <a:t>30</a:t>
            </a:fld>
            <a:endParaRPr lang="en-US" altLang="en-US" sz="800"/>
          </a:p>
        </p:txBody>
      </p:sp>
      <p:sp>
        <p:nvSpPr>
          <p:cNvPr id="65539" name="Rectangle 2">
            <a:extLst>
              <a:ext uri="{FF2B5EF4-FFF2-40B4-BE49-F238E27FC236}">
                <a16:creationId xmlns:a16="http://schemas.microsoft.com/office/drawing/2014/main" id="{3590EBFA-3544-BDA1-A45A-D2FF459CA336}"/>
              </a:ext>
            </a:extLst>
          </p:cNvPr>
          <p:cNvSpPr>
            <a:spLocks noGrp="1" noChangeArrowheads="1"/>
          </p:cNvSpPr>
          <p:nvPr>
            <p:ph type="title"/>
          </p:nvPr>
        </p:nvSpPr>
        <p:spPr/>
        <p:txBody>
          <a:bodyPr/>
          <a:lstStyle/>
          <a:p>
            <a:pPr eaLnBrk="1" hangingPunct="1"/>
            <a:r>
              <a:rPr lang="en-GB" altLang="en-US"/>
              <a:t>CV characterization of SiO</a:t>
            </a:r>
            <a:r>
              <a:rPr lang="en-GB" altLang="en-US" baseline="-25000"/>
              <a:t>2</a:t>
            </a:r>
            <a:r>
              <a:rPr lang="en-GB" altLang="en-US"/>
              <a:t> </a:t>
            </a:r>
            <a:endParaRPr lang="en-US" altLang="en-US"/>
          </a:p>
        </p:txBody>
      </p:sp>
      <p:sp>
        <p:nvSpPr>
          <p:cNvPr id="65540" name="Rectangle 3">
            <a:extLst>
              <a:ext uri="{FF2B5EF4-FFF2-40B4-BE49-F238E27FC236}">
                <a16:creationId xmlns:a16="http://schemas.microsoft.com/office/drawing/2014/main" id="{0822CDDF-F5AD-17A9-0277-D6B89EDA15C1}"/>
              </a:ext>
            </a:extLst>
          </p:cNvPr>
          <p:cNvSpPr>
            <a:spLocks noGrp="1" noChangeArrowheads="1"/>
          </p:cNvSpPr>
          <p:nvPr>
            <p:ph type="body" idx="1"/>
          </p:nvPr>
        </p:nvSpPr>
        <p:spPr>
          <a:xfrm>
            <a:off x="1893891" y="1035050"/>
            <a:ext cx="8402637" cy="4114800"/>
          </a:xfrm>
        </p:spPr>
        <p:txBody>
          <a:bodyPr/>
          <a:lstStyle/>
          <a:p>
            <a:pPr eaLnBrk="1" hangingPunct="1"/>
            <a:r>
              <a:rPr lang="en-GB" altLang="en-US"/>
              <a:t>Interface state density</a:t>
            </a:r>
            <a:endParaRPr lang="en-US" altLang="en-US"/>
          </a:p>
        </p:txBody>
      </p:sp>
      <p:pic>
        <p:nvPicPr>
          <p:cNvPr id="65541" name="Picture 5" descr="interface_state_density0001">
            <a:extLst>
              <a:ext uri="{FF2B5EF4-FFF2-40B4-BE49-F238E27FC236}">
                <a16:creationId xmlns:a16="http://schemas.microsoft.com/office/drawing/2014/main" id="{A5E7F47A-9A10-A164-548A-BB906EEB6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9228"/>
          <a:stretch>
            <a:fillRect/>
          </a:stretch>
        </p:blipFill>
        <p:spPr bwMode="auto">
          <a:xfrm>
            <a:off x="1524003" y="1525591"/>
            <a:ext cx="2981325"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2" name="Picture 7" descr="interface_state_density0001">
            <a:extLst>
              <a:ext uri="{FF2B5EF4-FFF2-40B4-BE49-F238E27FC236}">
                <a16:creationId xmlns:a16="http://schemas.microsoft.com/office/drawing/2014/main" id="{A63D4DD8-4406-8BC4-5B6B-8D8F4A7B3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294" b="827"/>
          <a:stretch>
            <a:fillRect/>
          </a:stretch>
        </p:blipFill>
        <p:spPr bwMode="auto">
          <a:xfrm>
            <a:off x="4605341" y="1476375"/>
            <a:ext cx="2981325"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Text Box 8">
            <a:extLst>
              <a:ext uri="{FF2B5EF4-FFF2-40B4-BE49-F238E27FC236}">
                <a16:creationId xmlns:a16="http://schemas.microsoft.com/office/drawing/2014/main" id="{4B2C533E-7F97-E258-70E3-7A0959D618CD}"/>
              </a:ext>
            </a:extLst>
          </p:cNvPr>
          <p:cNvSpPr txBox="1">
            <a:spLocks noChangeArrowheads="1"/>
          </p:cNvSpPr>
          <p:nvPr/>
        </p:nvSpPr>
        <p:spPr bwMode="auto">
          <a:xfrm>
            <a:off x="7900991" y="1700216"/>
            <a:ext cx="2339975" cy="1385887"/>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Quasi-static method:</a:t>
            </a:r>
          </a:p>
          <a:p>
            <a:pPr eaLnBrk="1" hangingPunct="1">
              <a:spcBef>
                <a:spcPct val="50000"/>
              </a:spcBef>
              <a:buFont typeface="Times" panose="02020603050405020304" pitchFamily="18" charset="0"/>
              <a:buNone/>
            </a:pPr>
            <a:r>
              <a:rPr lang="en-GB" altLang="en-US" sz="1600"/>
              <a:t>Distortion of LF curve with respect to HF curve is due to interface states</a:t>
            </a:r>
            <a:endParaRPr lang="en-US" altLang="en-US" sz="1600"/>
          </a:p>
        </p:txBody>
      </p:sp>
      <p:sp>
        <p:nvSpPr>
          <p:cNvPr id="65544" name="Rectangle 9">
            <a:extLst>
              <a:ext uri="{FF2B5EF4-FFF2-40B4-BE49-F238E27FC236}">
                <a16:creationId xmlns:a16="http://schemas.microsoft.com/office/drawing/2014/main" id="{BDB8AFDF-C797-52F2-619D-C94484173354}"/>
              </a:ext>
            </a:extLst>
          </p:cNvPr>
          <p:cNvSpPr>
            <a:spLocks noChangeArrowheads="1"/>
          </p:cNvSpPr>
          <p:nvPr/>
        </p:nvSpPr>
        <p:spPr bwMode="auto">
          <a:xfrm>
            <a:off x="1893891" y="3886200"/>
            <a:ext cx="840263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GB" altLang="en-US"/>
              <a:t>Other commonly measured paramaters:</a:t>
            </a:r>
          </a:p>
          <a:p>
            <a:pPr lvl="1" eaLnBrk="1" hangingPunct="1"/>
            <a:r>
              <a:rPr lang="en-GB" altLang="en-US"/>
              <a:t>Breakdown voltage</a:t>
            </a:r>
          </a:p>
          <a:p>
            <a:pPr lvl="1" eaLnBrk="1" hangingPunct="1"/>
            <a:r>
              <a:rPr lang="en-GB" altLang="en-US"/>
              <a:t>Charge to breakdown by TDDB (Time dependent dielectric breakdown) test</a:t>
            </a:r>
          </a:p>
          <a:p>
            <a:pPr lvl="1" eaLnBrk="1" hangingPunct="1"/>
            <a:r>
              <a:rPr lang="en-GB" altLang="en-US"/>
              <a:t>Mobile charge estimation by BTS ( Bias Temperature Stress)</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a:extLst>
              <a:ext uri="{FF2B5EF4-FFF2-40B4-BE49-F238E27FC236}">
                <a16:creationId xmlns:a16="http://schemas.microsoft.com/office/drawing/2014/main" id="{A8E22192-D1AB-F629-6D31-1D9DB2D304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A894AC7-81CB-4C7D-81AF-F2FC0E27611A}" type="slidenum">
              <a:rPr lang="en-US" altLang="en-US" sz="800"/>
              <a:pPr>
                <a:lnSpc>
                  <a:spcPct val="100000"/>
                </a:lnSpc>
                <a:spcBef>
                  <a:spcPct val="0"/>
                </a:spcBef>
                <a:buClr>
                  <a:srgbClr val="F68933"/>
                </a:buClr>
                <a:buFontTx/>
                <a:buNone/>
              </a:pPr>
              <a:t>31</a:t>
            </a:fld>
            <a:endParaRPr lang="en-US" altLang="en-US" sz="800"/>
          </a:p>
        </p:txBody>
      </p:sp>
      <p:sp>
        <p:nvSpPr>
          <p:cNvPr id="67587" name="Rectangle 2">
            <a:extLst>
              <a:ext uri="{FF2B5EF4-FFF2-40B4-BE49-F238E27FC236}">
                <a16:creationId xmlns:a16="http://schemas.microsoft.com/office/drawing/2014/main" id="{F84F59E7-E161-DA90-3F38-68009FE7641C}"/>
              </a:ext>
            </a:extLst>
          </p:cNvPr>
          <p:cNvSpPr>
            <a:spLocks noGrp="1" noChangeArrowheads="1"/>
          </p:cNvSpPr>
          <p:nvPr>
            <p:ph type="title"/>
          </p:nvPr>
        </p:nvSpPr>
        <p:spPr/>
        <p:txBody>
          <a:bodyPr/>
          <a:lstStyle/>
          <a:p>
            <a:pPr eaLnBrk="1" hangingPunct="1"/>
            <a:r>
              <a:rPr lang="en-GB" altLang="en-US"/>
              <a:t>Nitridation</a:t>
            </a:r>
            <a:endParaRPr lang="en-US" altLang="en-US"/>
          </a:p>
        </p:txBody>
      </p:sp>
      <p:sp>
        <p:nvSpPr>
          <p:cNvPr id="67588" name="Rectangle 3">
            <a:extLst>
              <a:ext uri="{FF2B5EF4-FFF2-40B4-BE49-F238E27FC236}">
                <a16:creationId xmlns:a16="http://schemas.microsoft.com/office/drawing/2014/main" id="{34DDB493-6E19-C9A1-50B7-DD34CAAEDBF8}"/>
              </a:ext>
            </a:extLst>
          </p:cNvPr>
          <p:cNvSpPr>
            <a:spLocks noGrp="1" noChangeArrowheads="1"/>
          </p:cNvSpPr>
          <p:nvPr>
            <p:ph type="body" idx="1"/>
          </p:nvPr>
        </p:nvSpPr>
        <p:spPr/>
        <p:txBody>
          <a:bodyPr/>
          <a:lstStyle/>
          <a:p>
            <a:pPr eaLnBrk="1" hangingPunct="1">
              <a:lnSpc>
                <a:spcPct val="85000"/>
              </a:lnSpc>
            </a:pPr>
            <a:r>
              <a:rPr lang="en-US" altLang="en-US" sz="2000"/>
              <a:t>Nitridation is mainly utilized to form a barrier to the diffusion of B from the control gate into the silicon substrate and to improve thin oxide electrical quality (Qbd, resistance to trapping and to the generation of interface states after hot electron stress)</a:t>
            </a:r>
          </a:p>
          <a:p>
            <a:pPr eaLnBrk="1" hangingPunct="1">
              <a:lnSpc>
                <a:spcPct val="85000"/>
              </a:lnSpc>
            </a:pPr>
            <a:endParaRPr lang="en-US" altLang="en-US" sz="2000"/>
          </a:p>
          <a:p>
            <a:pPr eaLnBrk="1" hangingPunct="1">
              <a:lnSpc>
                <a:spcPct val="85000"/>
              </a:lnSpc>
            </a:pPr>
            <a:r>
              <a:rPr lang="en-US" altLang="en-US" sz="2000"/>
              <a:t>Most common nitridation techniques consist in annealing treatments made after the thermal oxidation step, at high or medium temperature with NH3 , N2O, NO by furnace or RTP.</a:t>
            </a:r>
          </a:p>
          <a:p>
            <a:pPr eaLnBrk="1" hangingPunct="1">
              <a:lnSpc>
                <a:spcPct val="85000"/>
              </a:lnSpc>
            </a:pPr>
            <a:endParaRPr lang="en-US" altLang="en-US" sz="2000"/>
          </a:p>
          <a:p>
            <a:pPr eaLnBrk="1" hangingPunct="1">
              <a:lnSpc>
                <a:spcPct val="85000"/>
              </a:lnSpc>
            </a:pPr>
            <a:r>
              <a:rPr lang="en-US" altLang="en-US" sz="2000"/>
              <a:t>Nitridation by NO is becoming the leading technology.</a:t>
            </a:r>
          </a:p>
          <a:p>
            <a:pPr eaLnBrk="1" hangingPunct="1">
              <a:lnSpc>
                <a:spcPct val="85000"/>
              </a:lnSpc>
            </a:pPr>
            <a:endParaRPr lang="en-US" altLang="en-US" sz="2000"/>
          </a:p>
          <a:p>
            <a:pPr eaLnBrk="1" hangingPunct="1">
              <a:lnSpc>
                <a:spcPct val="85000"/>
              </a:lnSpc>
            </a:pPr>
            <a:r>
              <a:rPr lang="en-US" altLang="en-US" sz="2000"/>
              <a:t>Best results are obtained by the formation of a N rich layer at theSi/SiO2 interface, avoiding N incorporation in the oxide bulk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3">
            <a:extLst>
              <a:ext uri="{FF2B5EF4-FFF2-40B4-BE49-F238E27FC236}">
                <a16:creationId xmlns:a16="http://schemas.microsoft.com/office/drawing/2014/main" id="{FF99C226-CCC2-E979-41CF-21CF331E50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518B535-9C71-48BD-B1B7-DFB4B54C887E}" type="slidenum">
              <a:rPr lang="en-US" altLang="en-US" sz="800"/>
              <a:pPr>
                <a:lnSpc>
                  <a:spcPct val="100000"/>
                </a:lnSpc>
                <a:spcBef>
                  <a:spcPct val="0"/>
                </a:spcBef>
                <a:buClr>
                  <a:srgbClr val="F68933"/>
                </a:buClr>
                <a:buFontTx/>
                <a:buNone/>
              </a:pPr>
              <a:t>32</a:t>
            </a:fld>
            <a:endParaRPr lang="en-US" altLang="en-US" sz="800"/>
          </a:p>
        </p:txBody>
      </p:sp>
      <p:sp>
        <p:nvSpPr>
          <p:cNvPr id="69635" name="Rectangle 2">
            <a:extLst>
              <a:ext uri="{FF2B5EF4-FFF2-40B4-BE49-F238E27FC236}">
                <a16:creationId xmlns:a16="http://schemas.microsoft.com/office/drawing/2014/main" id="{A2B8319A-4890-5B22-A2CF-07C99D93AD46}"/>
              </a:ext>
            </a:extLst>
          </p:cNvPr>
          <p:cNvSpPr>
            <a:spLocks noGrp="1" noChangeArrowheads="1"/>
          </p:cNvSpPr>
          <p:nvPr>
            <p:ph type="title"/>
          </p:nvPr>
        </p:nvSpPr>
        <p:spPr/>
        <p:txBody>
          <a:bodyPr/>
          <a:lstStyle/>
          <a:p>
            <a:pPr eaLnBrk="1" hangingPunct="1"/>
            <a:r>
              <a:rPr lang="en-GB" altLang="en-US"/>
              <a:t>Silicon oxidation equipments/techniques</a:t>
            </a:r>
            <a:endParaRPr lang="en-US" altLang="en-US"/>
          </a:p>
        </p:txBody>
      </p:sp>
      <p:sp>
        <p:nvSpPr>
          <p:cNvPr id="69636" name="Rectangle 3">
            <a:extLst>
              <a:ext uri="{FF2B5EF4-FFF2-40B4-BE49-F238E27FC236}">
                <a16:creationId xmlns:a16="http://schemas.microsoft.com/office/drawing/2014/main" id="{57B344FD-C806-8269-7231-9774823EBA98}"/>
              </a:ext>
            </a:extLst>
          </p:cNvPr>
          <p:cNvSpPr>
            <a:spLocks noGrp="1" noChangeArrowheads="1"/>
          </p:cNvSpPr>
          <p:nvPr>
            <p:ph type="body" idx="1"/>
          </p:nvPr>
        </p:nvSpPr>
        <p:spPr/>
        <p:txBody>
          <a:bodyPr/>
          <a:lstStyle/>
          <a:p>
            <a:pPr eaLnBrk="1" hangingPunct="1"/>
            <a:r>
              <a:rPr lang="en-GB" altLang="en-US"/>
              <a:t>Furnace</a:t>
            </a:r>
            <a:endParaRPr lang="en-US" altLang="en-US"/>
          </a:p>
        </p:txBody>
      </p:sp>
      <p:pic>
        <p:nvPicPr>
          <p:cNvPr id="69637" name="Picture 4">
            <a:extLst>
              <a:ext uri="{FF2B5EF4-FFF2-40B4-BE49-F238E27FC236}">
                <a16:creationId xmlns:a16="http://schemas.microsoft.com/office/drawing/2014/main" id="{C533D76F-AD42-9B83-8984-A795E3334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136653"/>
            <a:ext cx="4954588"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69638" name="Text Box 5">
            <a:extLst>
              <a:ext uri="{FF2B5EF4-FFF2-40B4-BE49-F238E27FC236}">
                <a16:creationId xmlns:a16="http://schemas.microsoft.com/office/drawing/2014/main" id="{F14D47C6-A4B4-E2FE-A8C9-E925E9F5C67C}"/>
              </a:ext>
            </a:extLst>
          </p:cNvPr>
          <p:cNvSpPr txBox="1">
            <a:spLocks noChangeArrowheads="1"/>
          </p:cNvSpPr>
          <p:nvPr/>
        </p:nvSpPr>
        <p:spPr bwMode="auto">
          <a:xfrm>
            <a:off x="6629400" y="1447800"/>
            <a:ext cx="4038600" cy="260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Vertical furnaces </a:t>
            </a:r>
          </a:p>
          <a:p>
            <a:pPr lvl="1" eaLnBrk="1" hangingPunct="1">
              <a:spcBef>
                <a:spcPct val="50000"/>
              </a:spcBef>
              <a:buFont typeface="Times" panose="02020603050405020304" pitchFamily="18" charset="0"/>
              <a:buChar char="•"/>
            </a:pPr>
            <a:r>
              <a:rPr lang="en-GB" altLang="en-US"/>
              <a:t> Wafers batches (up to 100) are inserted in a quartz tube.</a:t>
            </a:r>
          </a:p>
          <a:p>
            <a:pPr lvl="1" eaLnBrk="1" hangingPunct="1">
              <a:spcBef>
                <a:spcPct val="50000"/>
              </a:spcBef>
              <a:buFont typeface="Times" panose="02020603050405020304" pitchFamily="18" charset="0"/>
              <a:buChar char="•"/>
            </a:pPr>
            <a:r>
              <a:rPr lang="en-GB" altLang="en-US"/>
              <a:t> Reactant gases are flown in the furnace</a:t>
            </a:r>
          </a:p>
          <a:p>
            <a:pPr lvl="1" eaLnBrk="1" hangingPunct="1">
              <a:spcBef>
                <a:spcPct val="50000"/>
              </a:spcBef>
              <a:buFont typeface="Times" panose="02020603050405020304" pitchFamily="18" charset="0"/>
              <a:buChar char="•"/>
            </a:pPr>
            <a:r>
              <a:rPr lang="en-GB" altLang="en-US"/>
              <a:t>Desired T is reached by resistive heating</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3">
            <a:extLst>
              <a:ext uri="{FF2B5EF4-FFF2-40B4-BE49-F238E27FC236}">
                <a16:creationId xmlns:a16="http://schemas.microsoft.com/office/drawing/2014/main" id="{EE505D1C-F4AA-DB45-EACA-F40D86E1ED9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AAADDCB-4CEC-4D75-A57E-184FD7DA8156}" type="slidenum">
              <a:rPr lang="en-US" altLang="en-US" sz="800"/>
              <a:pPr>
                <a:lnSpc>
                  <a:spcPct val="100000"/>
                </a:lnSpc>
                <a:spcBef>
                  <a:spcPct val="0"/>
                </a:spcBef>
                <a:buClr>
                  <a:srgbClr val="F68933"/>
                </a:buClr>
                <a:buFontTx/>
                <a:buNone/>
              </a:pPr>
              <a:t>33</a:t>
            </a:fld>
            <a:endParaRPr lang="en-US" altLang="en-US" sz="800"/>
          </a:p>
        </p:txBody>
      </p:sp>
      <p:sp>
        <p:nvSpPr>
          <p:cNvPr id="71683" name="Rectangle 2">
            <a:extLst>
              <a:ext uri="{FF2B5EF4-FFF2-40B4-BE49-F238E27FC236}">
                <a16:creationId xmlns:a16="http://schemas.microsoft.com/office/drawing/2014/main" id="{962C282D-9AB9-D054-E96B-9BF39AC59B48}"/>
              </a:ext>
            </a:extLst>
          </p:cNvPr>
          <p:cNvSpPr>
            <a:spLocks noGrp="1" noChangeArrowheads="1"/>
          </p:cNvSpPr>
          <p:nvPr>
            <p:ph type="title"/>
          </p:nvPr>
        </p:nvSpPr>
        <p:spPr/>
        <p:txBody>
          <a:bodyPr/>
          <a:lstStyle/>
          <a:p>
            <a:pPr eaLnBrk="1" hangingPunct="1"/>
            <a:r>
              <a:rPr lang="en-GB" altLang="en-US"/>
              <a:t>RTO</a:t>
            </a:r>
            <a:endParaRPr lang="en-US" altLang="en-US"/>
          </a:p>
        </p:txBody>
      </p:sp>
      <p:sp>
        <p:nvSpPr>
          <p:cNvPr id="71684" name="Rectangle 3">
            <a:extLst>
              <a:ext uri="{FF2B5EF4-FFF2-40B4-BE49-F238E27FC236}">
                <a16:creationId xmlns:a16="http://schemas.microsoft.com/office/drawing/2014/main" id="{2D7E9F8B-75FE-1E04-BF11-7F59295BDD9C}"/>
              </a:ext>
            </a:extLst>
          </p:cNvPr>
          <p:cNvSpPr>
            <a:spLocks noGrp="1" noChangeArrowheads="1"/>
          </p:cNvSpPr>
          <p:nvPr>
            <p:ph type="body" idx="1"/>
          </p:nvPr>
        </p:nvSpPr>
        <p:spPr>
          <a:xfrm>
            <a:off x="1879603" y="1524000"/>
            <a:ext cx="3998913" cy="4114800"/>
          </a:xfrm>
        </p:spPr>
        <p:txBody>
          <a:bodyPr/>
          <a:lstStyle/>
          <a:p>
            <a:pPr eaLnBrk="1" hangingPunct="1">
              <a:lnSpc>
                <a:spcPct val="85000"/>
              </a:lnSpc>
            </a:pPr>
            <a:r>
              <a:rPr lang="en-GB" altLang="en-US" sz="1400"/>
              <a:t>Rapid thermal oxidation (RTO) is increasingly used in the growth of</a:t>
            </a:r>
          </a:p>
          <a:p>
            <a:pPr eaLnBrk="1" hangingPunct="1">
              <a:lnSpc>
                <a:spcPct val="85000"/>
              </a:lnSpc>
              <a:buFont typeface="Times" panose="02020603050405020304" pitchFamily="18" charset="0"/>
              <a:buNone/>
            </a:pPr>
            <a:r>
              <a:rPr lang="en-GB" altLang="en-US" sz="1400"/>
              <a:t>thin, high-quality dielectric layers and to reduce the thermal budget.</a:t>
            </a:r>
          </a:p>
          <a:p>
            <a:pPr eaLnBrk="1" hangingPunct="1">
              <a:lnSpc>
                <a:spcPct val="85000"/>
              </a:lnSpc>
              <a:buFont typeface="Times" panose="02020603050405020304" pitchFamily="18" charset="0"/>
              <a:buNone/>
            </a:pPr>
            <a:endParaRPr lang="en-GB" altLang="en-US" sz="1400"/>
          </a:p>
          <a:p>
            <a:pPr eaLnBrk="1" hangingPunct="1">
              <a:lnSpc>
                <a:spcPct val="85000"/>
              </a:lnSpc>
            </a:pPr>
            <a:r>
              <a:rPr lang="en-GB" altLang="en-US" sz="1400"/>
              <a:t>Kinetics may be influenced by both thermally and photon induced processes</a:t>
            </a:r>
          </a:p>
          <a:p>
            <a:pPr eaLnBrk="1" hangingPunct="1">
              <a:lnSpc>
                <a:spcPct val="85000"/>
              </a:lnSpc>
            </a:pPr>
            <a:endParaRPr lang="en-GB" altLang="en-US" sz="1400"/>
          </a:p>
          <a:p>
            <a:pPr eaLnBrk="1" hangingPunct="1">
              <a:lnSpc>
                <a:spcPct val="85000"/>
              </a:lnSpc>
            </a:pPr>
            <a:r>
              <a:rPr lang="en-GB" altLang="en-US" sz="1400"/>
              <a:t>Activation energies are usually different from conventional growth techniques ones</a:t>
            </a:r>
          </a:p>
        </p:txBody>
      </p:sp>
      <p:pic>
        <p:nvPicPr>
          <p:cNvPr id="71685" name="Picture 4">
            <a:extLst>
              <a:ext uri="{FF2B5EF4-FFF2-40B4-BE49-F238E27FC236}">
                <a16:creationId xmlns:a16="http://schemas.microsoft.com/office/drawing/2014/main" id="{B590ADB2-519A-CBBC-CC1E-FC69AAA77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8" y="4286253"/>
            <a:ext cx="3319463"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71686" name="Picture 5">
            <a:extLst>
              <a:ext uri="{FF2B5EF4-FFF2-40B4-BE49-F238E27FC236}">
                <a16:creationId xmlns:a16="http://schemas.microsoft.com/office/drawing/2014/main" id="{198FC5B8-7239-F029-EEE7-8D949C00BD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1628" y="4781550"/>
            <a:ext cx="31845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71687" name="Picture 6">
            <a:extLst>
              <a:ext uri="{FF2B5EF4-FFF2-40B4-BE49-F238E27FC236}">
                <a16:creationId xmlns:a16="http://schemas.microsoft.com/office/drawing/2014/main" id="{6D27D866-2F39-9444-A21A-838AB1D36F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2725" y="1325566"/>
            <a:ext cx="3589338" cy="343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3">
            <a:extLst>
              <a:ext uri="{FF2B5EF4-FFF2-40B4-BE49-F238E27FC236}">
                <a16:creationId xmlns:a16="http://schemas.microsoft.com/office/drawing/2014/main" id="{E4CBD9E8-9C25-B6BD-5A55-F9B857E9C07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1C6EC1C-94C4-4A4A-93B9-ACBD5ECF7E88}" type="slidenum">
              <a:rPr lang="en-US" altLang="en-US" sz="800"/>
              <a:pPr>
                <a:lnSpc>
                  <a:spcPct val="100000"/>
                </a:lnSpc>
                <a:spcBef>
                  <a:spcPct val="0"/>
                </a:spcBef>
                <a:buClr>
                  <a:srgbClr val="F68933"/>
                </a:buClr>
                <a:buFontTx/>
                <a:buNone/>
              </a:pPr>
              <a:t>34</a:t>
            </a:fld>
            <a:endParaRPr lang="en-US" altLang="en-US" sz="800"/>
          </a:p>
        </p:txBody>
      </p:sp>
      <p:sp>
        <p:nvSpPr>
          <p:cNvPr id="73731" name="Rectangle 2">
            <a:extLst>
              <a:ext uri="{FF2B5EF4-FFF2-40B4-BE49-F238E27FC236}">
                <a16:creationId xmlns:a16="http://schemas.microsoft.com/office/drawing/2014/main" id="{58E96137-0B9A-E466-4D48-09C8E55F0299}"/>
              </a:ext>
            </a:extLst>
          </p:cNvPr>
          <p:cNvSpPr>
            <a:spLocks noGrp="1" noChangeArrowheads="1"/>
          </p:cNvSpPr>
          <p:nvPr>
            <p:ph type="title"/>
          </p:nvPr>
        </p:nvSpPr>
        <p:spPr/>
        <p:txBody>
          <a:bodyPr/>
          <a:lstStyle/>
          <a:p>
            <a:pPr eaLnBrk="1" hangingPunct="1"/>
            <a:r>
              <a:rPr lang="en-GB" altLang="en-US"/>
              <a:t>Advanced oxidation techniques</a:t>
            </a:r>
            <a:endParaRPr lang="en-US" altLang="en-US"/>
          </a:p>
        </p:txBody>
      </p:sp>
      <p:sp>
        <p:nvSpPr>
          <p:cNvPr id="73732" name="Rectangle 3">
            <a:extLst>
              <a:ext uri="{FF2B5EF4-FFF2-40B4-BE49-F238E27FC236}">
                <a16:creationId xmlns:a16="http://schemas.microsoft.com/office/drawing/2014/main" id="{6961BBBF-3B64-63F2-19E7-E156CF1F97A4}"/>
              </a:ext>
            </a:extLst>
          </p:cNvPr>
          <p:cNvSpPr>
            <a:spLocks noGrp="1" noChangeArrowheads="1"/>
          </p:cNvSpPr>
          <p:nvPr>
            <p:ph type="body" idx="1"/>
          </p:nvPr>
        </p:nvSpPr>
        <p:spPr/>
        <p:txBody>
          <a:bodyPr/>
          <a:lstStyle/>
          <a:p>
            <a:pPr eaLnBrk="1" hangingPunct="1"/>
            <a:r>
              <a:rPr lang="en-GB" altLang="en-US"/>
              <a:t>Radical oxidation (e.g. ISSG by Applied Materials):</a:t>
            </a:r>
          </a:p>
          <a:p>
            <a:pPr lvl="1" eaLnBrk="1" hangingPunct="1"/>
            <a:r>
              <a:rPr lang="en-GB" altLang="en-US"/>
              <a:t>H</a:t>
            </a:r>
            <a:r>
              <a:rPr lang="en-GB" altLang="en-US" baseline="-25000"/>
              <a:t>2 </a:t>
            </a:r>
            <a:r>
              <a:rPr lang="en-GB" altLang="en-US"/>
              <a:t>and O</a:t>
            </a:r>
            <a:r>
              <a:rPr lang="en-GB" altLang="en-US" baseline="-25000"/>
              <a:t>2</a:t>
            </a:r>
            <a:r>
              <a:rPr lang="en-GB" altLang="en-US"/>
              <a:t> are directly inserted in a RTO chamber</a:t>
            </a:r>
          </a:p>
          <a:p>
            <a:pPr lvl="1" eaLnBrk="1" hangingPunct="1"/>
            <a:r>
              <a:rPr lang="en-GB" altLang="en-US"/>
              <a:t>Water and radicals (O, OH) are formed </a:t>
            </a:r>
          </a:p>
          <a:p>
            <a:pPr lvl="1" eaLnBrk="1" hangingPunct="1"/>
            <a:r>
              <a:rPr lang="en-GB" altLang="en-US"/>
              <a:t>Reactive species and low pressures guarantee high quality oxides</a:t>
            </a:r>
            <a:endParaRPr lang="en-US" altLang="en-US"/>
          </a:p>
        </p:txBody>
      </p:sp>
      <p:pic>
        <p:nvPicPr>
          <p:cNvPr id="73733" name="Picture 5">
            <a:extLst>
              <a:ext uri="{FF2B5EF4-FFF2-40B4-BE49-F238E27FC236}">
                <a16:creationId xmlns:a16="http://schemas.microsoft.com/office/drawing/2014/main" id="{CCC7AF9A-5DD0-5AEE-BEBA-2C60EDF92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949703"/>
            <a:ext cx="4375150" cy="242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73734" name="Picture 6">
            <a:extLst>
              <a:ext uri="{FF2B5EF4-FFF2-40B4-BE49-F238E27FC236}">
                <a16:creationId xmlns:a16="http://schemas.microsoft.com/office/drawing/2014/main" id="{9821760C-7947-9308-1E95-05E1D0E5D4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566" y="3429000"/>
            <a:ext cx="3190875" cy="303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502B7346-4ABF-B011-D978-7E9311EBCB2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750D5BF-C533-4093-9A44-CA17036354A8}" type="slidenum">
              <a:rPr lang="en-US" altLang="en-US" sz="800"/>
              <a:pPr>
                <a:lnSpc>
                  <a:spcPct val="100000"/>
                </a:lnSpc>
                <a:spcBef>
                  <a:spcPct val="0"/>
                </a:spcBef>
                <a:buClr>
                  <a:srgbClr val="F68933"/>
                </a:buClr>
                <a:buFontTx/>
                <a:buNone/>
              </a:pPr>
              <a:t>35</a:t>
            </a:fld>
            <a:endParaRPr lang="en-US" altLang="en-US" sz="800"/>
          </a:p>
        </p:txBody>
      </p:sp>
      <p:sp>
        <p:nvSpPr>
          <p:cNvPr id="75779" name="Rectangle 2">
            <a:extLst>
              <a:ext uri="{FF2B5EF4-FFF2-40B4-BE49-F238E27FC236}">
                <a16:creationId xmlns:a16="http://schemas.microsoft.com/office/drawing/2014/main" id="{F397E2BF-F413-AE86-1136-AC64BB41D227}"/>
              </a:ext>
            </a:extLst>
          </p:cNvPr>
          <p:cNvSpPr>
            <a:spLocks noGrp="1" noChangeArrowheads="1"/>
          </p:cNvSpPr>
          <p:nvPr>
            <p:ph type="title"/>
          </p:nvPr>
        </p:nvSpPr>
        <p:spPr/>
        <p:txBody>
          <a:bodyPr/>
          <a:lstStyle/>
          <a:p>
            <a:pPr eaLnBrk="1" hangingPunct="1"/>
            <a:r>
              <a:rPr lang="en-GB" altLang="en-US"/>
              <a:t>Silicon oxidation equipments</a:t>
            </a:r>
            <a:endParaRPr lang="en-US" altLang="en-US"/>
          </a:p>
        </p:txBody>
      </p:sp>
      <p:sp>
        <p:nvSpPr>
          <p:cNvPr id="75780" name="Rectangle 3">
            <a:extLst>
              <a:ext uri="{FF2B5EF4-FFF2-40B4-BE49-F238E27FC236}">
                <a16:creationId xmlns:a16="http://schemas.microsoft.com/office/drawing/2014/main" id="{90973AF9-3199-CA97-9D8A-A1002D91DAF3}"/>
              </a:ext>
            </a:extLst>
          </p:cNvPr>
          <p:cNvSpPr>
            <a:spLocks noGrp="1" noChangeArrowheads="1"/>
          </p:cNvSpPr>
          <p:nvPr>
            <p:ph type="body" idx="1"/>
          </p:nvPr>
        </p:nvSpPr>
        <p:spPr>
          <a:xfrm>
            <a:off x="1879600" y="1524000"/>
            <a:ext cx="4216400" cy="4114800"/>
          </a:xfrm>
        </p:spPr>
        <p:txBody>
          <a:bodyPr/>
          <a:lstStyle/>
          <a:p>
            <a:pPr eaLnBrk="1" hangingPunct="1"/>
            <a:r>
              <a:rPr lang="en-GB" altLang="en-US"/>
              <a:t>Plasma oxidation: e.g. SPA</a:t>
            </a:r>
            <a:endParaRPr lang="en-US" altLang="en-US"/>
          </a:p>
        </p:txBody>
      </p:sp>
      <p:pic>
        <p:nvPicPr>
          <p:cNvPr id="75781" name="Picture 5">
            <a:extLst>
              <a:ext uri="{FF2B5EF4-FFF2-40B4-BE49-F238E27FC236}">
                <a16:creationId xmlns:a16="http://schemas.microsoft.com/office/drawing/2014/main" id="{71BCBBD7-5411-CF1D-6C38-0BF1303A5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2741" y="3429000"/>
            <a:ext cx="6486525"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
        <p:nvSpPr>
          <p:cNvPr id="75782" name="Text Box 6">
            <a:extLst>
              <a:ext uri="{FF2B5EF4-FFF2-40B4-BE49-F238E27FC236}">
                <a16:creationId xmlns:a16="http://schemas.microsoft.com/office/drawing/2014/main" id="{38132623-DD91-D9DA-B414-238FC9C966AD}"/>
              </a:ext>
            </a:extLst>
          </p:cNvPr>
          <p:cNvSpPr txBox="1">
            <a:spLocks noChangeArrowheads="1"/>
          </p:cNvSpPr>
          <p:nvPr/>
        </p:nvSpPr>
        <p:spPr bwMode="auto">
          <a:xfrm>
            <a:off x="2263775" y="2200278"/>
            <a:ext cx="4852988" cy="835025"/>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Low thermal  budget (300/500 </a:t>
            </a:r>
            <a:r>
              <a:rPr lang="en-US" altLang="en-US" sz="2000">
                <a:cs typeface="Arial" panose="020B0604020202020204" pitchFamily="34" charset="0"/>
              </a:rPr>
              <a:t>°</a:t>
            </a:r>
            <a:r>
              <a:rPr lang="en-GB" altLang="en-US" sz="2000"/>
              <a:t>C)</a:t>
            </a:r>
          </a:p>
          <a:p>
            <a:pPr eaLnBrk="1" hangingPunct="1">
              <a:spcBef>
                <a:spcPct val="50000"/>
              </a:spcBef>
            </a:pPr>
            <a:r>
              <a:rPr lang="en-GB" altLang="en-US" sz="2000"/>
              <a:t>Ultra thin, high quality oxides</a:t>
            </a:r>
            <a:endParaRPr lang="en-US" alt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3">
            <a:extLst>
              <a:ext uri="{FF2B5EF4-FFF2-40B4-BE49-F238E27FC236}">
                <a16:creationId xmlns:a16="http://schemas.microsoft.com/office/drawing/2014/main" id="{1CAE3F69-B2C1-1150-36D5-696F733FB6E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548E109-5C1C-4C2D-8EE0-BBCB3C881507}" type="slidenum">
              <a:rPr lang="en-US" altLang="en-US" sz="800"/>
              <a:pPr>
                <a:lnSpc>
                  <a:spcPct val="100000"/>
                </a:lnSpc>
                <a:spcBef>
                  <a:spcPct val="0"/>
                </a:spcBef>
                <a:buClr>
                  <a:srgbClr val="F68933"/>
                </a:buClr>
                <a:buFontTx/>
                <a:buNone/>
              </a:pPr>
              <a:t>36</a:t>
            </a:fld>
            <a:endParaRPr lang="en-US" altLang="en-US" sz="800"/>
          </a:p>
        </p:txBody>
      </p:sp>
      <p:sp>
        <p:nvSpPr>
          <p:cNvPr id="77827" name="Rectangle 2">
            <a:extLst>
              <a:ext uri="{FF2B5EF4-FFF2-40B4-BE49-F238E27FC236}">
                <a16:creationId xmlns:a16="http://schemas.microsoft.com/office/drawing/2014/main" id="{95C34A2A-5943-F604-67ED-A30E61CF3EE0}"/>
              </a:ext>
            </a:extLst>
          </p:cNvPr>
          <p:cNvSpPr>
            <a:spLocks noGrp="1" noChangeArrowheads="1"/>
          </p:cNvSpPr>
          <p:nvPr>
            <p:ph type="title"/>
          </p:nvPr>
        </p:nvSpPr>
        <p:spPr/>
        <p:txBody>
          <a:bodyPr/>
          <a:lstStyle/>
          <a:p>
            <a:pPr eaLnBrk="1" hangingPunct="1"/>
            <a:r>
              <a:rPr lang="en-GB" altLang="en-US"/>
              <a:t>Alternative gate oxides</a:t>
            </a:r>
            <a:endParaRPr lang="en-US" altLang="en-US"/>
          </a:p>
        </p:txBody>
      </p:sp>
      <p:graphicFrame>
        <p:nvGraphicFramePr>
          <p:cNvPr id="77828" name="Object 4">
            <a:extLst>
              <a:ext uri="{FF2B5EF4-FFF2-40B4-BE49-F238E27FC236}">
                <a16:creationId xmlns:a16="http://schemas.microsoft.com/office/drawing/2014/main" id="{737797EA-210F-280C-A2F1-94044C87D549}"/>
              </a:ext>
            </a:extLst>
          </p:cNvPr>
          <p:cNvGraphicFramePr>
            <a:graphicFrameLocks noChangeAspect="1"/>
          </p:cNvGraphicFramePr>
          <p:nvPr/>
        </p:nvGraphicFramePr>
        <p:xfrm>
          <a:off x="1874841" y="1325563"/>
          <a:ext cx="2713037" cy="989012"/>
        </p:xfrm>
        <a:graphic>
          <a:graphicData uri="http://schemas.openxmlformats.org/presentationml/2006/ole">
            <mc:AlternateContent xmlns:mc="http://schemas.openxmlformats.org/markup-compatibility/2006">
              <mc:Choice xmlns:v="urn:schemas-microsoft-com:vml" Requires="v">
                <p:oleObj name="Equation" r:id="rId3" imgW="1218671" imgH="444307" progId="Equation.3">
                  <p:embed/>
                </p:oleObj>
              </mc:Choice>
              <mc:Fallback>
                <p:oleObj name="Equation" r:id="rId3" imgW="1218671" imgH="444307" progId="Equation.3">
                  <p:embed/>
                  <p:pic>
                    <p:nvPicPr>
                      <p:cNvPr id="77828" name="Object 4">
                        <a:extLst>
                          <a:ext uri="{FF2B5EF4-FFF2-40B4-BE49-F238E27FC236}">
                            <a16:creationId xmlns:a16="http://schemas.microsoft.com/office/drawing/2014/main" id="{737797EA-210F-280C-A2F1-94044C87D5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4841" y="1325563"/>
                        <a:ext cx="2713037"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9" name="Oval 5">
            <a:extLst>
              <a:ext uri="{FF2B5EF4-FFF2-40B4-BE49-F238E27FC236}">
                <a16:creationId xmlns:a16="http://schemas.microsoft.com/office/drawing/2014/main" id="{E6525B5D-2AF8-27D6-51DD-B4BE6E0AFD41}"/>
              </a:ext>
            </a:extLst>
          </p:cNvPr>
          <p:cNvSpPr>
            <a:spLocks noChangeArrowheads="1"/>
          </p:cNvSpPr>
          <p:nvPr/>
        </p:nvSpPr>
        <p:spPr bwMode="auto">
          <a:xfrm>
            <a:off x="3749678" y="1401763"/>
            <a:ext cx="258763" cy="381000"/>
          </a:xfrm>
          <a:prstGeom prst="ellipse">
            <a:avLst/>
          </a:prstGeom>
          <a:noFill/>
          <a:ln w="12700"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
        <p:nvSpPr>
          <p:cNvPr id="77830" name="Line 6">
            <a:extLst>
              <a:ext uri="{FF2B5EF4-FFF2-40B4-BE49-F238E27FC236}">
                <a16:creationId xmlns:a16="http://schemas.microsoft.com/office/drawing/2014/main" id="{C17A4020-5727-634F-5D7A-BFEE4D6D2B9E}"/>
              </a:ext>
            </a:extLst>
          </p:cNvPr>
          <p:cNvSpPr>
            <a:spLocks noChangeShapeType="1"/>
          </p:cNvSpPr>
          <p:nvPr/>
        </p:nvSpPr>
        <p:spPr bwMode="auto">
          <a:xfrm flipH="1">
            <a:off x="3962403" y="1279525"/>
            <a:ext cx="944563" cy="198438"/>
          </a:xfrm>
          <a:prstGeom prst="line">
            <a:avLst/>
          </a:prstGeom>
          <a:noFill/>
          <a:ln w="12700">
            <a:solidFill>
              <a:schemeClr val="bg2"/>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77831" name="Text Box 7">
            <a:extLst>
              <a:ext uri="{FF2B5EF4-FFF2-40B4-BE49-F238E27FC236}">
                <a16:creationId xmlns:a16="http://schemas.microsoft.com/office/drawing/2014/main" id="{FC91CEE3-FC6E-1E7B-89F9-5D77C3A3AB1B}"/>
              </a:ext>
            </a:extLst>
          </p:cNvPr>
          <p:cNvSpPr txBox="1">
            <a:spLocks noChangeArrowheads="1"/>
          </p:cNvSpPr>
          <p:nvPr/>
        </p:nvSpPr>
        <p:spPr bwMode="auto">
          <a:xfrm>
            <a:off x="4906966" y="1249363"/>
            <a:ext cx="930275" cy="508000"/>
          </a:xfrm>
          <a:prstGeom prst="rect">
            <a:avLst/>
          </a:prstGeom>
          <a:noFill/>
          <a:ln w="12700"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Dielectric constant</a:t>
            </a:r>
            <a:endParaRPr lang="en-US" altLang="en-US" sz="1400"/>
          </a:p>
        </p:txBody>
      </p:sp>
      <p:sp>
        <p:nvSpPr>
          <p:cNvPr id="77832" name="Text Box 9">
            <a:extLst>
              <a:ext uri="{FF2B5EF4-FFF2-40B4-BE49-F238E27FC236}">
                <a16:creationId xmlns:a16="http://schemas.microsoft.com/office/drawing/2014/main" id="{E6E3D129-D631-7B21-3790-E32AAD22EC7C}"/>
              </a:ext>
            </a:extLst>
          </p:cNvPr>
          <p:cNvSpPr txBox="1">
            <a:spLocks noChangeArrowheads="1"/>
          </p:cNvSpPr>
          <p:nvPr/>
        </p:nvSpPr>
        <p:spPr bwMode="auto">
          <a:xfrm>
            <a:off x="2193928" y="2759078"/>
            <a:ext cx="78025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A practical SiO</a:t>
            </a:r>
            <a:r>
              <a:rPr lang="en-GB" altLang="en-US" sz="2000" baseline="-25000"/>
              <a:t>2</a:t>
            </a:r>
            <a:r>
              <a:rPr lang="en-GB" altLang="en-US" sz="2000"/>
              <a:t> thickness to avoid gate tunnelling: 0.8 nm</a:t>
            </a:r>
          </a:p>
          <a:p>
            <a:pPr eaLnBrk="1" hangingPunct="1">
              <a:spcBef>
                <a:spcPct val="50000"/>
              </a:spcBef>
            </a:pPr>
            <a:r>
              <a:rPr lang="en-GB" altLang="en-US" sz="2000"/>
              <a:t>If x</a:t>
            </a:r>
            <a:r>
              <a:rPr lang="en-GB" altLang="en-US" sz="2000" baseline="-25000"/>
              <a:t>ox</a:t>
            </a:r>
            <a:r>
              <a:rPr lang="en-GB" altLang="en-US" sz="2000"/>
              <a:t> cannot be scaled</a:t>
            </a:r>
            <a:r>
              <a:rPr lang="en-GB" altLang="en-US" sz="2000">
                <a:sym typeface="Wingdings" panose="05000000000000000000" pitchFamily="2" charset="2"/>
              </a:rPr>
              <a:t> higher k</a:t>
            </a:r>
            <a:endParaRPr lang="en-US" altLang="en-US" sz="2000"/>
          </a:p>
        </p:txBody>
      </p:sp>
      <p:sp>
        <p:nvSpPr>
          <p:cNvPr id="77833" name="Text Box 10">
            <a:extLst>
              <a:ext uri="{FF2B5EF4-FFF2-40B4-BE49-F238E27FC236}">
                <a16:creationId xmlns:a16="http://schemas.microsoft.com/office/drawing/2014/main" id="{AA1C0748-A3AC-1592-35EE-908E627719CE}"/>
              </a:ext>
            </a:extLst>
          </p:cNvPr>
          <p:cNvSpPr txBox="1">
            <a:spLocks noChangeArrowheads="1"/>
          </p:cNvSpPr>
          <p:nvPr/>
        </p:nvSpPr>
        <p:spPr bwMode="auto">
          <a:xfrm>
            <a:off x="1905003" y="3946528"/>
            <a:ext cx="714692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Requisites for an alternative gate dielectric: </a:t>
            </a:r>
          </a:p>
          <a:p>
            <a:pPr lvl="1" eaLnBrk="1" hangingPunct="1">
              <a:spcBef>
                <a:spcPct val="50000"/>
              </a:spcBef>
              <a:buFont typeface="Times" panose="02020603050405020304" pitchFamily="18" charset="0"/>
              <a:buChar char="•"/>
            </a:pPr>
            <a:r>
              <a:rPr lang="en-GB" altLang="en-US" sz="1800"/>
              <a:t> High k</a:t>
            </a:r>
          </a:p>
          <a:p>
            <a:pPr lvl="1" eaLnBrk="1" hangingPunct="1">
              <a:spcBef>
                <a:spcPct val="50000"/>
              </a:spcBef>
              <a:buFont typeface="Times" panose="02020603050405020304" pitchFamily="18" charset="0"/>
              <a:buChar char="•"/>
            </a:pPr>
            <a:r>
              <a:rPr lang="en-GB" altLang="en-US" sz="1800"/>
              <a:t>Band offset with respect to Si &gt;1eV, band gap &gt;4/5 eV</a:t>
            </a:r>
          </a:p>
          <a:p>
            <a:pPr lvl="1" eaLnBrk="1" hangingPunct="1">
              <a:spcBef>
                <a:spcPct val="50000"/>
              </a:spcBef>
              <a:buFont typeface="Times" panose="02020603050405020304" pitchFamily="18" charset="0"/>
              <a:buChar char="•"/>
            </a:pPr>
            <a:r>
              <a:rPr lang="en-GB" altLang="en-US" sz="1800"/>
              <a:t>Thermodynamically stable in contact with Silicon</a:t>
            </a:r>
          </a:p>
          <a:p>
            <a:pPr lvl="1" eaLnBrk="1" hangingPunct="1">
              <a:spcBef>
                <a:spcPct val="50000"/>
              </a:spcBef>
              <a:buFont typeface="Times" panose="02020603050405020304" pitchFamily="18" charset="0"/>
              <a:buChar char="•"/>
            </a:pPr>
            <a:r>
              <a:rPr lang="en-GB" altLang="en-US" sz="1800"/>
              <a:t>Compatible with IC process flow</a:t>
            </a:r>
            <a:endParaRPr lang="en-US" altLang="en-US"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3">
            <a:extLst>
              <a:ext uri="{FF2B5EF4-FFF2-40B4-BE49-F238E27FC236}">
                <a16:creationId xmlns:a16="http://schemas.microsoft.com/office/drawing/2014/main" id="{E329CB0D-73E4-1023-D58D-511BC87B5D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D1F9A4A-758E-4367-B760-4C45B9D162DA}" type="slidenum">
              <a:rPr lang="en-US" altLang="en-US" sz="800"/>
              <a:pPr>
                <a:lnSpc>
                  <a:spcPct val="100000"/>
                </a:lnSpc>
                <a:spcBef>
                  <a:spcPct val="0"/>
                </a:spcBef>
                <a:buClr>
                  <a:srgbClr val="F68933"/>
                </a:buClr>
                <a:buFontTx/>
                <a:buNone/>
              </a:pPr>
              <a:t>37</a:t>
            </a:fld>
            <a:endParaRPr lang="en-US" altLang="en-US" sz="800"/>
          </a:p>
        </p:txBody>
      </p:sp>
      <p:sp>
        <p:nvSpPr>
          <p:cNvPr id="79875" name="Rectangle 2">
            <a:extLst>
              <a:ext uri="{FF2B5EF4-FFF2-40B4-BE49-F238E27FC236}">
                <a16:creationId xmlns:a16="http://schemas.microsoft.com/office/drawing/2014/main" id="{8116A994-BAC2-46DD-8D49-17DC80AD13F5}"/>
              </a:ext>
            </a:extLst>
          </p:cNvPr>
          <p:cNvSpPr>
            <a:spLocks noGrp="1" noChangeArrowheads="1"/>
          </p:cNvSpPr>
          <p:nvPr>
            <p:ph type="title"/>
          </p:nvPr>
        </p:nvSpPr>
        <p:spPr/>
        <p:txBody>
          <a:bodyPr/>
          <a:lstStyle/>
          <a:p>
            <a:pPr eaLnBrk="1" hangingPunct="1"/>
            <a:r>
              <a:rPr lang="en-GB" altLang="en-US"/>
              <a:t>Alternative gate oxides</a:t>
            </a:r>
            <a:endParaRPr lang="en-US" altLang="en-US"/>
          </a:p>
        </p:txBody>
      </p:sp>
      <p:pic>
        <p:nvPicPr>
          <p:cNvPr id="79876" name="Picture 9">
            <a:extLst>
              <a:ext uri="{FF2B5EF4-FFF2-40B4-BE49-F238E27FC236}">
                <a16:creationId xmlns:a16="http://schemas.microsoft.com/office/drawing/2014/main" id="{14431F94-77C4-1A11-7EB9-5C3C310B1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8" y="1550988"/>
            <a:ext cx="8437563" cy="454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3">
            <a:extLst>
              <a:ext uri="{FF2B5EF4-FFF2-40B4-BE49-F238E27FC236}">
                <a16:creationId xmlns:a16="http://schemas.microsoft.com/office/drawing/2014/main" id="{8CB4C89E-A960-7159-E79E-1A9FD687870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E280561-D98E-4110-8A4A-1735078297A4}" type="slidenum">
              <a:rPr lang="en-US" altLang="en-US" sz="800"/>
              <a:pPr>
                <a:lnSpc>
                  <a:spcPct val="100000"/>
                </a:lnSpc>
                <a:spcBef>
                  <a:spcPct val="0"/>
                </a:spcBef>
                <a:buClr>
                  <a:srgbClr val="F68933"/>
                </a:buClr>
                <a:buFontTx/>
                <a:buNone/>
              </a:pPr>
              <a:t>38</a:t>
            </a:fld>
            <a:endParaRPr lang="en-US" altLang="en-US" sz="800"/>
          </a:p>
        </p:txBody>
      </p:sp>
      <p:sp>
        <p:nvSpPr>
          <p:cNvPr id="83971" name="Rectangle 2">
            <a:extLst>
              <a:ext uri="{FF2B5EF4-FFF2-40B4-BE49-F238E27FC236}">
                <a16:creationId xmlns:a16="http://schemas.microsoft.com/office/drawing/2014/main" id="{E085D40F-7CF4-0616-619F-6222BCE38E1F}"/>
              </a:ext>
            </a:extLst>
          </p:cNvPr>
          <p:cNvSpPr>
            <a:spLocks noGrp="1" noChangeArrowheads="1"/>
          </p:cNvSpPr>
          <p:nvPr>
            <p:ph type="title"/>
          </p:nvPr>
        </p:nvSpPr>
        <p:spPr/>
        <p:txBody>
          <a:bodyPr/>
          <a:lstStyle/>
          <a:p>
            <a:pPr eaLnBrk="1" hangingPunct="1"/>
            <a:r>
              <a:rPr lang="en-GB" altLang="en-US"/>
              <a:t>Silicon oxide colour chart</a:t>
            </a:r>
            <a:endParaRPr lang="en-US" altLang="en-US"/>
          </a:p>
        </p:txBody>
      </p:sp>
      <p:sp>
        <p:nvSpPr>
          <p:cNvPr id="83972" name="Rectangle 4">
            <a:extLst>
              <a:ext uri="{FF2B5EF4-FFF2-40B4-BE49-F238E27FC236}">
                <a16:creationId xmlns:a16="http://schemas.microsoft.com/office/drawing/2014/main" id="{54ED744C-200A-9CDD-335B-C072A08F5A20}"/>
              </a:ext>
            </a:extLst>
          </p:cNvPr>
          <p:cNvSpPr>
            <a:spLocks noChangeArrowheads="1"/>
          </p:cNvSpPr>
          <p:nvPr/>
        </p:nvSpPr>
        <p:spPr bwMode="auto">
          <a:xfrm>
            <a:off x="3113091" y="5964238"/>
            <a:ext cx="59658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r>
              <a:rPr lang="en-US" altLang="en-US" sz="2000"/>
              <a:t>http://www.ee.byu.edu/cleanroom/color_chart.phtml</a:t>
            </a:r>
          </a:p>
        </p:txBody>
      </p:sp>
      <p:pic>
        <p:nvPicPr>
          <p:cNvPr id="83973" name="Picture 5">
            <a:extLst>
              <a:ext uri="{FF2B5EF4-FFF2-40B4-BE49-F238E27FC236}">
                <a16:creationId xmlns:a16="http://schemas.microsoft.com/office/drawing/2014/main" id="{6CC22B20-7599-08AE-46A2-E2D22830C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7666" y="1022350"/>
            <a:ext cx="6416675" cy="481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58</TotalTime>
  <Words>2105</Words>
  <Application>Microsoft Office PowerPoint</Application>
  <PresentationFormat>Widescreen</PresentationFormat>
  <Paragraphs>368</Paragraphs>
  <Slides>38</Slides>
  <Notes>36</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7" baseType="lpstr">
      <vt:lpstr>Arial</vt:lpstr>
      <vt:lpstr>Cambria Math</vt:lpstr>
      <vt:lpstr>Symbol</vt:lpstr>
      <vt:lpstr>Times</vt:lpstr>
      <vt:lpstr>Verdana</vt:lpstr>
      <vt:lpstr>Wingdings</vt:lpstr>
      <vt:lpstr>Micron</vt:lpstr>
      <vt:lpstr>Document</vt:lpstr>
      <vt:lpstr>Equation</vt:lpstr>
      <vt:lpstr>Silicon oxidation</vt:lpstr>
      <vt:lpstr>Silicon oxidation</vt:lpstr>
      <vt:lpstr>Why SiO2</vt:lpstr>
      <vt:lpstr>ITRS roadmap for gate dielectrics</vt:lpstr>
      <vt:lpstr>SiO2 structure </vt:lpstr>
      <vt:lpstr>SiO2 structure: impurities</vt:lpstr>
      <vt:lpstr>Oxidation kinetics </vt:lpstr>
      <vt:lpstr>Oxidation kinetics</vt:lpstr>
      <vt:lpstr>LOCOS oxidation</vt:lpstr>
      <vt:lpstr>The Deal-Grove model of oxidation</vt:lpstr>
      <vt:lpstr>The Deal-Grove model of oxidation</vt:lpstr>
      <vt:lpstr>The Deal-Grove model of oxidation F1 calculation</vt:lpstr>
      <vt:lpstr>The Deal-Grove model of oxidation Ci calculation </vt:lpstr>
      <vt:lpstr>The Deal-Grove model of oxidation Ci calculation </vt:lpstr>
      <vt:lpstr>The Deal-Grove model of oxidation Growth rate calculation </vt:lpstr>
      <vt:lpstr>The Deal-Grove model: fundamental equations</vt:lpstr>
      <vt:lpstr>The Deal-Grove model A and B/A</vt:lpstr>
      <vt:lpstr>Corrections to Deal-Grove model</vt:lpstr>
      <vt:lpstr>Oxidation rate and substrate doping</vt:lpstr>
      <vt:lpstr>Oxidation rate and crystal orientation</vt:lpstr>
      <vt:lpstr>2D oxidation</vt:lpstr>
      <vt:lpstr>Microscopic model for oxidation </vt:lpstr>
      <vt:lpstr>Oxidation rate and substrate doping</vt:lpstr>
      <vt:lpstr>Charge in SiO2</vt:lpstr>
      <vt:lpstr>Charge in SiO2</vt:lpstr>
      <vt:lpstr>Charge in SiO2</vt:lpstr>
      <vt:lpstr>Charge in SiO2</vt:lpstr>
      <vt:lpstr>CV characterization of SiO2 </vt:lpstr>
      <vt:lpstr>CV characterization of SiO2 </vt:lpstr>
      <vt:lpstr>CV characterization of SiO2 </vt:lpstr>
      <vt:lpstr>Nitridation</vt:lpstr>
      <vt:lpstr>Silicon oxidation equipments/techniques</vt:lpstr>
      <vt:lpstr>RTO</vt:lpstr>
      <vt:lpstr>Advanced oxidation techniques</vt:lpstr>
      <vt:lpstr>Silicon oxidation equipments</vt:lpstr>
      <vt:lpstr>Alternative gate oxides</vt:lpstr>
      <vt:lpstr>Alternative gate oxides</vt:lpstr>
      <vt:lpstr>Silicon oxide colour chart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2</cp:revision>
  <dcterms:created xsi:type="dcterms:W3CDTF">2025-02-14T08:32:36Z</dcterms:created>
  <dcterms:modified xsi:type="dcterms:W3CDTF">2025-02-14T09:55:05Z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2025-02-14T09:55:04Z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b50c8730-f90f-42f3-afa6-382f575fb58b</vt:lpwstr>
  </property>
  <property fmtid="{D5CDD505-2E9C-101B-9397-08002B2CF9AE}" pid="17" name="MSIP_Label_6fdea275-d6f3-438f-b8d8-013cab2023d3_ContentBits">
    <vt:lpwstr>0</vt:lpwstr>
  </property>
</Properties>
</file>