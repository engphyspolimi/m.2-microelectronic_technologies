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9"/>
  </p:notesMasterIdLst>
  <p:handoutMasterIdLst>
    <p:handoutMasterId r:id="rId40"/>
  </p:handoutMasterIdLst>
  <p:sldIdLst>
    <p:sldId id="310" r:id="rId5"/>
    <p:sldId id="312" r:id="rId6"/>
    <p:sldId id="313" r:id="rId7"/>
    <p:sldId id="316" r:id="rId8"/>
    <p:sldId id="318" r:id="rId9"/>
    <p:sldId id="337" r:id="rId10"/>
    <p:sldId id="397" r:id="rId11"/>
    <p:sldId id="319" r:id="rId12"/>
    <p:sldId id="381" r:id="rId13"/>
    <p:sldId id="321" r:id="rId14"/>
    <p:sldId id="322" r:id="rId15"/>
    <p:sldId id="323" r:id="rId16"/>
    <p:sldId id="383" r:id="rId17"/>
    <p:sldId id="382" r:id="rId18"/>
    <p:sldId id="320" r:id="rId19"/>
    <p:sldId id="326" r:id="rId20"/>
    <p:sldId id="327" r:id="rId21"/>
    <p:sldId id="385" r:id="rId22"/>
    <p:sldId id="384" r:id="rId23"/>
    <p:sldId id="333" r:id="rId24"/>
    <p:sldId id="386" r:id="rId25"/>
    <p:sldId id="387" r:id="rId26"/>
    <p:sldId id="388" r:id="rId27"/>
    <p:sldId id="324" r:id="rId28"/>
    <p:sldId id="325" r:id="rId29"/>
    <p:sldId id="389" r:id="rId30"/>
    <p:sldId id="396" r:id="rId31"/>
    <p:sldId id="328" r:id="rId32"/>
    <p:sldId id="311" r:id="rId33"/>
    <p:sldId id="329" r:id="rId34"/>
    <p:sldId id="330" r:id="rId35"/>
    <p:sldId id="331" r:id="rId36"/>
    <p:sldId id="332" r:id="rId37"/>
    <p:sldId id="39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E3F7FE-4892-4C1D-92A5-2594D5FD81ED}" v="1" dt="2025-02-14T09:46:02.603"/>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718" autoAdjust="0"/>
  </p:normalViewPr>
  <p:slideViewPr>
    <p:cSldViewPr snapToGrid="0" showGuides="1">
      <p:cViewPr>
        <p:scale>
          <a:sx n="71" d="100"/>
          <a:sy n="71" d="100"/>
        </p:scale>
        <p:origin x="484" y="4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63E3F7FE-4892-4C1D-92A5-2594D5FD81ED}"/>
    <pc:docChg chg="addSld delSld modSld">
      <pc:chgData name="Marcello Mariani" userId="1e342699-93ad-4e2e-93b0-0f6a2c00c4b8" providerId="ADAL" clId="{63E3F7FE-4892-4C1D-92A5-2594D5FD81ED}" dt="2025-02-14T09:46:02.586" v="1"/>
      <pc:docMkLst>
        <pc:docMk/>
      </pc:docMkLst>
      <pc:sldChg chg="del">
        <pc:chgData name="Marcello Mariani" userId="1e342699-93ad-4e2e-93b0-0f6a2c00c4b8" providerId="ADAL" clId="{63E3F7FE-4892-4C1D-92A5-2594D5FD81ED}" dt="2025-02-14T09:46:00.715" v="0" actId="47"/>
        <pc:sldMkLst>
          <pc:docMk/>
          <pc:sldMk cId="0" sldId="256"/>
        </pc:sldMkLst>
      </pc:sldChg>
      <pc:sldChg chg="del">
        <pc:chgData name="Marcello Mariani" userId="1e342699-93ad-4e2e-93b0-0f6a2c00c4b8" providerId="ADAL" clId="{63E3F7FE-4892-4C1D-92A5-2594D5FD81ED}" dt="2025-02-14T09:46:00.715" v="0" actId="47"/>
        <pc:sldMkLst>
          <pc:docMk/>
          <pc:sldMk cId="0" sldId="257"/>
        </pc:sldMkLst>
      </pc:sldChg>
      <pc:sldChg chg="del">
        <pc:chgData name="Marcello Mariani" userId="1e342699-93ad-4e2e-93b0-0f6a2c00c4b8" providerId="ADAL" clId="{63E3F7FE-4892-4C1D-92A5-2594D5FD81ED}" dt="2025-02-14T09:46:00.715" v="0" actId="47"/>
        <pc:sldMkLst>
          <pc:docMk/>
          <pc:sldMk cId="0" sldId="258"/>
        </pc:sldMkLst>
      </pc:sldChg>
      <pc:sldChg chg="del">
        <pc:chgData name="Marcello Mariani" userId="1e342699-93ad-4e2e-93b0-0f6a2c00c4b8" providerId="ADAL" clId="{63E3F7FE-4892-4C1D-92A5-2594D5FD81ED}" dt="2025-02-14T09:46:00.715" v="0" actId="47"/>
        <pc:sldMkLst>
          <pc:docMk/>
          <pc:sldMk cId="0" sldId="260"/>
        </pc:sldMkLst>
      </pc:sldChg>
      <pc:sldChg chg="del">
        <pc:chgData name="Marcello Mariani" userId="1e342699-93ad-4e2e-93b0-0f6a2c00c4b8" providerId="ADAL" clId="{63E3F7FE-4892-4C1D-92A5-2594D5FD81ED}" dt="2025-02-14T09:46:00.715" v="0" actId="47"/>
        <pc:sldMkLst>
          <pc:docMk/>
          <pc:sldMk cId="0" sldId="261"/>
        </pc:sldMkLst>
      </pc:sldChg>
      <pc:sldChg chg="del">
        <pc:chgData name="Marcello Mariani" userId="1e342699-93ad-4e2e-93b0-0f6a2c00c4b8" providerId="ADAL" clId="{63E3F7FE-4892-4C1D-92A5-2594D5FD81ED}" dt="2025-02-14T09:46:00.715" v="0" actId="47"/>
        <pc:sldMkLst>
          <pc:docMk/>
          <pc:sldMk cId="0" sldId="263"/>
        </pc:sldMkLst>
      </pc:sldChg>
      <pc:sldChg chg="del">
        <pc:chgData name="Marcello Mariani" userId="1e342699-93ad-4e2e-93b0-0f6a2c00c4b8" providerId="ADAL" clId="{63E3F7FE-4892-4C1D-92A5-2594D5FD81ED}" dt="2025-02-14T09:46:00.715" v="0" actId="47"/>
        <pc:sldMkLst>
          <pc:docMk/>
          <pc:sldMk cId="0" sldId="264"/>
        </pc:sldMkLst>
      </pc:sldChg>
      <pc:sldChg chg="del">
        <pc:chgData name="Marcello Mariani" userId="1e342699-93ad-4e2e-93b0-0f6a2c00c4b8" providerId="ADAL" clId="{63E3F7FE-4892-4C1D-92A5-2594D5FD81ED}" dt="2025-02-14T09:46:00.715" v="0" actId="47"/>
        <pc:sldMkLst>
          <pc:docMk/>
          <pc:sldMk cId="0" sldId="265"/>
        </pc:sldMkLst>
      </pc:sldChg>
      <pc:sldChg chg="del">
        <pc:chgData name="Marcello Mariani" userId="1e342699-93ad-4e2e-93b0-0f6a2c00c4b8" providerId="ADAL" clId="{63E3F7FE-4892-4C1D-92A5-2594D5FD81ED}" dt="2025-02-14T09:46:00.715" v="0" actId="47"/>
        <pc:sldMkLst>
          <pc:docMk/>
          <pc:sldMk cId="0" sldId="266"/>
        </pc:sldMkLst>
      </pc:sldChg>
      <pc:sldChg chg="del">
        <pc:chgData name="Marcello Mariani" userId="1e342699-93ad-4e2e-93b0-0f6a2c00c4b8" providerId="ADAL" clId="{63E3F7FE-4892-4C1D-92A5-2594D5FD81ED}" dt="2025-02-14T09:46:00.715" v="0" actId="47"/>
        <pc:sldMkLst>
          <pc:docMk/>
          <pc:sldMk cId="0" sldId="267"/>
        </pc:sldMkLst>
      </pc:sldChg>
      <pc:sldChg chg="del">
        <pc:chgData name="Marcello Mariani" userId="1e342699-93ad-4e2e-93b0-0f6a2c00c4b8" providerId="ADAL" clId="{63E3F7FE-4892-4C1D-92A5-2594D5FD81ED}" dt="2025-02-14T09:46:00.715" v="0" actId="47"/>
        <pc:sldMkLst>
          <pc:docMk/>
          <pc:sldMk cId="0" sldId="268"/>
        </pc:sldMkLst>
      </pc:sldChg>
      <pc:sldChg chg="del">
        <pc:chgData name="Marcello Mariani" userId="1e342699-93ad-4e2e-93b0-0f6a2c00c4b8" providerId="ADAL" clId="{63E3F7FE-4892-4C1D-92A5-2594D5FD81ED}" dt="2025-02-14T09:46:00.715" v="0" actId="47"/>
        <pc:sldMkLst>
          <pc:docMk/>
          <pc:sldMk cId="0" sldId="269"/>
        </pc:sldMkLst>
      </pc:sldChg>
      <pc:sldChg chg="del">
        <pc:chgData name="Marcello Mariani" userId="1e342699-93ad-4e2e-93b0-0f6a2c00c4b8" providerId="ADAL" clId="{63E3F7FE-4892-4C1D-92A5-2594D5FD81ED}" dt="2025-02-14T09:46:00.715" v="0" actId="47"/>
        <pc:sldMkLst>
          <pc:docMk/>
          <pc:sldMk cId="0" sldId="270"/>
        </pc:sldMkLst>
      </pc:sldChg>
      <pc:sldChg chg="del">
        <pc:chgData name="Marcello Mariani" userId="1e342699-93ad-4e2e-93b0-0f6a2c00c4b8" providerId="ADAL" clId="{63E3F7FE-4892-4C1D-92A5-2594D5FD81ED}" dt="2025-02-14T09:46:00.715" v="0" actId="47"/>
        <pc:sldMkLst>
          <pc:docMk/>
          <pc:sldMk cId="0" sldId="271"/>
        </pc:sldMkLst>
      </pc:sldChg>
      <pc:sldChg chg="del">
        <pc:chgData name="Marcello Mariani" userId="1e342699-93ad-4e2e-93b0-0f6a2c00c4b8" providerId="ADAL" clId="{63E3F7FE-4892-4C1D-92A5-2594D5FD81ED}" dt="2025-02-14T09:46:00.715" v="0" actId="47"/>
        <pc:sldMkLst>
          <pc:docMk/>
          <pc:sldMk cId="0" sldId="273"/>
        </pc:sldMkLst>
      </pc:sldChg>
      <pc:sldChg chg="del">
        <pc:chgData name="Marcello Mariani" userId="1e342699-93ad-4e2e-93b0-0f6a2c00c4b8" providerId="ADAL" clId="{63E3F7FE-4892-4C1D-92A5-2594D5FD81ED}" dt="2025-02-14T09:46:00.715" v="0" actId="47"/>
        <pc:sldMkLst>
          <pc:docMk/>
          <pc:sldMk cId="0" sldId="274"/>
        </pc:sldMkLst>
      </pc:sldChg>
      <pc:sldChg chg="del">
        <pc:chgData name="Marcello Mariani" userId="1e342699-93ad-4e2e-93b0-0f6a2c00c4b8" providerId="ADAL" clId="{63E3F7FE-4892-4C1D-92A5-2594D5FD81ED}" dt="2025-02-14T09:46:00.715" v="0" actId="47"/>
        <pc:sldMkLst>
          <pc:docMk/>
          <pc:sldMk cId="0" sldId="275"/>
        </pc:sldMkLst>
      </pc:sldChg>
      <pc:sldChg chg="del">
        <pc:chgData name="Marcello Mariani" userId="1e342699-93ad-4e2e-93b0-0f6a2c00c4b8" providerId="ADAL" clId="{63E3F7FE-4892-4C1D-92A5-2594D5FD81ED}" dt="2025-02-14T09:46:00.715" v="0" actId="47"/>
        <pc:sldMkLst>
          <pc:docMk/>
          <pc:sldMk cId="0" sldId="276"/>
        </pc:sldMkLst>
      </pc:sldChg>
      <pc:sldChg chg="del">
        <pc:chgData name="Marcello Mariani" userId="1e342699-93ad-4e2e-93b0-0f6a2c00c4b8" providerId="ADAL" clId="{63E3F7FE-4892-4C1D-92A5-2594D5FD81ED}" dt="2025-02-14T09:46:00.715" v="0" actId="47"/>
        <pc:sldMkLst>
          <pc:docMk/>
          <pc:sldMk cId="0" sldId="277"/>
        </pc:sldMkLst>
      </pc:sldChg>
      <pc:sldChg chg="del">
        <pc:chgData name="Marcello Mariani" userId="1e342699-93ad-4e2e-93b0-0f6a2c00c4b8" providerId="ADAL" clId="{63E3F7FE-4892-4C1D-92A5-2594D5FD81ED}" dt="2025-02-14T09:46:00.715" v="0" actId="47"/>
        <pc:sldMkLst>
          <pc:docMk/>
          <pc:sldMk cId="0" sldId="278"/>
        </pc:sldMkLst>
      </pc:sldChg>
      <pc:sldChg chg="del">
        <pc:chgData name="Marcello Mariani" userId="1e342699-93ad-4e2e-93b0-0f6a2c00c4b8" providerId="ADAL" clId="{63E3F7FE-4892-4C1D-92A5-2594D5FD81ED}" dt="2025-02-14T09:46:00.715" v="0" actId="47"/>
        <pc:sldMkLst>
          <pc:docMk/>
          <pc:sldMk cId="0" sldId="279"/>
        </pc:sldMkLst>
      </pc:sldChg>
      <pc:sldChg chg="del">
        <pc:chgData name="Marcello Mariani" userId="1e342699-93ad-4e2e-93b0-0f6a2c00c4b8" providerId="ADAL" clId="{63E3F7FE-4892-4C1D-92A5-2594D5FD81ED}" dt="2025-02-14T09:46:00.715" v="0" actId="47"/>
        <pc:sldMkLst>
          <pc:docMk/>
          <pc:sldMk cId="0" sldId="280"/>
        </pc:sldMkLst>
      </pc:sldChg>
      <pc:sldChg chg="del">
        <pc:chgData name="Marcello Mariani" userId="1e342699-93ad-4e2e-93b0-0f6a2c00c4b8" providerId="ADAL" clId="{63E3F7FE-4892-4C1D-92A5-2594D5FD81ED}" dt="2025-02-14T09:46:00.715" v="0" actId="47"/>
        <pc:sldMkLst>
          <pc:docMk/>
          <pc:sldMk cId="0" sldId="281"/>
        </pc:sldMkLst>
      </pc:sldChg>
      <pc:sldChg chg="del">
        <pc:chgData name="Marcello Mariani" userId="1e342699-93ad-4e2e-93b0-0f6a2c00c4b8" providerId="ADAL" clId="{63E3F7FE-4892-4C1D-92A5-2594D5FD81ED}" dt="2025-02-14T09:46:00.715" v="0" actId="47"/>
        <pc:sldMkLst>
          <pc:docMk/>
          <pc:sldMk cId="0" sldId="282"/>
        </pc:sldMkLst>
      </pc:sldChg>
      <pc:sldChg chg="del">
        <pc:chgData name="Marcello Mariani" userId="1e342699-93ad-4e2e-93b0-0f6a2c00c4b8" providerId="ADAL" clId="{63E3F7FE-4892-4C1D-92A5-2594D5FD81ED}" dt="2025-02-14T09:46:00.715" v="0" actId="47"/>
        <pc:sldMkLst>
          <pc:docMk/>
          <pc:sldMk cId="0" sldId="283"/>
        </pc:sldMkLst>
      </pc:sldChg>
      <pc:sldChg chg="del">
        <pc:chgData name="Marcello Mariani" userId="1e342699-93ad-4e2e-93b0-0f6a2c00c4b8" providerId="ADAL" clId="{63E3F7FE-4892-4C1D-92A5-2594D5FD81ED}" dt="2025-02-14T09:46:00.715" v="0" actId="47"/>
        <pc:sldMkLst>
          <pc:docMk/>
          <pc:sldMk cId="0" sldId="284"/>
        </pc:sldMkLst>
      </pc:sldChg>
      <pc:sldChg chg="del">
        <pc:chgData name="Marcello Mariani" userId="1e342699-93ad-4e2e-93b0-0f6a2c00c4b8" providerId="ADAL" clId="{63E3F7FE-4892-4C1D-92A5-2594D5FD81ED}" dt="2025-02-14T09:46:00.715" v="0" actId="47"/>
        <pc:sldMkLst>
          <pc:docMk/>
          <pc:sldMk cId="0" sldId="285"/>
        </pc:sldMkLst>
      </pc:sldChg>
      <pc:sldChg chg="del">
        <pc:chgData name="Marcello Mariani" userId="1e342699-93ad-4e2e-93b0-0f6a2c00c4b8" providerId="ADAL" clId="{63E3F7FE-4892-4C1D-92A5-2594D5FD81ED}" dt="2025-02-14T09:46:00.715" v="0" actId="47"/>
        <pc:sldMkLst>
          <pc:docMk/>
          <pc:sldMk cId="0" sldId="286"/>
        </pc:sldMkLst>
      </pc:sldChg>
      <pc:sldChg chg="del">
        <pc:chgData name="Marcello Mariani" userId="1e342699-93ad-4e2e-93b0-0f6a2c00c4b8" providerId="ADAL" clId="{63E3F7FE-4892-4C1D-92A5-2594D5FD81ED}" dt="2025-02-14T09:46:00.715" v="0" actId="47"/>
        <pc:sldMkLst>
          <pc:docMk/>
          <pc:sldMk cId="0" sldId="287"/>
        </pc:sldMkLst>
      </pc:sldChg>
      <pc:sldChg chg="del">
        <pc:chgData name="Marcello Mariani" userId="1e342699-93ad-4e2e-93b0-0f6a2c00c4b8" providerId="ADAL" clId="{63E3F7FE-4892-4C1D-92A5-2594D5FD81ED}" dt="2025-02-14T09:46:00.715" v="0" actId="47"/>
        <pc:sldMkLst>
          <pc:docMk/>
          <pc:sldMk cId="0" sldId="288"/>
        </pc:sldMkLst>
      </pc:sldChg>
      <pc:sldChg chg="del">
        <pc:chgData name="Marcello Mariani" userId="1e342699-93ad-4e2e-93b0-0f6a2c00c4b8" providerId="ADAL" clId="{63E3F7FE-4892-4C1D-92A5-2594D5FD81ED}" dt="2025-02-14T09:46:00.715" v="0" actId="47"/>
        <pc:sldMkLst>
          <pc:docMk/>
          <pc:sldMk cId="0" sldId="289"/>
        </pc:sldMkLst>
      </pc:sldChg>
      <pc:sldChg chg="del">
        <pc:chgData name="Marcello Mariani" userId="1e342699-93ad-4e2e-93b0-0f6a2c00c4b8" providerId="ADAL" clId="{63E3F7FE-4892-4C1D-92A5-2594D5FD81ED}" dt="2025-02-14T09:46:00.715" v="0" actId="47"/>
        <pc:sldMkLst>
          <pc:docMk/>
          <pc:sldMk cId="0" sldId="290"/>
        </pc:sldMkLst>
      </pc:sldChg>
      <pc:sldChg chg="del">
        <pc:chgData name="Marcello Mariani" userId="1e342699-93ad-4e2e-93b0-0f6a2c00c4b8" providerId="ADAL" clId="{63E3F7FE-4892-4C1D-92A5-2594D5FD81ED}" dt="2025-02-14T09:46:00.715" v="0" actId="47"/>
        <pc:sldMkLst>
          <pc:docMk/>
          <pc:sldMk cId="0" sldId="291"/>
        </pc:sldMkLst>
      </pc:sldChg>
      <pc:sldChg chg="del">
        <pc:chgData name="Marcello Mariani" userId="1e342699-93ad-4e2e-93b0-0f6a2c00c4b8" providerId="ADAL" clId="{63E3F7FE-4892-4C1D-92A5-2594D5FD81ED}" dt="2025-02-14T09:46:00.715" v="0" actId="47"/>
        <pc:sldMkLst>
          <pc:docMk/>
          <pc:sldMk cId="0" sldId="292"/>
        </pc:sldMkLst>
      </pc:sldChg>
      <pc:sldChg chg="del">
        <pc:chgData name="Marcello Mariani" userId="1e342699-93ad-4e2e-93b0-0f6a2c00c4b8" providerId="ADAL" clId="{63E3F7FE-4892-4C1D-92A5-2594D5FD81ED}" dt="2025-02-14T09:46:00.715" v="0" actId="47"/>
        <pc:sldMkLst>
          <pc:docMk/>
          <pc:sldMk cId="0" sldId="293"/>
        </pc:sldMkLst>
      </pc:sldChg>
      <pc:sldChg chg="del">
        <pc:chgData name="Marcello Mariani" userId="1e342699-93ad-4e2e-93b0-0f6a2c00c4b8" providerId="ADAL" clId="{63E3F7FE-4892-4C1D-92A5-2594D5FD81ED}" dt="2025-02-14T09:46:00.715" v="0" actId="47"/>
        <pc:sldMkLst>
          <pc:docMk/>
          <pc:sldMk cId="0" sldId="294"/>
        </pc:sldMkLst>
      </pc:sldChg>
      <pc:sldChg chg="del">
        <pc:chgData name="Marcello Mariani" userId="1e342699-93ad-4e2e-93b0-0f6a2c00c4b8" providerId="ADAL" clId="{63E3F7FE-4892-4C1D-92A5-2594D5FD81ED}" dt="2025-02-14T09:46:00.715" v="0" actId="47"/>
        <pc:sldMkLst>
          <pc:docMk/>
          <pc:sldMk cId="0" sldId="295"/>
        </pc:sldMkLst>
      </pc:sldChg>
      <pc:sldChg chg="del">
        <pc:chgData name="Marcello Mariani" userId="1e342699-93ad-4e2e-93b0-0f6a2c00c4b8" providerId="ADAL" clId="{63E3F7FE-4892-4C1D-92A5-2594D5FD81ED}" dt="2025-02-14T09:46:00.715" v="0" actId="47"/>
        <pc:sldMkLst>
          <pc:docMk/>
          <pc:sldMk cId="0" sldId="296"/>
        </pc:sldMkLst>
      </pc:sldChg>
      <pc:sldChg chg="del">
        <pc:chgData name="Marcello Mariani" userId="1e342699-93ad-4e2e-93b0-0f6a2c00c4b8" providerId="ADAL" clId="{63E3F7FE-4892-4C1D-92A5-2594D5FD81ED}" dt="2025-02-14T09:46:00.715" v="0" actId="47"/>
        <pc:sldMkLst>
          <pc:docMk/>
          <pc:sldMk cId="0" sldId="297"/>
        </pc:sldMkLst>
      </pc:sldChg>
      <pc:sldChg chg="del">
        <pc:chgData name="Marcello Mariani" userId="1e342699-93ad-4e2e-93b0-0f6a2c00c4b8" providerId="ADAL" clId="{63E3F7FE-4892-4C1D-92A5-2594D5FD81ED}" dt="2025-02-14T09:46:00.715" v="0" actId="47"/>
        <pc:sldMkLst>
          <pc:docMk/>
          <pc:sldMk cId="0" sldId="298"/>
        </pc:sldMkLst>
      </pc:sldChg>
      <pc:sldChg chg="del">
        <pc:chgData name="Marcello Mariani" userId="1e342699-93ad-4e2e-93b0-0f6a2c00c4b8" providerId="ADAL" clId="{63E3F7FE-4892-4C1D-92A5-2594D5FD81ED}" dt="2025-02-14T09:46:00.715" v="0" actId="47"/>
        <pc:sldMkLst>
          <pc:docMk/>
          <pc:sldMk cId="0" sldId="299"/>
        </pc:sldMkLst>
      </pc:sldChg>
      <pc:sldChg chg="del">
        <pc:chgData name="Marcello Mariani" userId="1e342699-93ad-4e2e-93b0-0f6a2c00c4b8" providerId="ADAL" clId="{63E3F7FE-4892-4C1D-92A5-2594D5FD81ED}" dt="2025-02-14T09:46:00.715" v="0" actId="47"/>
        <pc:sldMkLst>
          <pc:docMk/>
          <pc:sldMk cId="0" sldId="300"/>
        </pc:sldMkLst>
      </pc:sldChg>
      <pc:sldChg chg="del">
        <pc:chgData name="Marcello Mariani" userId="1e342699-93ad-4e2e-93b0-0f6a2c00c4b8" providerId="ADAL" clId="{63E3F7FE-4892-4C1D-92A5-2594D5FD81ED}" dt="2025-02-14T09:46:00.715" v="0" actId="47"/>
        <pc:sldMkLst>
          <pc:docMk/>
          <pc:sldMk cId="0" sldId="301"/>
        </pc:sldMkLst>
      </pc:sldChg>
      <pc:sldChg chg="del">
        <pc:chgData name="Marcello Mariani" userId="1e342699-93ad-4e2e-93b0-0f6a2c00c4b8" providerId="ADAL" clId="{63E3F7FE-4892-4C1D-92A5-2594D5FD81ED}" dt="2025-02-14T09:46:00.715" v="0" actId="47"/>
        <pc:sldMkLst>
          <pc:docMk/>
          <pc:sldMk cId="0" sldId="302"/>
        </pc:sldMkLst>
      </pc:sldChg>
      <pc:sldChg chg="del">
        <pc:chgData name="Marcello Mariani" userId="1e342699-93ad-4e2e-93b0-0f6a2c00c4b8" providerId="ADAL" clId="{63E3F7FE-4892-4C1D-92A5-2594D5FD81ED}" dt="2025-02-14T09:46:00.715" v="0" actId="47"/>
        <pc:sldMkLst>
          <pc:docMk/>
          <pc:sldMk cId="0" sldId="303"/>
        </pc:sldMkLst>
      </pc:sldChg>
      <pc:sldChg chg="del">
        <pc:chgData name="Marcello Mariani" userId="1e342699-93ad-4e2e-93b0-0f6a2c00c4b8" providerId="ADAL" clId="{63E3F7FE-4892-4C1D-92A5-2594D5FD81ED}" dt="2025-02-14T09:46:00.715" v="0" actId="47"/>
        <pc:sldMkLst>
          <pc:docMk/>
          <pc:sldMk cId="0" sldId="304"/>
        </pc:sldMkLst>
      </pc:sldChg>
      <pc:sldChg chg="del">
        <pc:chgData name="Marcello Mariani" userId="1e342699-93ad-4e2e-93b0-0f6a2c00c4b8" providerId="ADAL" clId="{63E3F7FE-4892-4C1D-92A5-2594D5FD81ED}" dt="2025-02-14T09:46:00.715" v="0" actId="47"/>
        <pc:sldMkLst>
          <pc:docMk/>
          <pc:sldMk cId="0" sldId="305"/>
        </pc:sldMkLst>
      </pc:sldChg>
      <pc:sldChg chg="del">
        <pc:chgData name="Marcello Mariani" userId="1e342699-93ad-4e2e-93b0-0f6a2c00c4b8" providerId="ADAL" clId="{63E3F7FE-4892-4C1D-92A5-2594D5FD81ED}" dt="2025-02-14T09:46:00.715" v="0" actId="47"/>
        <pc:sldMkLst>
          <pc:docMk/>
          <pc:sldMk cId="0" sldId="306"/>
        </pc:sldMkLst>
      </pc:sldChg>
      <pc:sldChg chg="del">
        <pc:chgData name="Marcello Mariani" userId="1e342699-93ad-4e2e-93b0-0f6a2c00c4b8" providerId="ADAL" clId="{63E3F7FE-4892-4C1D-92A5-2594D5FD81ED}" dt="2025-02-14T09:46:00.715" v="0" actId="47"/>
        <pc:sldMkLst>
          <pc:docMk/>
          <pc:sldMk cId="0" sldId="307"/>
        </pc:sldMkLst>
      </pc:sldChg>
      <pc:sldChg chg="del">
        <pc:chgData name="Marcello Mariani" userId="1e342699-93ad-4e2e-93b0-0f6a2c00c4b8" providerId="ADAL" clId="{63E3F7FE-4892-4C1D-92A5-2594D5FD81ED}" dt="2025-02-14T09:46:00.715" v="0" actId="47"/>
        <pc:sldMkLst>
          <pc:docMk/>
          <pc:sldMk cId="0" sldId="308"/>
        </pc:sldMkLst>
      </pc:sldChg>
      <pc:sldChg chg="del">
        <pc:chgData name="Marcello Mariani" userId="1e342699-93ad-4e2e-93b0-0f6a2c00c4b8" providerId="ADAL" clId="{63E3F7FE-4892-4C1D-92A5-2594D5FD81ED}" dt="2025-02-14T09:46:00.715" v="0" actId="47"/>
        <pc:sldMkLst>
          <pc:docMk/>
          <pc:sldMk cId="0" sldId="309"/>
        </pc:sldMkLst>
      </pc:sldChg>
      <pc:sldChg chg="add del">
        <pc:chgData name="Marcello Mariani" userId="1e342699-93ad-4e2e-93b0-0f6a2c00c4b8" providerId="ADAL" clId="{63E3F7FE-4892-4C1D-92A5-2594D5FD81ED}" dt="2025-02-14T09:46:02.586" v="1"/>
        <pc:sldMkLst>
          <pc:docMk/>
          <pc:sldMk cId="0" sldId="310"/>
        </pc:sldMkLst>
      </pc:sldChg>
      <pc:sldChg chg="add del">
        <pc:chgData name="Marcello Mariani" userId="1e342699-93ad-4e2e-93b0-0f6a2c00c4b8" providerId="ADAL" clId="{63E3F7FE-4892-4C1D-92A5-2594D5FD81ED}" dt="2025-02-14T09:46:02.586" v="1"/>
        <pc:sldMkLst>
          <pc:docMk/>
          <pc:sldMk cId="0" sldId="311"/>
        </pc:sldMkLst>
      </pc:sldChg>
      <pc:sldChg chg="add del">
        <pc:chgData name="Marcello Mariani" userId="1e342699-93ad-4e2e-93b0-0f6a2c00c4b8" providerId="ADAL" clId="{63E3F7FE-4892-4C1D-92A5-2594D5FD81ED}" dt="2025-02-14T09:46:02.586" v="1"/>
        <pc:sldMkLst>
          <pc:docMk/>
          <pc:sldMk cId="0" sldId="312"/>
        </pc:sldMkLst>
      </pc:sldChg>
      <pc:sldChg chg="add del">
        <pc:chgData name="Marcello Mariani" userId="1e342699-93ad-4e2e-93b0-0f6a2c00c4b8" providerId="ADAL" clId="{63E3F7FE-4892-4C1D-92A5-2594D5FD81ED}" dt="2025-02-14T09:46:02.586" v="1"/>
        <pc:sldMkLst>
          <pc:docMk/>
          <pc:sldMk cId="0" sldId="313"/>
        </pc:sldMkLst>
      </pc:sldChg>
      <pc:sldChg chg="del">
        <pc:chgData name="Marcello Mariani" userId="1e342699-93ad-4e2e-93b0-0f6a2c00c4b8" providerId="ADAL" clId="{63E3F7FE-4892-4C1D-92A5-2594D5FD81ED}" dt="2025-02-14T09:46:00.715" v="0" actId="47"/>
        <pc:sldMkLst>
          <pc:docMk/>
          <pc:sldMk cId="0" sldId="314"/>
        </pc:sldMkLst>
      </pc:sldChg>
      <pc:sldChg chg="del">
        <pc:chgData name="Marcello Mariani" userId="1e342699-93ad-4e2e-93b0-0f6a2c00c4b8" providerId="ADAL" clId="{63E3F7FE-4892-4C1D-92A5-2594D5FD81ED}" dt="2025-02-14T09:46:00.715" v="0" actId="47"/>
        <pc:sldMkLst>
          <pc:docMk/>
          <pc:sldMk cId="0" sldId="315"/>
        </pc:sldMkLst>
      </pc:sldChg>
      <pc:sldChg chg="add del">
        <pc:chgData name="Marcello Mariani" userId="1e342699-93ad-4e2e-93b0-0f6a2c00c4b8" providerId="ADAL" clId="{63E3F7FE-4892-4C1D-92A5-2594D5FD81ED}" dt="2025-02-14T09:46:02.586" v="1"/>
        <pc:sldMkLst>
          <pc:docMk/>
          <pc:sldMk cId="0" sldId="316"/>
        </pc:sldMkLst>
      </pc:sldChg>
      <pc:sldChg chg="del">
        <pc:chgData name="Marcello Mariani" userId="1e342699-93ad-4e2e-93b0-0f6a2c00c4b8" providerId="ADAL" clId="{63E3F7FE-4892-4C1D-92A5-2594D5FD81ED}" dt="2025-02-14T09:46:00.715" v="0" actId="47"/>
        <pc:sldMkLst>
          <pc:docMk/>
          <pc:sldMk cId="0" sldId="317"/>
        </pc:sldMkLst>
      </pc:sldChg>
      <pc:sldChg chg="add del">
        <pc:chgData name="Marcello Mariani" userId="1e342699-93ad-4e2e-93b0-0f6a2c00c4b8" providerId="ADAL" clId="{63E3F7FE-4892-4C1D-92A5-2594D5FD81ED}" dt="2025-02-14T09:46:02.586" v="1"/>
        <pc:sldMkLst>
          <pc:docMk/>
          <pc:sldMk cId="0" sldId="318"/>
        </pc:sldMkLst>
      </pc:sldChg>
      <pc:sldChg chg="add del">
        <pc:chgData name="Marcello Mariani" userId="1e342699-93ad-4e2e-93b0-0f6a2c00c4b8" providerId="ADAL" clId="{63E3F7FE-4892-4C1D-92A5-2594D5FD81ED}" dt="2025-02-14T09:46:02.586" v="1"/>
        <pc:sldMkLst>
          <pc:docMk/>
          <pc:sldMk cId="0" sldId="319"/>
        </pc:sldMkLst>
      </pc:sldChg>
      <pc:sldChg chg="add del">
        <pc:chgData name="Marcello Mariani" userId="1e342699-93ad-4e2e-93b0-0f6a2c00c4b8" providerId="ADAL" clId="{63E3F7FE-4892-4C1D-92A5-2594D5FD81ED}" dt="2025-02-14T09:46:02.586" v="1"/>
        <pc:sldMkLst>
          <pc:docMk/>
          <pc:sldMk cId="0" sldId="320"/>
        </pc:sldMkLst>
      </pc:sldChg>
      <pc:sldChg chg="add del">
        <pc:chgData name="Marcello Mariani" userId="1e342699-93ad-4e2e-93b0-0f6a2c00c4b8" providerId="ADAL" clId="{63E3F7FE-4892-4C1D-92A5-2594D5FD81ED}" dt="2025-02-14T09:46:02.586" v="1"/>
        <pc:sldMkLst>
          <pc:docMk/>
          <pc:sldMk cId="0" sldId="321"/>
        </pc:sldMkLst>
      </pc:sldChg>
      <pc:sldChg chg="add del">
        <pc:chgData name="Marcello Mariani" userId="1e342699-93ad-4e2e-93b0-0f6a2c00c4b8" providerId="ADAL" clId="{63E3F7FE-4892-4C1D-92A5-2594D5FD81ED}" dt="2025-02-14T09:46:02.586" v="1"/>
        <pc:sldMkLst>
          <pc:docMk/>
          <pc:sldMk cId="0" sldId="322"/>
        </pc:sldMkLst>
      </pc:sldChg>
      <pc:sldChg chg="add">
        <pc:chgData name="Marcello Mariani" userId="1e342699-93ad-4e2e-93b0-0f6a2c00c4b8" providerId="ADAL" clId="{63E3F7FE-4892-4C1D-92A5-2594D5FD81ED}" dt="2025-02-14T09:46:02.586" v="1"/>
        <pc:sldMkLst>
          <pc:docMk/>
          <pc:sldMk cId="0" sldId="323"/>
        </pc:sldMkLst>
      </pc:sldChg>
      <pc:sldChg chg="del">
        <pc:chgData name="Marcello Mariani" userId="1e342699-93ad-4e2e-93b0-0f6a2c00c4b8" providerId="ADAL" clId="{63E3F7FE-4892-4C1D-92A5-2594D5FD81ED}" dt="2025-02-14T09:46:00.715" v="0" actId="47"/>
        <pc:sldMkLst>
          <pc:docMk/>
          <pc:sldMk cId="1037495165" sldId="323"/>
        </pc:sldMkLst>
      </pc:sldChg>
      <pc:sldChg chg="add">
        <pc:chgData name="Marcello Mariani" userId="1e342699-93ad-4e2e-93b0-0f6a2c00c4b8" providerId="ADAL" clId="{63E3F7FE-4892-4C1D-92A5-2594D5FD81ED}" dt="2025-02-14T09:46:02.586" v="1"/>
        <pc:sldMkLst>
          <pc:docMk/>
          <pc:sldMk cId="0" sldId="324"/>
        </pc:sldMkLst>
      </pc:sldChg>
      <pc:sldChg chg="del">
        <pc:chgData name="Marcello Mariani" userId="1e342699-93ad-4e2e-93b0-0f6a2c00c4b8" providerId="ADAL" clId="{63E3F7FE-4892-4C1D-92A5-2594D5FD81ED}" dt="2025-02-14T09:46:00.715" v="0" actId="47"/>
        <pc:sldMkLst>
          <pc:docMk/>
          <pc:sldMk cId="3161488533" sldId="324"/>
        </pc:sldMkLst>
      </pc:sldChg>
      <pc:sldChg chg="add">
        <pc:chgData name="Marcello Mariani" userId="1e342699-93ad-4e2e-93b0-0f6a2c00c4b8" providerId="ADAL" clId="{63E3F7FE-4892-4C1D-92A5-2594D5FD81ED}" dt="2025-02-14T09:46:02.586" v="1"/>
        <pc:sldMkLst>
          <pc:docMk/>
          <pc:sldMk cId="0" sldId="325"/>
        </pc:sldMkLst>
      </pc:sldChg>
      <pc:sldChg chg="del">
        <pc:chgData name="Marcello Mariani" userId="1e342699-93ad-4e2e-93b0-0f6a2c00c4b8" providerId="ADAL" clId="{63E3F7FE-4892-4C1D-92A5-2594D5FD81ED}" dt="2025-02-14T09:46:00.715" v="0" actId="47"/>
        <pc:sldMkLst>
          <pc:docMk/>
          <pc:sldMk cId="3203281946" sldId="325"/>
        </pc:sldMkLst>
      </pc:sldChg>
      <pc:sldChg chg="add">
        <pc:chgData name="Marcello Mariani" userId="1e342699-93ad-4e2e-93b0-0f6a2c00c4b8" providerId="ADAL" clId="{63E3F7FE-4892-4C1D-92A5-2594D5FD81ED}" dt="2025-02-14T09:46:02.586" v="1"/>
        <pc:sldMkLst>
          <pc:docMk/>
          <pc:sldMk cId="0" sldId="326"/>
        </pc:sldMkLst>
      </pc:sldChg>
      <pc:sldChg chg="del">
        <pc:chgData name="Marcello Mariani" userId="1e342699-93ad-4e2e-93b0-0f6a2c00c4b8" providerId="ADAL" clId="{63E3F7FE-4892-4C1D-92A5-2594D5FD81ED}" dt="2025-02-14T09:46:00.715" v="0" actId="47"/>
        <pc:sldMkLst>
          <pc:docMk/>
          <pc:sldMk cId="914916780" sldId="326"/>
        </pc:sldMkLst>
      </pc:sldChg>
      <pc:sldChg chg="add">
        <pc:chgData name="Marcello Mariani" userId="1e342699-93ad-4e2e-93b0-0f6a2c00c4b8" providerId="ADAL" clId="{63E3F7FE-4892-4C1D-92A5-2594D5FD81ED}" dt="2025-02-14T09:46:02.586" v="1"/>
        <pc:sldMkLst>
          <pc:docMk/>
          <pc:sldMk cId="0" sldId="327"/>
        </pc:sldMkLst>
      </pc:sldChg>
      <pc:sldChg chg="add">
        <pc:chgData name="Marcello Mariani" userId="1e342699-93ad-4e2e-93b0-0f6a2c00c4b8" providerId="ADAL" clId="{63E3F7FE-4892-4C1D-92A5-2594D5FD81ED}" dt="2025-02-14T09:46:02.586" v="1"/>
        <pc:sldMkLst>
          <pc:docMk/>
          <pc:sldMk cId="0" sldId="328"/>
        </pc:sldMkLst>
      </pc:sldChg>
      <pc:sldChg chg="add">
        <pc:chgData name="Marcello Mariani" userId="1e342699-93ad-4e2e-93b0-0f6a2c00c4b8" providerId="ADAL" clId="{63E3F7FE-4892-4C1D-92A5-2594D5FD81ED}" dt="2025-02-14T09:46:02.586" v="1"/>
        <pc:sldMkLst>
          <pc:docMk/>
          <pc:sldMk cId="0" sldId="329"/>
        </pc:sldMkLst>
      </pc:sldChg>
      <pc:sldChg chg="add">
        <pc:chgData name="Marcello Mariani" userId="1e342699-93ad-4e2e-93b0-0f6a2c00c4b8" providerId="ADAL" clId="{63E3F7FE-4892-4C1D-92A5-2594D5FD81ED}" dt="2025-02-14T09:46:02.586" v="1"/>
        <pc:sldMkLst>
          <pc:docMk/>
          <pc:sldMk cId="0" sldId="330"/>
        </pc:sldMkLst>
      </pc:sldChg>
      <pc:sldChg chg="add">
        <pc:chgData name="Marcello Mariani" userId="1e342699-93ad-4e2e-93b0-0f6a2c00c4b8" providerId="ADAL" clId="{63E3F7FE-4892-4C1D-92A5-2594D5FD81ED}" dt="2025-02-14T09:46:02.586" v="1"/>
        <pc:sldMkLst>
          <pc:docMk/>
          <pc:sldMk cId="0" sldId="331"/>
        </pc:sldMkLst>
      </pc:sldChg>
      <pc:sldChg chg="add">
        <pc:chgData name="Marcello Mariani" userId="1e342699-93ad-4e2e-93b0-0f6a2c00c4b8" providerId="ADAL" clId="{63E3F7FE-4892-4C1D-92A5-2594D5FD81ED}" dt="2025-02-14T09:46:02.586" v="1"/>
        <pc:sldMkLst>
          <pc:docMk/>
          <pc:sldMk cId="0" sldId="332"/>
        </pc:sldMkLst>
      </pc:sldChg>
      <pc:sldChg chg="add">
        <pc:chgData name="Marcello Mariani" userId="1e342699-93ad-4e2e-93b0-0f6a2c00c4b8" providerId="ADAL" clId="{63E3F7FE-4892-4C1D-92A5-2594D5FD81ED}" dt="2025-02-14T09:46:02.586" v="1"/>
        <pc:sldMkLst>
          <pc:docMk/>
          <pc:sldMk cId="0" sldId="333"/>
        </pc:sldMkLst>
      </pc:sldChg>
      <pc:sldChg chg="add">
        <pc:chgData name="Marcello Mariani" userId="1e342699-93ad-4e2e-93b0-0f6a2c00c4b8" providerId="ADAL" clId="{63E3F7FE-4892-4C1D-92A5-2594D5FD81ED}" dt="2025-02-14T09:46:02.586" v="1"/>
        <pc:sldMkLst>
          <pc:docMk/>
          <pc:sldMk cId="0" sldId="337"/>
        </pc:sldMkLst>
      </pc:sldChg>
      <pc:sldChg chg="add">
        <pc:chgData name="Marcello Mariani" userId="1e342699-93ad-4e2e-93b0-0f6a2c00c4b8" providerId="ADAL" clId="{63E3F7FE-4892-4C1D-92A5-2594D5FD81ED}" dt="2025-02-14T09:46:02.586" v="1"/>
        <pc:sldMkLst>
          <pc:docMk/>
          <pc:sldMk cId="0" sldId="381"/>
        </pc:sldMkLst>
      </pc:sldChg>
      <pc:sldChg chg="add">
        <pc:chgData name="Marcello Mariani" userId="1e342699-93ad-4e2e-93b0-0f6a2c00c4b8" providerId="ADAL" clId="{63E3F7FE-4892-4C1D-92A5-2594D5FD81ED}" dt="2025-02-14T09:46:02.586" v="1"/>
        <pc:sldMkLst>
          <pc:docMk/>
          <pc:sldMk cId="0" sldId="382"/>
        </pc:sldMkLst>
      </pc:sldChg>
      <pc:sldChg chg="add">
        <pc:chgData name="Marcello Mariani" userId="1e342699-93ad-4e2e-93b0-0f6a2c00c4b8" providerId="ADAL" clId="{63E3F7FE-4892-4C1D-92A5-2594D5FD81ED}" dt="2025-02-14T09:46:02.586" v="1"/>
        <pc:sldMkLst>
          <pc:docMk/>
          <pc:sldMk cId="0" sldId="383"/>
        </pc:sldMkLst>
      </pc:sldChg>
      <pc:sldChg chg="add">
        <pc:chgData name="Marcello Mariani" userId="1e342699-93ad-4e2e-93b0-0f6a2c00c4b8" providerId="ADAL" clId="{63E3F7FE-4892-4C1D-92A5-2594D5FD81ED}" dt="2025-02-14T09:46:02.586" v="1"/>
        <pc:sldMkLst>
          <pc:docMk/>
          <pc:sldMk cId="0" sldId="384"/>
        </pc:sldMkLst>
      </pc:sldChg>
      <pc:sldChg chg="add">
        <pc:chgData name="Marcello Mariani" userId="1e342699-93ad-4e2e-93b0-0f6a2c00c4b8" providerId="ADAL" clId="{63E3F7FE-4892-4C1D-92A5-2594D5FD81ED}" dt="2025-02-14T09:46:02.586" v="1"/>
        <pc:sldMkLst>
          <pc:docMk/>
          <pc:sldMk cId="0" sldId="385"/>
        </pc:sldMkLst>
      </pc:sldChg>
      <pc:sldChg chg="add">
        <pc:chgData name="Marcello Mariani" userId="1e342699-93ad-4e2e-93b0-0f6a2c00c4b8" providerId="ADAL" clId="{63E3F7FE-4892-4C1D-92A5-2594D5FD81ED}" dt="2025-02-14T09:46:02.586" v="1"/>
        <pc:sldMkLst>
          <pc:docMk/>
          <pc:sldMk cId="0" sldId="386"/>
        </pc:sldMkLst>
      </pc:sldChg>
      <pc:sldChg chg="add">
        <pc:chgData name="Marcello Mariani" userId="1e342699-93ad-4e2e-93b0-0f6a2c00c4b8" providerId="ADAL" clId="{63E3F7FE-4892-4C1D-92A5-2594D5FD81ED}" dt="2025-02-14T09:46:02.586" v="1"/>
        <pc:sldMkLst>
          <pc:docMk/>
          <pc:sldMk cId="0" sldId="387"/>
        </pc:sldMkLst>
      </pc:sldChg>
      <pc:sldChg chg="add">
        <pc:chgData name="Marcello Mariani" userId="1e342699-93ad-4e2e-93b0-0f6a2c00c4b8" providerId="ADAL" clId="{63E3F7FE-4892-4C1D-92A5-2594D5FD81ED}" dt="2025-02-14T09:46:02.586" v="1"/>
        <pc:sldMkLst>
          <pc:docMk/>
          <pc:sldMk cId="0" sldId="388"/>
        </pc:sldMkLst>
      </pc:sldChg>
      <pc:sldChg chg="add">
        <pc:chgData name="Marcello Mariani" userId="1e342699-93ad-4e2e-93b0-0f6a2c00c4b8" providerId="ADAL" clId="{63E3F7FE-4892-4C1D-92A5-2594D5FD81ED}" dt="2025-02-14T09:46:02.586" v="1"/>
        <pc:sldMkLst>
          <pc:docMk/>
          <pc:sldMk cId="0" sldId="389"/>
        </pc:sldMkLst>
      </pc:sldChg>
      <pc:sldChg chg="add">
        <pc:chgData name="Marcello Mariani" userId="1e342699-93ad-4e2e-93b0-0f6a2c00c4b8" providerId="ADAL" clId="{63E3F7FE-4892-4C1D-92A5-2594D5FD81ED}" dt="2025-02-14T09:46:02.586" v="1"/>
        <pc:sldMkLst>
          <pc:docMk/>
          <pc:sldMk cId="0" sldId="390"/>
        </pc:sldMkLst>
      </pc:sldChg>
      <pc:sldChg chg="add">
        <pc:chgData name="Marcello Mariani" userId="1e342699-93ad-4e2e-93b0-0f6a2c00c4b8" providerId="ADAL" clId="{63E3F7FE-4892-4C1D-92A5-2594D5FD81ED}" dt="2025-02-14T09:46:02.586" v="1"/>
        <pc:sldMkLst>
          <pc:docMk/>
          <pc:sldMk cId="0" sldId="396"/>
        </pc:sldMkLst>
      </pc:sldChg>
      <pc:sldChg chg="add">
        <pc:chgData name="Marcello Mariani" userId="1e342699-93ad-4e2e-93b0-0f6a2c00c4b8" providerId="ADAL" clId="{63E3F7FE-4892-4C1D-92A5-2594D5FD81ED}" dt="2025-02-14T09:46:02.586" v="1"/>
        <pc:sldMkLst>
          <pc:docMk/>
          <pc:sldMk cId="0" sldId="397"/>
        </pc:sldMkLst>
      </pc:sldChg>
      <pc:sldChg chg="del">
        <pc:chgData name="Marcello Mariani" userId="1e342699-93ad-4e2e-93b0-0f6a2c00c4b8" providerId="ADAL" clId="{63E3F7FE-4892-4C1D-92A5-2594D5FD81ED}" dt="2025-02-14T09:46:00.715" v="0" actId="47"/>
        <pc:sldMkLst>
          <pc:docMk/>
          <pc:sldMk cId="0" sldId="502"/>
        </pc:sldMkLst>
      </pc:sldChg>
      <pc:sldChg chg="del">
        <pc:chgData name="Marcello Mariani" userId="1e342699-93ad-4e2e-93b0-0f6a2c00c4b8" providerId="ADAL" clId="{63E3F7FE-4892-4C1D-92A5-2594D5FD81ED}" dt="2025-02-14T09:46:00.715" v="0" actId="47"/>
        <pc:sldMkLst>
          <pc:docMk/>
          <pc:sldMk cId="0" sldId="503"/>
        </pc:sldMkLst>
      </pc:sldChg>
      <pc:sldChg chg="del">
        <pc:chgData name="Marcello Mariani" userId="1e342699-93ad-4e2e-93b0-0f6a2c00c4b8" providerId="ADAL" clId="{63E3F7FE-4892-4C1D-92A5-2594D5FD81ED}" dt="2025-02-14T09:46:00.715" v="0" actId="47"/>
        <pc:sldMkLst>
          <pc:docMk/>
          <pc:sldMk cId="0" sldId="504"/>
        </pc:sldMkLst>
      </pc:sldChg>
      <pc:sldChg chg="del">
        <pc:chgData name="Marcello Mariani" userId="1e342699-93ad-4e2e-93b0-0f6a2c00c4b8" providerId="ADAL" clId="{63E3F7FE-4892-4C1D-92A5-2594D5FD81ED}" dt="2025-02-14T09:46:00.715" v="0" actId="47"/>
        <pc:sldMkLst>
          <pc:docMk/>
          <pc:sldMk cId="0" sldId="505"/>
        </pc:sldMkLst>
      </pc:sldChg>
      <pc:sldChg chg="del">
        <pc:chgData name="Marcello Mariani" userId="1e342699-93ad-4e2e-93b0-0f6a2c00c4b8" providerId="ADAL" clId="{63E3F7FE-4892-4C1D-92A5-2594D5FD81ED}" dt="2025-02-14T09:46:00.715" v="0" actId="47"/>
        <pc:sldMkLst>
          <pc:docMk/>
          <pc:sldMk cId="0" sldId="506"/>
        </pc:sldMkLst>
      </pc:sldChg>
      <pc:sldChg chg="del">
        <pc:chgData name="Marcello Mariani" userId="1e342699-93ad-4e2e-93b0-0f6a2c00c4b8" providerId="ADAL" clId="{63E3F7FE-4892-4C1D-92A5-2594D5FD81ED}" dt="2025-02-14T09:46:00.715" v="0" actId="47"/>
        <pc:sldMkLst>
          <pc:docMk/>
          <pc:sldMk cId="0" sldId="507"/>
        </pc:sldMkLst>
      </pc:sldChg>
      <pc:sldChg chg="del">
        <pc:chgData name="Marcello Mariani" userId="1e342699-93ad-4e2e-93b0-0f6a2c00c4b8" providerId="ADAL" clId="{63E3F7FE-4892-4C1D-92A5-2594D5FD81ED}" dt="2025-02-14T09:46:00.715" v="0" actId="47"/>
        <pc:sldMkLst>
          <pc:docMk/>
          <pc:sldMk cId="0" sldId="508"/>
        </pc:sldMkLst>
      </pc:sldChg>
      <pc:sldChg chg="del">
        <pc:chgData name="Marcello Mariani" userId="1e342699-93ad-4e2e-93b0-0f6a2c00c4b8" providerId="ADAL" clId="{63E3F7FE-4892-4C1D-92A5-2594D5FD81ED}" dt="2025-02-14T09:46:00.715" v="0" actId="47"/>
        <pc:sldMkLst>
          <pc:docMk/>
          <pc:sldMk cId="0" sldId="509"/>
        </pc:sldMkLst>
      </pc:sldChg>
      <pc:sldChg chg="del">
        <pc:chgData name="Marcello Mariani" userId="1e342699-93ad-4e2e-93b0-0f6a2c00c4b8" providerId="ADAL" clId="{63E3F7FE-4892-4C1D-92A5-2594D5FD81ED}" dt="2025-02-14T09:46:00.715" v="0" actId="47"/>
        <pc:sldMkLst>
          <pc:docMk/>
          <pc:sldMk cId="0" sldId="510"/>
        </pc:sldMkLst>
      </pc:sldChg>
      <pc:sldChg chg="del">
        <pc:chgData name="Marcello Mariani" userId="1e342699-93ad-4e2e-93b0-0f6a2c00c4b8" providerId="ADAL" clId="{63E3F7FE-4892-4C1D-92A5-2594D5FD81ED}" dt="2025-02-14T09:46:00.715" v="0" actId="47"/>
        <pc:sldMkLst>
          <pc:docMk/>
          <pc:sldMk cId="0" sldId="511"/>
        </pc:sldMkLst>
      </pc:sldChg>
      <pc:sldChg chg="del">
        <pc:chgData name="Marcello Mariani" userId="1e342699-93ad-4e2e-93b0-0f6a2c00c4b8" providerId="ADAL" clId="{63E3F7FE-4892-4C1D-92A5-2594D5FD81ED}" dt="2025-02-14T09:46:00.715" v="0" actId="47"/>
        <pc:sldMkLst>
          <pc:docMk/>
          <pc:sldMk cId="0" sldId="512"/>
        </pc:sldMkLst>
      </pc:sldChg>
      <pc:sldChg chg="del">
        <pc:chgData name="Marcello Mariani" userId="1e342699-93ad-4e2e-93b0-0f6a2c00c4b8" providerId="ADAL" clId="{63E3F7FE-4892-4C1D-92A5-2594D5FD81ED}" dt="2025-02-14T09:46:00.715" v="0" actId="47"/>
        <pc:sldMkLst>
          <pc:docMk/>
          <pc:sldMk cId="0" sldId="513"/>
        </pc:sldMkLst>
      </pc:sldChg>
      <pc:sldChg chg="del">
        <pc:chgData name="Marcello Mariani" userId="1e342699-93ad-4e2e-93b0-0f6a2c00c4b8" providerId="ADAL" clId="{63E3F7FE-4892-4C1D-92A5-2594D5FD81ED}" dt="2025-02-14T09:46:00.715" v="0" actId="47"/>
        <pc:sldMkLst>
          <pc:docMk/>
          <pc:sldMk cId="0" sldId="514"/>
        </pc:sldMkLst>
      </pc:sldChg>
      <pc:sldChg chg="del">
        <pc:chgData name="Marcello Mariani" userId="1e342699-93ad-4e2e-93b0-0f6a2c00c4b8" providerId="ADAL" clId="{63E3F7FE-4892-4C1D-92A5-2594D5FD81ED}" dt="2025-02-14T09:46:00.715" v="0" actId="47"/>
        <pc:sldMkLst>
          <pc:docMk/>
          <pc:sldMk cId="0" sldId="515"/>
        </pc:sldMkLst>
      </pc:sldChg>
      <pc:sldChg chg="del">
        <pc:chgData name="Marcello Mariani" userId="1e342699-93ad-4e2e-93b0-0f6a2c00c4b8" providerId="ADAL" clId="{63E3F7FE-4892-4C1D-92A5-2594D5FD81ED}" dt="2025-02-14T09:46:00.715" v="0" actId="47"/>
        <pc:sldMkLst>
          <pc:docMk/>
          <pc:sldMk cId="0" sldId="516"/>
        </pc:sldMkLst>
      </pc:sldChg>
      <pc:sldChg chg="del">
        <pc:chgData name="Marcello Mariani" userId="1e342699-93ad-4e2e-93b0-0f6a2c00c4b8" providerId="ADAL" clId="{63E3F7FE-4892-4C1D-92A5-2594D5FD81ED}" dt="2025-02-14T09:46:00.715" v="0" actId="47"/>
        <pc:sldMkLst>
          <pc:docMk/>
          <pc:sldMk cId="0" sldId="517"/>
        </pc:sldMkLst>
      </pc:sldChg>
      <pc:sldChg chg="del">
        <pc:chgData name="Marcello Mariani" userId="1e342699-93ad-4e2e-93b0-0f6a2c00c4b8" providerId="ADAL" clId="{63E3F7FE-4892-4C1D-92A5-2594D5FD81ED}" dt="2025-02-14T09:46:00.715" v="0" actId="47"/>
        <pc:sldMkLst>
          <pc:docMk/>
          <pc:sldMk cId="0" sldId="518"/>
        </pc:sldMkLst>
      </pc:sldChg>
      <pc:sldChg chg="del">
        <pc:chgData name="Marcello Mariani" userId="1e342699-93ad-4e2e-93b0-0f6a2c00c4b8" providerId="ADAL" clId="{63E3F7FE-4892-4C1D-92A5-2594D5FD81ED}" dt="2025-02-14T09:46:00.715" v="0" actId="47"/>
        <pc:sldMkLst>
          <pc:docMk/>
          <pc:sldMk cId="0" sldId="519"/>
        </pc:sldMkLst>
      </pc:sldChg>
      <pc:sldChg chg="del">
        <pc:chgData name="Marcello Mariani" userId="1e342699-93ad-4e2e-93b0-0f6a2c00c4b8" providerId="ADAL" clId="{63E3F7FE-4892-4C1D-92A5-2594D5FD81ED}" dt="2025-02-14T09:46:00.715" v="0" actId="47"/>
        <pc:sldMkLst>
          <pc:docMk/>
          <pc:sldMk cId="0" sldId="520"/>
        </pc:sldMkLst>
      </pc:sldChg>
      <pc:sldChg chg="del">
        <pc:chgData name="Marcello Mariani" userId="1e342699-93ad-4e2e-93b0-0f6a2c00c4b8" providerId="ADAL" clId="{63E3F7FE-4892-4C1D-92A5-2594D5FD81ED}" dt="2025-02-14T09:46:00.715" v="0" actId="47"/>
        <pc:sldMkLst>
          <pc:docMk/>
          <pc:sldMk cId="0" sldId="521"/>
        </pc:sldMkLst>
      </pc:sldChg>
      <pc:sldChg chg="del">
        <pc:chgData name="Marcello Mariani" userId="1e342699-93ad-4e2e-93b0-0f6a2c00c4b8" providerId="ADAL" clId="{63E3F7FE-4892-4C1D-92A5-2594D5FD81ED}" dt="2025-02-14T09:46:00.715" v="0" actId="47"/>
        <pc:sldMkLst>
          <pc:docMk/>
          <pc:sldMk cId="0" sldId="522"/>
        </pc:sldMkLst>
      </pc:sldChg>
      <pc:sldChg chg="del">
        <pc:chgData name="Marcello Mariani" userId="1e342699-93ad-4e2e-93b0-0f6a2c00c4b8" providerId="ADAL" clId="{63E3F7FE-4892-4C1D-92A5-2594D5FD81ED}" dt="2025-02-14T09:46:00.715" v="0" actId="47"/>
        <pc:sldMkLst>
          <pc:docMk/>
          <pc:sldMk cId="0" sldId="523"/>
        </pc:sldMkLst>
      </pc:sldChg>
      <pc:sldChg chg="del">
        <pc:chgData name="Marcello Mariani" userId="1e342699-93ad-4e2e-93b0-0f6a2c00c4b8" providerId="ADAL" clId="{63E3F7FE-4892-4C1D-92A5-2594D5FD81ED}" dt="2025-02-14T09:46:00.715" v="0" actId="47"/>
        <pc:sldMkLst>
          <pc:docMk/>
          <pc:sldMk cId="0" sldId="524"/>
        </pc:sldMkLst>
      </pc:sldChg>
      <pc:sldChg chg="del">
        <pc:chgData name="Marcello Mariani" userId="1e342699-93ad-4e2e-93b0-0f6a2c00c4b8" providerId="ADAL" clId="{63E3F7FE-4892-4C1D-92A5-2594D5FD81ED}" dt="2025-02-14T09:46:00.715" v="0" actId="47"/>
        <pc:sldMkLst>
          <pc:docMk/>
          <pc:sldMk cId="0" sldId="525"/>
        </pc:sldMkLst>
      </pc:sldChg>
      <pc:sldChg chg="del">
        <pc:chgData name="Marcello Mariani" userId="1e342699-93ad-4e2e-93b0-0f6a2c00c4b8" providerId="ADAL" clId="{63E3F7FE-4892-4C1D-92A5-2594D5FD81ED}" dt="2025-02-14T09:46:00.715" v="0" actId="47"/>
        <pc:sldMkLst>
          <pc:docMk/>
          <pc:sldMk cId="0" sldId="526"/>
        </pc:sldMkLst>
      </pc:sldChg>
      <pc:sldChg chg="del">
        <pc:chgData name="Marcello Mariani" userId="1e342699-93ad-4e2e-93b0-0f6a2c00c4b8" providerId="ADAL" clId="{63E3F7FE-4892-4C1D-92A5-2594D5FD81ED}" dt="2025-02-14T09:46:00.715" v="0" actId="47"/>
        <pc:sldMkLst>
          <pc:docMk/>
          <pc:sldMk cId="0" sldId="527"/>
        </pc:sldMkLst>
      </pc:sldChg>
      <pc:sldChg chg="del">
        <pc:chgData name="Marcello Mariani" userId="1e342699-93ad-4e2e-93b0-0f6a2c00c4b8" providerId="ADAL" clId="{63E3F7FE-4892-4C1D-92A5-2594D5FD81ED}" dt="2025-02-14T09:46:00.715" v="0" actId="47"/>
        <pc:sldMkLst>
          <pc:docMk/>
          <pc:sldMk cId="0" sldId="528"/>
        </pc:sldMkLst>
      </pc:sldChg>
      <pc:sldChg chg="del">
        <pc:chgData name="Marcello Mariani" userId="1e342699-93ad-4e2e-93b0-0f6a2c00c4b8" providerId="ADAL" clId="{63E3F7FE-4892-4C1D-92A5-2594D5FD81ED}" dt="2025-02-14T09:46:00.715" v="0" actId="47"/>
        <pc:sldMkLst>
          <pc:docMk/>
          <pc:sldMk cId="0" sldId="529"/>
        </pc:sldMkLst>
      </pc:sldChg>
      <pc:sldChg chg="del">
        <pc:chgData name="Marcello Mariani" userId="1e342699-93ad-4e2e-93b0-0f6a2c00c4b8" providerId="ADAL" clId="{63E3F7FE-4892-4C1D-92A5-2594D5FD81ED}" dt="2025-02-14T09:46:00.715" v="0" actId="47"/>
        <pc:sldMkLst>
          <pc:docMk/>
          <pc:sldMk cId="0" sldId="530"/>
        </pc:sldMkLst>
      </pc:sldChg>
      <pc:sldChg chg="del">
        <pc:chgData name="Marcello Mariani" userId="1e342699-93ad-4e2e-93b0-0f6a2c00c4b8" providerId="ADAL" clId="{63E3F7FE-4892-4C1D-92A5-2594D5FD81ED}" dt="2025-02-14T09:46:00.715" v="0" actId="47"/>
        <pc:sldMkLst>
          <pc:docMk/>
          <pc:sldMk cId="0" sldId="531"/>
        </pc:sldMkLst>
      </pc:sldChg>
      <pc:sldChg chg="del">
        <pc:chgData name="Marcello Mariani" userId="1e342699-93ad-4e2e-93b0-0f6a2c00c4b8" providerId="ADAL" clId="{63E3F7FE-4892-4C1D-92A5-2594D5FD81ED}" dt="2025-02-14T09:46:00.715" v="0" actId="47"/>
        <pc:sldMkLst>
          <pc:docMk/>
          <pc:sldMk cId="0" sldId="532"/>
        </pc:sldMkLst>
      </pc:sldChg>
      <pc:sldChg chg="del">
        <pc:chgData name="Marcello Mariani" userId="1e342699-93ad-4e2e-93b0-0f6a2c00c4b8" providerId="ADAL" clId="{63E3F7FE-4892-4C1D-92A5-2594D5FD81ED}" dt="2025-02-14T09:46:00.715" v="0" actId="47"/>
        <pc:sldMkLst>
          <pc:docMk/>
          <pc:sldMk cId="3708002647" sldId="533"/>
        </pc:sldMkLst>
      </pc:sldChg>
      <pc:sldChg chg="del">
        <pc:chgData name="Marcello Mariani" userId="1e342699-93ad-4e2e-93b0-0f6a2c00c4b8" providerId="ADAL" clId="{63E3F7FE-4892-4C1D-92A5-2594D5FD81ED}" dt="2025-02-14T09:46:00.715" v="0" actId="47"/>
        <pc:sldMkLst>
          <pc:docMk/>
          <pc:sldMk cId="3585019763" sldId="534"/>
        </pc:sldMkLst>
      </pc:sldChg>
      <pc:sldChg chg="del">
        <pc:chgData name="Marcello Mariani" userId="1e342699-93ad-4e2e-93b0-0f6a2c00c4b8" providerId="ADAL" clId="{63E3F7FE-4892-4C1D-92A5-2594D5FD81ED}" dt="2025-02-14T09:46:00.715" v="0" actId="47"/>
        <pc:sldMkLst>
          <pc:docMk/>
          <pc:sldMk cId="2058703662" sldId="535"/>
        </pc:sldMkLst>
      </pc:sldChg>
      <pc:sldChg chg="del">
        <pc:chgData name="Marcello Mariani" userId="1e342699-93ad-4e2e-93b0-0f6a2c00c4b8" providerId="ADAL" clId="{63E3F7FE-4892-4C1D-92A5-2594D5FD81ED}" dt="2025-02-14T09:46:00.715" v="0" actId="47"/>
        <pc:sldMkLst>
          <pc:docMk/>
          <pc:sldMk cId="1145887500" sldId="536"/>
        </pc:sldMkLst>
      </pc:sldChg>
      <pc:sldChg chg="del">
        <pc:chgData name="Marcello Mariani" userId="1e342699-93ad-4e2e-93b0-0f6a2c00c4b8" providerId="ADAL" clId="{63E3F7FE-4892-4C1D-92A5-2594D5FD81ED}" dt="2025-02-14T09:46:00.715" v="0" actId="47"/>
        <pc:sldMkLst>
          <pc:docMk/>
          <pc:sldMk cId="29827348" sldId="537"/>
        </pc:sldMkLst>
      </pc:sldChg>
      <pc:sldChg chg="del">
        <pc:chgData name="Marcello Mariani" userId="1e342699-93ad-4e2e-93b0-0f6a2c00c4b8" providerId="ADAL" clId="{63E3F7FE-4892-4C1D-92A5-2594D5FD81ED}" dt="2025-02-14T09:46:00.715" v="0" actId="47"/>
        <pc:sldMkLst>
          <pc:docMk/>
          <pc:sldMk cId="1004682545" sldId="538"/>
        </pc:sldMkLst>
      </pc:sldChg>
      <pc:sldChg chg="del">
        <pc:chgData name="Marcello Mariani" userId="1e342699-93ad-4e2e-93b0-0f6a2c00c4b8" providerId="ADAL" clId="{63E3F7FE-4892-4C1D-92A5-2594D5FD81ED}" dt="2025-02-14T09:46:00.715" v="0" actId="47"/>
        <pc:sldMkLst>
          <pc:docMk/>
          <pc:sldMk cId="2256299419" sldId="539"/>
        </pc:sldMkLst>
      </pc:sldChg>
      <pc:sldChg chg="del">
        <pc:chgData name="Marcello Mariani" userId="1e342699-93ad-4e2e-93b0-0f6a2c00c4b8" providerId="ADAL" clId="{63E3F7FE-4892-4C1D-92A5-2594D5FD81ED}" dt="2025-02-14T09:46:00.715" v="0" actId="47"/>
        <pc:sldMkLst>
          <pc:docMk/>
          <pc:sldMk cId="3761288312" sldId="540"/>
        </pc:sldMkLst>
      </pc:sldChg>
      <pc:sldChg chg="del">
        <pc:chgData name="Marcello Mariani" userId="1e342699-93ad-4e2e-93b0-0f6a2c00c4b8" providerId="ADAL" clId="{63E3F7FE-4892-4C1D-92A5-2594D5FD81ED}" dt="2025-02-14T09:46:00.715" v="0" actId="47"/>
        <pc:sldMkLst>
          <pc:docMk/>
          <pc:sldMk cId="3333563075" sldId="541"/>
        </pc:sldMkLst>
      </pc:sldChg>
      <pc:sldChg chg="del">
        <pc:chgData name="Marcello Mariani" userId="1e342699-93ad-4e2e-93b0-0f6a2c00c4b8" providerId="ADAL" clId="{63E3F7FE-4892-4C1D-92A5-2594D5FD81ED}" dt="2025-02-14T09:46:00.715" v="0" actId="47"/>
        <pc:sldMkLst>
          <pc:docMk/>
          <pc:sldMk cId="1965812414" sldId="542"/>
        </pc:sldMkLst>
      </pc:sldChg>
      <pc:sldChg chg="del">
        <pc:chgData name="Marcello Mariani" userId="1e342699-93ad-4e2e-93b0-0f6a2c00c4b8" providerId="ADAL" clId="{63E3F7FE-4892-4C1D-92A5-2594D5FD81ED}" dt="2025-02-14T09:46:00.715" v="0" actId="47"/>
        <pc:sldMkLst>
          <pc:docMk/>
          <pc:sldMk cId="1533669414" sldId="543"/>
        </pc:sldMkLst>
      </pc:sldChg>
      <pc:sldChg chg="del">
        <pc:chgData name="Marcello Mariani" userId="1e342699-93ad-4e2e-93b0-0f6a2c00c4b8" providerId="ADAL" clId="{63E3F7FE-4892-4C1D-92A5-2594D5FD81ED}" dt="2025-02-14T09:46:00.715" v="0" actId="47"/>
        <pc:sldMkLst>
          <pc:docMk/>
          <pc:sldMk cId="3043596778" sldId="544"/>
        </pc:sldMkLst>
      </pc:sldChg>
      <pc:sldChg chg="del">
        <pc:chgData name="Marcello Mariani" userId="1e342699-93ad-4e2e-93b0-0f6a2c00c4b8" providerId="ADAL" clId="{63E3F7FE-4892-4C1D-92A5-2594D5FD81ED}" dt="2025-02-14T09:46:00.715" v="0" actId="47"/>
        <pc:sldMkLst>
          <pc:docMk/>
          <pc:sldMk cId="3131932822" sldId="545"/>
        </pc:sldMkLst>
      </pc:sldChg>
      <pc:sldChg chg="del">
        <pc:chgData name="Marcello Mariani" userId="1e342699-93ad-4e2e-93b0-0f6a2c00c4b8" providerId="ADAL" clId="{63E3F7FE-4892-4C1D-92A5-2594D5FD81ED}" dt="2025-02-14T09:46:00.715" v="0" actId="47"/>
        <pc:sldMkLst>
          <pc:docMk/>
          <pc:sldMk cId="3875295791" sldId="546"/>
        </pc:sldMkLst>
      </pc:sldChg>
      <pc:sldChg chg="del">
        <pc:chgData name="Marcello Mariani" userId="1e342699-93ad-4e2e-93b0-0f6a2c00c4b8" providerId="ADAL" clId="{63E3F7FE-4892-4C1D-92A5-2594D5FD81ED}" dt="2025-02-14T09:46:00.715" v="0" actId="47"/>
        <pc:sldMkLst>
          <pc:docMk/>
          <pc:sldMk cId="3702441641" sldId="547"/>
        </pc:sldMkLst>
      </pc:sldChg>
      <pc:sldChg chg="del">
        <pc:chgData name="Marcello Mariani" userId="1e342699-93ad-4e2e-93b0-0f6a2c00c4b8" providerId="ADAL" clId="{63E3F7FE-4892-4C1D-92A5-2594D5FD81ED}" dt="2025-02-14T09:46:00.715" v="0" actId="47"/>
        <pc:sldMkLst>
          <pc:docMk/>
          <pc:sldMk cId="2676786005" sldId="548"/>
        </pc:sldMkLst>
      </pc:sldChg>
      <pc:sldChg chg="del">
        <pc:chgData name="Marcello Mariani" userId="1e342699-93ad-4e2e-93b0-0f6a2c00c4b8" providerId="ADAL" clId="{63E3F7FE-4892-4C1D-92A5-2594D5FD81ED}" dt="2025-02-14T09:46:00.715" v="0" actId="47"/>
        <pc:sldMkLst>
          <pc:docMk/>
          <pc:sldMk cId="4069596705" sldId="549"/>
        </pc:sldMkLst>
      </pc:sldChg>
      <pc:sldChg chg="del">
        <pc:chgData name="Marcello Mariani" userId="1e342699-93ad-4e2e-93b0-0f6a2c00c4b8" providerId="ADAL" clId="{63E3F7FE-4892-4C1D-92A5-2594D5FD81ED}" dt="2025-02-14T09:46:00.715" v="0" actId="47"/>
        <pc:sldMkLst>
          <pc:docMk/>
          <pc:sldMk cId="3765174267" sldId="550"/>
        </pc:sldMkLst>
      </pc:sldChg>
      <pc:sldChg chg="del">
        <pc:chgData name="Marcello Mariani" userId="1e342699-93ad-4e2e-93b0-0f6a2c00c4b8" providerId="ADAL" clId="{63E3F7FE-4892-4C1D-92A5-2594D5FD81ED}" dt="2025-02-14T09:46:00.715" v="0" actId="47"/>
        <pc:sldMkLst>
          <pc:docMk/>
          <pc:sldMk cId="3309162951" sldId="551"/>
        </pc:sldMkLst>
      </pc:sldChg>
      <pc:sldChg chg="del">
        <pc:chgData name="Marcello Mariani" userId="1e342699-93ad-4e2e-93b0-0f6a2c00c4b8" providerId="ADAL" clId="{63E3F7FE-4892-4C1D-92A5-2594D5FD81ED}" dt="2025-02-14T09:46:00.715" v="0" actId="47"/>
        <pc:sldMkLst>
          <pc:docMk/>
          <pc:sldMk cId="3259670105" sldId="552"/>
        </pc:sldMkLst>
      </pc:sldChg>
      <pc:sldChg chg="del">
        <pc:chgData name="Marcello Mariani" userId="1e342699-93ad-4e2e-93b0-0f6a2c00c4b8" providerId="ADAL" clId="{63E3F7FE-4892-4C1D-92A5-2594D5FD81ED}" dt="2025-02-14T09:46:00.715" v="0" actId="47"/>
        <pc:sldMkLst>
          <pc:docMk/>
          <pc:sldMk cId="2136419997" sldId="553"/>
        </pc:sldMkLst>
      </pc:sldChg>
      <pc:sldChg chg="del">
        <pc:chgData name="Marcello Mariani" userId="1e342699-93ad-4e2e-93b0-0f6a2c00c4b8" providerId="ADAL" clId="{63E3F7FE-4892-4C1D-92A5-2594D5FD81ED}" dt="2025-02-14T09:46:00.715" v="0" actId="47"/>
        <pc:sldMkLst>
          <pc:docMk/>
          <pc:sldMk cId="602324665" sldId="554"/>
        </pc:sldMkLst>
      </pc:sldChg>
      <pc:sldChg chg="del">
        <pc:chgData name="Marcello Mariani" userId="1e342699-93ad-4e2e-93b0-0f6a2c00c4b8" providerId="ADAL" clId="{63E3F7FE-4892-4C1D-92A5-2594D5FD81ED}" dt="2025-02-14T09:46:00.715" v="0" actId="47"/>
        <pc:sldMkLst>
          <pc:docMk/>
          <pc:sldMk cId="0" sldId="555"/>
        </pc:sldMkLst>
      </pc:sldChg>
      <pc:sldChg chg="del">
        <pc:chgData name="Marcello Mariani" userId="1e342699-93ad-4e2e-93b0-0f6a2c00c4b8" providerId="ADAL" clId="{63E3F7FE-4892-4C1D-92A5-2594D5FD81ED}" dt="2025-02-14T09:46:00.715" v="0" actId="47"/>
        <pc:sldMkLst>
          <pc:docMk/>
          <pc:sldMk cId="0" sldId="556"/>
        </pc:sldMkLst>
      </pc:sldChg>
      <pc:sldChg chg="del">
        <pc:chgData name="Marcello Mariani" userId="1e342699-93ad-4e2e-93b0-0f6a2c00c4b8" providerId="ADAL" clId="{63E3F7FE-4892-4C1D-92A5-2594D5FD81ED}" dt="2025-02-14T09:46:00.715" v="0" actId="47"/>
        <pc:sldMkLst>
          <pc:docMk/>
          <pc:sldMk cId="0" sldId="557"/>
        </pc:sldMkLst>
      </pc:sldChg>
      <pc:sldChg chg="del">
        <pc:chgData name="Marcello Mariani" userId="1e342699-93ad-4e2e-93b0-0f6a2c00c4b8" providerId="ADAL" clId="{63E3F7FE-4892-4C1D-92A5-2594D5FD81ED}" dt="2025-02-14T09:46:00.715" v="0" actId="47"/>
        <pc:sldMkLst>
          <pc:docMk/>
          <pc:sldMk cId="3917742734" sldId="558"/>
        </pc:sldMkLst>
      </pc:sldChg>
      <pc:sldChg chg="del">
        <pc:chgData name="Marcello Mariani" userId="1e342699-93ad-4e2e-93b0-0f6a2c00c4b8" providerId="ADAL" clId="{63E3F7FE-4892-4C1D-92A5-2594D5FD81ED}" dt="2025-02-14T09:46:00.715" v="0" actId="47"/>
        <pc:sldMkLst>
          <pc:docMk/>
          <pc:sldMk cId="965817222" sldId="559"/>
        </pc:sldMkLst>
      </pc:sldChg>
      <pc:sldChg chg="del">
        <pc:chgData name="Marcello Mariani" userId="1e342699-93ad-4e2e-93b0-0f6a2c00c4b8" providerId="ADAL" clId="{63E3F7FE-4892-4C1D-92A5-2594D5FD81ED}" dt="2025-02-14T09:46:00.715" v="0" actId="47"/>
        <pc:sldMkLst>
          <pc:docMk/>
          <pc:sldMk cId="2959153574" sldId="560"/>
        </pc:sldMkLst>
      </pc:sldChg>
      <pc:sldChg chg="del">
        <pc:chgData name="Marcello Mariani" userId="1e342699-93ad-4e2e-93b0-0f6a2c00c4b8" providerId="ADAL" clId="{63E3F7FE-4892-4C1D-92A5-2594D5FD81ED}" dt="2025-02-14T09:46:00.715" v="0" actId="47"/>
        <pc:sldMkLst>
          <pc:docMk/>
          <pc:sldMk cId="2043592378" sldId="561"/>
        </pc:sldMkLst>
      </pc:sldChg>
      <pc:sldChg chg="del">
        <pc:chgData name="Marcello Mariani" userId="1e342699-93ad-4e2e-93b0-0f6a2c00c4b8" providerId="ADAL" clId="{63E3F7FE-4892-4C1D-92A5-2594D5FD81ED}" dt="2025-02-14T09:46:00.715" v="0" actId="47"/>
        <pc:sldMkLst>
          <pc:docMk/>
          <pc:sldMk cId="0" sldId="562"/>
        </pc:sldMkLst>
      </pc:sldChg>
      <pc:sldChg chg="del">
        <pc:chgData name="Marcello Mariani" userId="1e342699-93ad-4e2e-93b0-0f6a2c00c4b8" providerId="ADAL" clId="{63E3F7FE-4892-4C1D-92A5-2594D5FD81ED}" dt="2025-02-14T09:46:00.715" v="0" actId="47"/>
        <pc:sldMkLst>
          <pc:docMk/>
          <pc:sldMk cId="2939066229" sldId="563"/>
        </pc:sldMkLst>
      </pc:sldChg>
      <pc:sldChg chg="del">
        <pc:chgData name="Marcello Mariani" userId="1e342699-93ad-4e2e-93b0-0f6a2c00c4b8" providerId="ADAL" clId="{63E3F7FE-4892-4C1D-92A5-2594D5FD81ED}" dt="2025-02-14T09:46:00.715" v="0" actId="47"/>
        <pc:sldMkLst>
          <pc:docMk/>
          <pc:sldMk cId="2077857338" sldId="564"/>
        </pc:sldMkLst>
      </pc:sldChg>
      <pc:sldChg chg="del">
        <pc:chgData name="Marcello Mariani" userId="1e342699-93ad-4e2e-93b0-0f6a2c00c4b8" providerId="ADAL" clId="{63E3F7FE-4892-4C1D-92A5-2594D5FD81ED}" dt="2025-02-14T09:46:00.715" v="0" actId="47"/>
        <pc:sldMkLst>
          <pc:docMk/>
          <pc:sldMk cId="0" sldId="565"/>
        </pc:sldMkLst>
      </pc:sldChg>
      <pc:sldChg chg="del">
        <pc:chgData name="Marcello Mariani" userId="1e342699-93ad-4e2e-93b0-0f6a2c00c4b8" providerId="ADAL" clId="{63E3F7FE-4892-4C1D-92A5-2594D5FD81ED}" dt="2025-02-14T09:46:00.715" v="0" actId="47"/>
        <pc:sldMkLst>
          <pc:docMk/>
          <pc:sldMk cId="0" sldId="566"/>
        </pc:sldMkLst>
      </pc:sldChg>
      <pc:sldChg chg="del">
        <pc:chgData name="Marcello Mariani" userId="1e342699-93ad-4e2e-93b0-0f6a2c00c4b8" providerId="ADAL" clId="{63E3F7FE-4892-4C1D-92A5-2594D5FD81ED}" dt="2025-02-14T09:46:00.715" v="0" actId="47"/>
        <pc:sldMkLst>
          <pc:docMk/>
          <pc:sldMk cId="0" sldId="568"/>
        </pc:sldMkLst>
      </pc:sldChg>
      <pc:sldChg chg="del">
        <pc:chgData name="Marcello Mariani" userId="1e342699-93ad-4e2e-93b0-0f6a2c00c4b8" providerId="ADAL" clId="{63E3F7FE-4892-4C1D-92A5-2594D5FD81ED}" dt="2025-02-14T09:46:00.715" v="0" actId="47"/>
        <pc:sldMkLst>
          <pc:docMk/>
          <pc:sldMk cId="0" sldId="569"/>
        </pc:sldMkLst>
      </pc:sldChg>
      <pc:sldChg chg="del">
        <pc:chgData name="Marcello Mariani" userId="1e342699-93ad-4e2e-93b0-0f6a2c00c4b8" providerId="ADAL" clId="{63E3F7FE-4892-4C1D-92A5-2594D5FD81ED}" dt="2025-02-14T09:46:00.715" v="0" actId="47"/>
        <pc:sldMkLst>
          <pc:docMk/>
          <pc:sldMk cId="0" sldId="570"/>
        </pc:sldMkLst>
      </pc:sldChg>
      <pc:sldChg chg="del">
        <pc:chgData name="Marcello Mariani" userId="1e342699-93ad-4e2e-93b0-0f6a2c00c4b8" providerId="ADAL" clId="{63E3F7FE-4892-4C1D-92A5-2594D5FD81ED}" dt="2025-02-14T09:46:00.715" v="0" actId="47"/>
        <pc:sldMkLst>
          <pc:docMk/>
          <pc:sldMk cId="0" sldId="571"/>
        </pc:sldMkLst>
      </pc:sldChg>
      <pc:sldChg chg="del">
        <pc:chgData name="Marcello Mariani" userId="1e342699-93ad-4e2e-93b0-0f6a2c00c4b8" providerId="ADAL" clId="{63E3F7FE-4892-4C1D-92A5-2594D5FD81ED}" dt="2025-02-14T09:46:00.715" v="0" actId="47"/>
        <pc:sldMkLst>
          <pc:docMk/>
          <pc:sldMk cId="3533753009" sldId="572"/>
        </pc:sldMkLst>
      </pc:sldChg>
      <pc:sldMasterChg chg="delSldLayout">
        <pc:chgData name="Marcello Mariani" userId="1e342699-93ad-4e2e-93b0-0f6a2c00c4b8" providerId="ADAL" clId="{63E3F7FE-4892-4C1D-92A5-2594D5FD81ED}" dt="2025-02-14T09:46:00.715" v="0" actId="47"/>
        <pc:sldMasterMkLst>
          <pc:docMk/>
          <pc:sldMasterMk cId="1404919433" sldId="2147483648"/>
        </pc:sldMasterMkLst>
        <pc:sldLayoutChg chg="del">
          <pc:chgData name="Marcello Mariani" userId="1e342699-93ad-4e2e-93b0-0f6a2c00c4b8" providerId="ADAL" clId="{63E3F7FE-4892-4C1D-92A5-2594D5FD81ED}" dt="2025-02-14T09:46:00.715" v="0" actId="47"/>
          <pc:sldLayoutMkLst>
            <pc:docMk/>
            <pc:sldMasterMk cId="1404919433" sldId="2147483648"/>
            <pc:sldLayoutMk cId="2088125603" sldId="2147483751"/>
          </pc:sldLayoutMkLst>
        </pc:sldLayoutChg>
        <pc:sldLayoutChg chg="del">
          <pc:chgData name="Marcello Mariani" userId="1e342699-93ad-4e2e-93b0-0f6a2c00c4b8" providerId="ADAL" clId="{63E3F7FE-4892-4C1D-92A5-2594D5FD81ED}" dt="2025-02-14T09:46:00.715" v="0" actId="47"/>
          <pc:sldLayoutMkLst>
            <pc:docMk/>
            <pc:sldMasterMk cId="1404919433" sldId="2147483648"/>
            <pc:sldLayoutMk cId="3688322770" sldId="214748375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9789E450-E2F0-170C-F803-5106DDD41B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664834E-87C2-45D4-B0D7-8E9078011BF3}" type="slidenum">
              <a:rPr lang="en-US" altLang="en-US" sz="1300">
                <a:ea typeface="MS PGothic" panose="020B0600070205080204" pitchFamily="34" charset="-128"/>
              </a:rPr>
              <a:pPr>
                <a:spcBef>
                  <a:spcPct val="0"/>
                </a:spcBef>
              </a:pPr>
              <a:t>1</a:t>
            </a:fld>
            <a:endParaRPr lang="en-US" altLang="en-US" sz="1300">
              <a:ea typeface="MS PGothic" panose="020B0600070205080204" pitchFamily="34" charset="-128"/>
            </a:endParaRPr>
          </a:p>
        </p:txBody>
      </p:sp>
      <p:sp>
        <p:nvSpPr>
          <p:cNvPr id="10243" name="Rectangle 2">
            <a:extLst>
              <a:ext uri="{FF2B5EF4-FFF2-40B4-BE49-F238E27FC236}">
                <a16:creationId xmlns:a16="http://schemas.microsoft.com/office/drawing/2014/main" id="{CF0CE544-5AEF-D4D8-9DDD-BD730512527F}"/>
              </a:ext>
            </a:extLst>
          </p:cNvPr>
          <p:cNvSpPr>
            <a:spLocks noGrp="1" noRot="1" noChangeAspect="1" noChangeArrowheads="1" noTextEdit="1"/>
          </p:cNvSpPr>
          <p:nvPr>
            <p:ph type="sldImg"/>
          </p:nvPr>
        </p:nvSpPr>
        <p:spPr>
          <a:xfrm>
            <a:off x="992188" y="768350"/>
            <a:ext cx="5114925" cy="3836988"/>
          </a:xfrm>
          <a:ln/>
        </p:spPr>
      </p:sp>
      <p:sp>
        <p:nvSpPr>
          <p:cNvPr id="10244" name="Rectangle 3">
            <a:extLst>
              <a:ext uri="{FF2B5EF4-FFF2-40B4-BE49-F238E27FC236}">
                <a16:creationId xmlns:a16="http://schemas.microsoft.com/office/drawing/2014/main" id="{1D3EB3DF-B04C-BFD6-64DB-FA0F3DB46E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D085EB42-AFA3-E3D9-B8B8-EFA607FAC9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7EDBA6C-C6E1-447A-BDD6-E65CDA1EE564}" type="slidenum">
              <a:rPr lang="en-US" altLang="en-US" sz="1300">
                <a:ea typeface="MS PGothic" panose="020B0600070205080204" pitchFamily="34" charset="-128"/>
              </a:rPr>
              <a:pPr>
                <a:spcBef>
                  <a:spcPct val="0"/>
                </a:spcBef>
              </a:pPr>
              <a:t>6</a:t>
            </a:fld>
            <a:endParaRPr lang="en-US" altLang="en-US" sz="1300">
              <a:ea typeface="MS PGothic" panose="020B0600070205080204" pitchFamily="34" charset="-128"/>
            </a:endParaRPr>
          </a:p>
        </p:txBody>
      </p:sp>
      <p:sp>
        <p:nvSpPr>
          <p:cNvPr id="16387" name="Rectangle 2">
            <a:extLst>
              <a:ext uri="{FF2B5EF4-FFF2-40B4-BE49-F238E27FC236}">
                <a16:creationId xmlns:a16="http://schemas.microsoft.com/office/drawing/2014/main" id="{604E9056-7408-E0D6-B160-DBBBC340595C}"/>
              </a:ext>
            </a:extLst>
          </p:cNvPr>
          <p:cNvSpPr>
            <a:spLocks noGrp="1" noRot="1" noChangeAspect="1" noChangeArrowheads="1" noTextEdit="1"/>
          </p:cNvSpPr>
          <p:nvPr>
            <p:ph type="sldImg"/>
          </p:nvPr>
        </p:nvSpPr>
        <p:spPr>
          <a:xfrm>
            <a:off x="1025525" y="814388"/>
            <a:ext cx="5097463" cy="3822700"/>
          </a:xfrm>
          <a:ln/>
        </p:spPr>
      </p:sp>
      <p:sp>
        <p:nvSpPr>
          <p:cNvPr id="16388" name="Rectangle 3">
            <a:extLst>
              <a:ext uri="{FF2B5EF4-FFF2-40B4-BE49-F238E27FC236}">
                <a16:creationId xmlns:a16="http://schemas.microsoft.com/office/drawing/2014/main" id="{F111625B-0632-33F1-D8E3-4FC33B197940}"/>
              </a:ext>
            </a:extLst>
          </p:cNvPr>
          <p:cNvSpPr>
            <a:spLocks noGrp="1" noChangeArrowheads="1"/>
          </p:cNvSpPr>
          <p:nvPr>
            <p:ph type="body" idx="1"/>
          </p:nvPr>
        </p:nvSpPr>
        <p:spPr>
          <a:xfrm>
            <a:off x="933450" y="4867275"/>
            <a:ext cx="5213350" cy="46339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it-IT" altLang="en-US">
                <a:latin typeface="Arial" panose="020B0604020202020204" pitchFamily="34" charset="0"/>
              </a:rPr>
              <a:t>Questo e’ un elenco di chimiche che si possono utilizzare per attaccare vari materiali. Ad esempio, si vede che l’ossido di silicio puo’ essere attaccato dall’acido fluoridrico, oppure da acido fluoridrico tamponato con ammonio fluoruro. Il nitruro puo’ attaccare con l’acido fluoridrico oppure con l’acido fosforico.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46D7677-63F1-CF92-3BCD-97A64D929C25}"/>
              </a:ext>
            </a:extLst>
          </p:cNvPr>
          <p:cNvSpPr>
            <a:spLocks noGrp="1" noChangeArrowheads="1"/>
          </p:cNvSpPr>
          <p:nvPr>
            <p:ph type="sldNum" sz="quarter" idx="10"/>
          </p:nvPr>
        </p:nvSpPr>
        <p:spPr>
          <a:ln/>
        </p:spPr>
        <p:txBody>
          <a:bodyPr/>
          <a:lstStyle>
            <a:lvl1pPr>
              <a:defRPr/>
            </a:lvl1pPr>
          </a:lstStyle>
          <a:p>
            <a:pPr>
              <a:defRPr/>
            </a:pPr>
            <a:r>
              <a:rPr lang="en-US" altLang="en-US"/>
              <a:t>Page </a:t>
            </a:r>
            <a:fld id="{3B01E32D-BEBC-41EB-9F8F-DEB8F9096421}" type="slidenum">
              <a:rPr lang="en-US" altLang="en-US" smtClean="0"/>
              <a:pPr>
                <a:defRPr/>
              </a:pPr>
              <a:t>‹#›</a:t>
            </a:fld>
            <a:endParaRPr lang="en-US" altLang="en-US"/>
          </a:p>
        </p:txBody>
      </p:sp>
    </p:spTree>
    <p:extLst>
      <p:ext uri="{BB962C8B-B14F-4D97-AF65-F5344CB8AC3E}">
        <p14:creationId xmlns:p14="http://schemas.microsoft.com/office/powerpoint/2010/main" val="4433757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emf"/><Relationship Id="rId1" Type="http://schemas.openxmlformats.org/officeDocument/2006/relationships/slideLayout" Target="../slideLayouts/slideLayout48.xml"/><Relationship Id="rId5" Type="http://schemas.openxmlformats.org/officeDocument/2006/relationships/image" Target="../media/image12.png"/><Relationship Id="rId4" Type="http://schemas.openxmlformats.org/officeDocument/2006/relationships/image" Target="../media/image1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4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48.xml"/><Relationship Id="rId5" Type="http://schemas.openxmlformats.org/officeDocument/2006/relationships/image" Target="../media/image17.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4.bin"/><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5.bin"/><Relationship Id="rId1" Type="http://schemas.openxmlformats.org/officeDocument/2006/relationships/slideLayout" Target="../slideLayouts/slideLayout48.xml"/><Relationship Id="rId4" Type="http://schemas.openxmlformats.org/officeDocument/2006/relationships/image" Target="../media/image20.wmf"/></Relationships>
</file>

<file path=ppt/slides/_rels/slide12.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6.bin"/><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7.bin"/><Relationship Id="rId1" Type="http://schemas.openxmlformats.org/officeDocument/2006/relationships/slideLayout" Target="../slideLayouts/slideLayout48.xml"/><Relationship Id="rId5" Type="http://schemas.openxmlformats.org/officeDocument/2006/relationships/image" Target="../media/image24.wmf"/><Relationship Id="rId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9.bin"/><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48.xml"/><Relationship Id="rId5" Type="http://schemas.openxmlformats.org/officeDocument/2006/relationships/image" Target="../media/image17.wmf"/><Relationship Id="rId4"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2.bin"/><Relationship Id="rId1" Type="http://schemas.openxmlformats.org/officeDocument/2006/relationships/slideLayout" Target="../slideLayouts/slideLayout48.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8.xml"/></Relationships>
</file>

<file path=ppt/slides/_rels/slide2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3.bin"/><Relationship Id="rId1" Type="http://schemas.openxmlformats.org/officeDocument/2006/relationships/slideLayout" Target="../slideLayouts/slideLayout48.xml"/></Relationships>
</file>

<file path=ppt/slides/_rels/slide26.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14.bin"/><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15.bin"/><Relationship Id="rId1" Type="http://schemas.openxmlformats.org/officeDocument/2006/relationships/slideLayout" Target="../slideLayouts/slideLayout4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16.bin"/><Relationship Id="rId1" Type="http://schemas.openxmlformats.org/officeDocument/2006/relationships/slideLayout" Target="../slideLayouts/slideLayout48.xml"/><Relationship Id="rId5" Type="http://schemas.openxmlformats.org/officeDocument/2006/relationships/image" Target="../media/image35.wmf"/><Relationship Id="rId4" Type="http://schemas.openxmlformats.org/officeDocument/2006/relationships/oleObject" Target="../embeddings/oleObject17.bin"/></Relationships>
</file>

<file path=ppt/slides/_rels/slide32.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8.bin"/><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19.bin"/><Relationship Id="rId1" Type="http://schemas.openxmlformats.org/officeDocument/2006/relationships/slideLayout" Target="../slideLayouts/slideLayout48.xml"/><Relationship Id="rId5" Type="http://schemas.openxmlformats.org/officeDocument/2006/relationships/image" Target="../media/image38.wmf"/><Relationship Id="rId4" Type="http://schemas.openxmlformats.org/officeDocument/2006/relationships/oleObject" Target="../embeddings/oleObject20.bin"/></Relationships>
</file>

<file path=ppt/slides/_rels/slide34.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21.bin"/><Relationship Id="rId1" Type="http://schemas.openxmlformats.org/officeDocument/2006/relationships/slideLayout" Target="../slideLayouts/slideLayout48.xml"/><Relationship Id="rId5" Type="http://schemas.openxmlformats.org/officeDocument/2006/relationships/image" Target="../media/image40.wmf"/><Relationship Id="rId4" Type="http://schemas.openxmlformats.org/officeDocument/2006/relationships/oleObject" Target="../embeddings/oleObject22.bin"/></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12">
            <a:extLst>
              <a:ext uri="{FF2B5EF4-FFF2-40B4-BE49-F238E27FC236}">
                <a16:creationId xmlns:a16="http://schemas.microsoft.com/office/drawing/2014/main" id="{5719D0C6-61DC-B733-25CF-D0929674400F}"/>
              </a:ext>
            </a:extLst>
          </p:cNvPr>
          <p:cNvSpPr>
            <a:spLocks noGrp="1" noChangeArrowheads="1"/>
          </p:cNvSpPr>
          <p:nvPr>
            <p:ph type="ctrTitle"/>
          </p:nvPr>
        </p:nvSpPr>
        <p:spPr/>
        <p:txBody>
          <a:bodyPr/>
          <a:lstStyle/>
          <a:p>
            <a:pPr eaLnBrk="1" hangingPunct="1"/>
            <a:r>
              <a:rPr lang="en-US" altLang="en-US"/>
              <a:t>Etching</a:t>
            </a:r>
          </a:p>
        </p:txBody>
      </p:sp>
      <p:sp>
        <p:nvSpPr>
          <p:cNvPr id="3" name="Subtitle 2">
            <a:extLst>
              <a:ext uri="{FF2B5EF4-FFF2-40B4-BE49-F238E27FC236}">
                <a16:creationId xmlns:a16="http://schemas.microsoft.com/office/drawing/2014/main" id="{4204CB6C-711D-053D-2968-F772E4E320ED}"/>
              </a:ext>
            </a:extLst>
          </p:cNvPr>
          <p:cNvSpPr>
            <a:spLocks noGrp="1"/>
          </p:cNvSpPr>
          <p:nvPr>
            <p:ph type="subTitle" idx="1"/>
          </p:nvPr>
        </p:nvSpPr>
        <p:spPr/>
        <p:txBody>
          <a:bodyPr/>
          <a:lstStyle/>
          <a:p>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FB5A7C89-66E6-420C-9A04-8B961E2C940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771C972-5935-484C-BDAF-31B61E5BFAD5}" type="slidenum">
              <a:rPr lang="en-US" altLang="en-US" sz="800"/>
              <a:pPr>
                <a:lnSpc>
                  <a:spcPct val="100000"/>
                </a:lnSpc>
                <a:spcBef>
                  <a:spcPct val="0"/>
                </a:spcBef>
                <a:buClr>
                  <a:srgbClr val="F68933"/>
                </a:buClr>
                <a:buFontTx/>
                <a:buNone/>
              </a:pPr>
              <a:t>2</a:t>
            </a:fld>
            <a:endParaRPr lang="en-US" altLang="en-US" sz="800"/>
          </a:p>
        </p:txBody>
      </p:sp>
      <p:sp>
        <p:nvSpPr>
          <p:cNvPr id="11267" name="Rectangle 2">
            <a:extLst>
              <a:ext uri="{FF2B5EF4-FFF2-40B4-BE49-F238E27FC236}">
                <a16:creationId xmlns:a16="http://schemas.microsoft.com/office/drawing/2014/main" id="{963944BF-CEB7-1F39-C1AD-849F74AA6908}"/>
              </a:ext>
            </a:extLst>
          </p:cNvPr>
          <p:cNvSpPr>
            <a:spLocks noGrp="1" noChangeArrowheads="1"/>
          </p:cNvSpPr>
          <p:nvPr>
            <p:ph type="title"/>
          </p:nvPr>
        </p:nvSpPr>
        <p:spPr/>
        <p:txBody>
          <a:bodyPr/>
          <a:lstStyle/>
          <a:p>
            <a:pPr eaLnBrk="1" hangingPunct="1"/>
            <a:r>
              <a:rPr lang="en-US" altLang="en-US"/>
              <a:t>Introduction</a:t>
            </a:r>
          </a:p>
        </p:txBody>
      </p:sp>
      <p:sp>
        <p:nvSpPr>
          <p:cNvPr id="11268" name="Rectangle 3">
            <a:extLst>
              <a:ext uri="{FF2B5EF4-FFF2-40B4-BE49-F238E27FC236}">
                <a16:creationId xmlns:a16="http://schemas.microsoft.com/office/drawing/2014/main" id="{49FFCDF2-2999-3792-980A-224393DF5759}"/>
              </a:ext>
            </a:extLst>
          </p:cNvPr>
          <p:cNvSpPr>
            <a:spLocks noGrp="1" noChangeArrowheads="1"/>
          </p:cNvSpPr>
          <p:nvPr>
            <p:ph type="body" idx="1"/>
          </p:nvPr>
        </p:nvSpPr>
        <p:spPr>
          <a:xfrm>
            <a:off x="1893889" y="1165225"/>
            <a:ext cx="8402637" cy="4114800"/>
          </a:xfrm>
        </p:spPr>
        <p:txBody>
          <a:bodyPr/>
          <a:lstStyle/>
          <a:p>
            <a:pPr eaLnBrk="1" hangingPunct="1"/>
            <a:r>
              <a:rPr lang="en-US" altLang="en-US"/>
              <a:t>After thin films are deposited, they are usually removed from the wafer surface to form the desired pattern.</a:t>
            </a:r>
          </a:p>
          <a:p>
            <a:pPr eaLnBrk="1" hangingPunct="1"/>
            <a:r>
              <a:rPr lang="en-US" altLang="en-US"/>
              <a:t>Sometimes the silicon substrates is patterned too</a:t>
            </a:r>
          </a:p>
          <a:p>
            <a:pPr eaLnBrk="1" hangingPunct="1"/>
            <a:r>
              <a:rPr lang="en-US" altLang="en-US"/>
              <a:t>After patterning photo resist and/or hard masks are etched away form the entire wafer</a:t>
            </a:r>
          </a:p>
          <a:p>
            <a:pPr eaLnBrk="1" hangingPunct="1"/>
            <a:r>
              <a:rPr lang="en-US" altLang="en-US"/>
              <a:t>Etching can be performed in wet or dry (plasma) environment</a:t>
            </a:r>
          </a:p>
          <a:p>
            <a:pPr lvl="1" eaLnBrk="1" hangingPunct="1"/>
            <a:endParaRPr lang="en-US" altLang="en-US"/>
          </a:p>
        </p:txBody>
      </p:sp>
      <p:graphicFrame>
        <p:nvGraphicFramePr>
          <p:cNvPr id="11269" name="Object 4">
            <a:extLst>
              <a:ext uri="{FF2B5EF4-FFF2-40B4-BE49-F238E27FC236}">
                <a16:creationId xmlns:a16="http://schemas.microsoft.com/office/drawing/2014/main" id="{6E11D80F-7923-63FC-3C59-ADA0FFCEE52A}"/>
              </a:ext>
            </a:extLst>
          </p:cNvPr>
          <p:cNvGraphicFramePr>
            <a:graphicFrameLocks noChangeAspect="1"/>
          </p:cNvGraphicFramePr>
          <p:nvPr/>
        </p:nvGraphicFramePr>
        <p:xfrm>
          <a:off x="3529013" y="3830638"/>
          <a:ext cx="4729162" cy="2590800"/>
        </p:xfrm>
        <a:graphic>
          <a:graphicData uri="http://schemas.openxmlformats.org/presentationml/2006/ole">
            <mc:AlternateContent xmlns:mc="http://schemas.openxmlformats.org/markup-compatibility/2006">
              <mc:Choice xmlns:v="urn:schemas-microsoft-com:vml" Requires="v">
                <p:oleObj name="Document" r:id="rId2" imgW="5486400" imgH="3297936" progId="Word.Document.8">
                  <p:embed/>
                </p:oleObj>
              </mc:Choice>
              <mc:Fallback>
                <p:oleObj name="Document" r:id="rId2" imgW="5486400" imgH="3297936" progId="Word.Document.8">
                  <p:embed/>
                  <p:pic>
                    <p:nvPicPr>
                      <p:cNvPr id="11269" name="Object 4">
                        <a:extLst>
                          <a:ext uri="{FF2B5EF4-FFF2-40B4-BE49-F238E27FC236}">
                            <a16:creationId xmlns:a16="http://schemas.microsoft.com/office/drawing/2014/main" id="{6E11D80F-7923-63FC-3C59-ADA0FFCEE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9013" y="3830638"/>
                        <a:ext cx="4729162" cy="259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a:extLst>
              <a:ext uri="{FF2B5EF4-FFF2-40B4-BE49-F238E27FC236}">
                <a16:creationId xmlns:a16="http://schemas.microsoft.com/office/drawing/2014/main" id="{3147EDFF-D3CC-94BE-3B62-9008BE19A6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F64FF2F-F3A7-4F00-9F55-84AE38D03510}" type="slidenum">
              <a:rPr lang="en-US" altLang="en-US" sz="800"/>
              <a:pPr>
                <a:lnSpc>
                  <a:spcPct val="100000"/>
                </a:lnSpc>
                <a:spcBef>
                  <a:spcPct val="0"/>
                </a:spcBef>
                <a:buClr>
                  <a:srgbClr val="F68933"/>
                </a:buClr>
                <a:buFontTx/>
                <a:buNone/>
              </a:pPr>
              <a:t>3</a:t>
            </a:fld>
            <a:endParaRPr lang="en-US" altLang="en-US" sz="800"/>
          </a:p>
        </p:txBody>
      </p:sp>
      <p:sp>
        <p:nvSpPr>
          <p:cNvPr id="12291" name="Rectangle 2">
            <a:extLst>
              <a:ext uri="{FF2B5EF4-FFF2-40B4-BE49-F238E27FC236}">
                <a16:creationId xmlns:a16="http://schemas.microsoft.com/office/drawing/2014/main" id="{FE6DFFFF-4CBB-5151-62CC-07871585A524}"/>
              </a:ext>
            </a:extLst>
          </p:cNvPr>
          <p:cNvSpPr>
            <a:spLocks noGrp="1" noChangeArrowheads="1"/>
          </p:cNvSpPr>
          <p:nvPr>
            <p:ph type="title"/>
          </p:nvPr>
        </p:nvSpPr>
        <p:spPr/>
        <p:txBody>
          <a:bodyPr/>
          <a:lstStyle/>
          <a:p>
            <a:pPr eaLnBrk="1" hangingPunct="1"/>
            <a:r>
              <a:rPr lang="en-US" altLang="en-US"/>
              <a:t>Etch parameters/requirements</a:t>
            </a:r>
          </a:p>
        </p:txBody>
      </p:sp>
      <p:sp>
        <p:nvSpPr>
          <p:cNvPr id="12292" name="Rectangle 3">
            <a:extLst>
              <a:ext uri="{FF2B5EF4-FFF2-40B4-BE49-F238E27FC236}">
                <a16:creationId xmlns:a16="http://schemas.microsoft.com/office/drawing/2014/main" id="{D971124F-6711-7722-6C14-AE843835F733}"/>
              </a:ext>
            </a:extLst>
          </p:cNvPr>
          <p:cNvSpPr>
            <a:spLocks noGrp="1" noChangeArrowheads="1"/>
          </p:cNvSpPr>
          <p:nvPr>
            <p:ph type="body" idx="1"/>
          </p:nvPr>
        </p:nvSpPr>
        <p:spPr/>
        <p:txBody>
          <a:bodyPr/>
          <a:lstStyle/>
          <a:p>
            <a:pPr eaLnBrk="1" hangingPunct="1"/>
            <a:r>
              <a:rPr lang="en-US" altLang="en-US" sz="2000" b="1"/>
              <a:t>Etch rate</a:t>
            </a:r>
          </a:p>
          <a:p>
            <a:pPr lvl="1" eaLnBrk="1" hangingPunct="1"/>
            <a:r>
              <a:rPr lang="en-US" altLang="en-US"/>
              <a:t>Amount of material removed per unit time </a:t>
            </a:r>
          </a:p>
          <a:p>
            <a:pPr eaLnBrk="1" hangingPunct="1"/>
            <a:r>
              <a:rPr lang="en-US" altLang="en-US" sz="2000" b="1"/>
              <a:t>Selectivity</a:t>
            </a:r>
          </a:p>
          <a:p>
            <a:pPr lvl="1" eaLnBrk="1" hangingPunct="1"/>
            <a:r>
              <a:rPr lang="en-US" altLang="en-US"/>
              <a:t>Ratio of the etch rates of different materials</a:t>
            </a:r>
          </a:p>
          <a:p>
            <a:pPr lvl="1" eaLnBrk="1" hangingPunct="1"/>
            <a:r>
              <a:rPr lang="en-US" altLang="en-US"/>
              <a:t>Mask and materials underneath the film to be patterned must be preserved</a:t>
            </a:r>
          </a:p>
          <a:p>
            <a:pPr eaLnBrk="1" hangingPunct="1"/>
            <a:r>
              <a:rPr lang="en-US" altLang="en-US" sz="2000" b="1"/>
              <a:t>Anisotropy</a:t>
            </a:r>
          </a:p>
          <a:p>
            <a:pPr lvl="1" eaLnBrk="1" hangingPunct="1"/>
            <a:r>
              <a:rPr lang="en-US" altLang="en-US"/>
              <a:t>Vertical etch rate/horizontal etch rate</a:t>
            </a:r>
          </a:p>
          <a:p>
            <a:pPr lvl="1" eaLnBrk="1" hangingPunct="1"/>
            <a:r>
              <a:rPr lang="en-US" altLang="en-US"/>
              <a:t>A certain degree of anisotropy is often needed: features patterned on photo resist must be reproduced into the underlying film</a:t>
            </a:r>
          </a:p>
          <a:p>
            <a:pPr lvl="1" eaLnBrk="1" hangingPunct="1"/>
            <a:r>
              <a:rPr lang="en-US" altLang="en-US"/>
              <a:t>Structures profile shape must be accurately controlled.</a:t>
            </a:r>
          </a:p>
          <a:p>
            <a:pPr eaLnBrk="1" hangingPunct="1"/>
            <a:r>
              <a:rPr lang="en-US" altLang="en-US" sz="2000" b="1"/>
              <a:t>Uniformity</a:t>
            </a:r>
          </a:p>
          <a:p>
            <a:pPr eaLnBrk="1" hangingPunct="1"/>
            <a:endParaRPr lang="en-US" altLang="en-US" sz="20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013D7F10-B807-3135-214A-801A895B97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D276D360-888C-4017-A5F3-CA2786F69ADA}" type="slidenum">
              <a:rPr lang="en-US" altLang="en-US" sz="800"/>
              <a:pPr>
                <a:lnSpc>
                  <a:spcPct val="100000"/>
                </a:lnSpc>
                <a:spcBef>
                  <a:spcPct val="0"/>
                </a:spcBef>
                <a:buClr>
                  <a:srgbClr val="F68933"/>
                </a:buClr>
                <a:buFontTx/>
                <a:buNone/>
              </a:pPr>
              <a:t>4</a:t>
            </a:fld>
            <a:endParaRPr lang="en-US" altLang="en-US" sz="800"/>
          </a:p>
        </p:txBody>
      </p:sp>
      <p:sp>
        <p:nvSpPr>
          <p:cNvPr id="13315" name="Rectangle 2">
            <a:extLst>
              <a:ext uri="{FF2B5EF4-FFF2-40B4-BE49-F238E27FC236}">
                <a16:creationId xmlns:a16="http://schemas.microsoft.com/office/drawing/2014/main" id="{EBD0DA53-509C-CA01-9916-AFAE91CB0478}"/>
              </a:ext>
            </a:extLst>
          </p:cNvPr>
          <p:cNvSpPr>
            <a:spLocks noGrp="1" noChangeArrowheads="1"/>
          </p:cNvSpPr>
          <p:nvPr>
            <p:ph type="title"/>
          </p:nvPr>
        </p:nvSpPr>
        <p:spPr/>
        <p:txBody>
          <a:bodyPr/>
          <a:lstStyle/>
          <a:p>
            <a:pPr eaLnBrk="1" hangingPunct="1"/>
            <a:r>
              <a:rPr lang="en-US" altLang="en-US"/>
              <a:t>Wet etching</a:t>
            </a:r>
          </a:p>
        </p:txBody>
      </p:sp>
      <p:sp>
        <p:nvSpPr>
          <p:cNvPr id="13316" name="Rectangle 3">
            <a:extLst>
              <a:ext uri="{FF2B5EF4-FFF2-40B4-BE49-F238E27FC236}">
                <a16:creationId xmlns:a16="http://schemas.microsoft.com/office/drawing/2014/main" id="{DAD6CDEC-22FF-D959-E073-A9DD3643D5DC}"/>
              </a:ext>
            </a:extLst>
          </p:cNvPr>
          <p:cNvSpPr>
            <a:spLocks noGrp="1" noChangeArrowheads="1"/>
          </p:cNvSpPr>
          <p:nvPr>
            <p:ph type="body" idx="1"/>
          </p:nvPr>
        </p:nvSpPr>
        <p:spPr>
          <a:xfrm>
            <a:off x="1879600" y="1158875"/>
            <a:ext cx="8402638" cy="4114800"/>
          </a:xfrm>
        </p:spPr>
        <p:txBody>
          <a:bodyPr/>
          <a:lstStyle/>
          <a:p>
            <a:pPr eaLnBrk="1" hangingPunct="1"/>
            <a:r>
              <a:rPr lang="en-US" altLang="en-US"/>
              <a:t>Wet chemical etchants are used</a:t>
            </a:r>
          </a:p>
          <a:p>
            <a:pPr eaLnBrk="1" hangingPunct="1"/>
            <a:r>
              <a:rPr lang="en-US" altLang="en-US"/>
              <a:t>Wafers are immersed into baths or sprayed with chemicals</a:t>
            </a:r>
          </a:p>
        </p:txBody>
      </p:sp>
      <p:pic>
        <p:nvPicPr>
          <p:cNvPr id="13317" name="Picture 16">
            <a:extLst>
              <a:ext uri="{FF2B5EF4-FFF2-40B4-BE49-F238E27FC236}">
                <a16:creationId xmlns:a16="http://schemas.microsoft.com/office/drawing/2014/main" id="{9B508E63-3EA9-E9BB-2B83-E85F3B6736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364" y="3429000"/>
            <a:ext cx="4465637"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3318" name="Picture 17">
            <a:extLst>
              <a:ext uri="{FF2B5EF4-FFF2-40B4-BE49-F238E27FC236}">
                <a16:creationId xmlns:a16="http://schemas.microsoft.com/office/drawing/2014/main" id="{DA956618-5266-5F2C-61E5-C0D74704A668}"/>
              </a:ext>
            </a:extLst>
          </p:cNvPr>
          <p:cNvPicPr>
            <a:picLocks noChangeAspect="1" noChangeArrowheads="1"/>
          </p:cNvPicPr>
          <p:nvPr/>
        </p:nvPicPr>
        <p:blipFill>
          <a:blip r:embed="rId3">
            <a:lum bright="24000"/>
            <a:extLst>
              <a:ext uri="{28A0092B-C50C-407E-A947-70E740481C1C}">
                <a14:useLocalDpi xmlns:a14="http://schemas.microsoft.com/office/drawing/2010/main" val="0"/>
              </a:ext>
            </a:extLst>
          </a:blip>
          <a:srcRect/>
          <a:stretch>
            <a:fillRect/>
          </a:stretch>
        </p:blipFill>
        <p:spPr bwMode="auto">
          <a:xfrm>
            <a:off x="6270625" y="3030538"/>
            <a:ext cx="4229100" cy="332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3319" name="Picture 18">
            <a:extLst>
              <a:ext uri="{FF2B5EF4-FFF2-40B4-BE49-F238E27FC236}">
                <a16:creationId xmlns:a16="http://schemas.microsoft.com/office/drawing/2014/main" id="{AD328F23-D1E9-9C5E-B8B6-8F23B1CA31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2333625"/>
            <a:ext cx="2206625"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3320" name="Picture 19">
            <a:extLst>
              <a:ext uri="{FF2B5EF4-FFF2-40B4-BE49-F238E27FC236}">
                <a16:creationId xmlns:a16="http://schemas.microsoft.com/office/drawing/2014/main" id="{7BBD1902-F379-9AAE-1A91-ED65DE66D5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66138" y="2432050"/>
            <a:ext cx="2201862"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074C25FF-AE4F-2578-44F7-71B5F41DC34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D5E6152A-1EF7-4F1D-994A-B62393D9CC8B}" type="slidenum">
              <a:rPr lang="en-US" altLang="en-US" sz="800"/>
              <a:pPr>
                <a:lnSpc>
                  <a:spcPct val="100000"/>
                </a:lnSpc>
                <a:spcBef>
                  <a:spcPct val="0"/>
                </a:spcBef>
                <a:buClr>
                  <a:srgbClr val="F68933"/>
                </a:buClr>
                <a:buFontTx/>
                <a:buNone/>
              </a:pPr>
              <a:t>5</a:t>
            </a:fld>
            <a:endParaRPr lang="en-US" altLang="en-US" sz="800"/>
          </a:p>
        </p:txBody>
      </p:sp>
      <p:sp>
        <p:nvSpPr>
          <p:cNvPr id="14339" name="Rectangle 2">
            <a:extLst>
              <a:ext uri="{FF2B5EF4-FFF2-40B4-BE49-F238E27FC236}">
                <a16:creationId xmlns:a16="http://schemas.microsoft.com/office/drawing/2014/main" id="{AC9B2159-3B82-35D3-369A-2C98A9C5B6EE}"/>
              </a:ext>
            </a:extLst>
          </p:cNvPr>
          <p:cNvSpPr>
            <a:spLocks noGrp="1" noChangeArrowheads="1"/>
          </p:cNvSpPr>
          <p:nvPr>
            <p:ph type="title"/>
          </p:nvPr>
        </p:nvSpPr>
        <p:spPr/>
        <p:txBody>
          <a:bodyPr/>
          <a:lstStyle/>
          <a:p>
            <a:pPr eaLnBrk="1" hangingPunct="1"/>
            <a:r>
              <a:rPr lang="en-US" altLang="en-US"/>
              <a:t>Wet etching</a:t>
            </a:r>
          </a:p>
        </p:txBody>
      </p:sp>
      <p:sp>
        <p:nvSpPr>
          <p:cNvPr id="14340" name="Rectangle 3">
            <a:extLst>
              <a:ext uri="{FF2B5EF4-FFF2-40B4-BE49-F238E27FC236}">
                <a16:creationId xmlns:a16="http://schemas.microsoft.com/office/drawing/2014/main" id="{A74E98FE-52A6-C1F6-65EC-8A60822E1190}"/>
              </a:ext>
            </a:extLst>
          </p:cNvPr>
          <p:cNvSpPr>
            <a:spLocks noGrp="1" noChangeArrowheads="1"/>
          </p:cNvSpPr>
          <p:nvPr>
            <p:ph type="body" idx="1"/>
          </p:nvPr>
        </p:nvSpPr>
        <p:spPr>
          <a:xfrm>
            <a:off x="1893889" y="1371600"/>
            <a:ext cx="8402637" cy="4114800"/>
          </a:xfrm>
        </p:spPr>
        <p:txBody>
          <a:bodyPr/>
          <a:lstStyle/>
          <a:p>
            <a:pPr eaLnBrk="1" hangingPunct="1"/>
            <a:r>
              <a:rPr lang="en-US" altLang="en-US"/>
              <a:t>First method used in microelectronics, now widely used especially to remove hard masks, photo resist and dry etching by products. </a:t>
            </a:r>
          </a:p>
          <a:p>
            <a:pPr eaLnBrk="1" hangingPunct="1"/>
            <a:r>
              <a:rPr lang="en-US" altLang="en-US"/>
              <a:t>Pros</a:t>
            </a:r>
          </a:p>
          <a:p>
            <a:pPr lvl="1" eaLnBrk="1" hangingPunct="1"/>
            <a:r>
              <a:rPr lang="en-US" altLang="en-US"/>
              <a:t>Very high selectivity</a:t>
            </a:r>
          </a:p>
          <a:p>
            <a:pPr lvl="1" eaLnBrk="1" hangingPunct="1"/>
            <a:r>
              <a:rPr lang="en-US" altLang="en-US"/>
              <a:t>High uniformity and etch rate control</a:t>
            </a:r>
          </a:p>
          <a:p>
            <a:pPr eaLnBrk="1" hangingPunct="1"/>
            <a:r>
              <a:rPr lang="en-US" altLang="en-US"/>
              <a:t>Cons</a:t>
            </a:r>
          </a:p>
          <a:p>
            <a:pPr lvl="1" eaLnBrk="1" hangingPunct="1"/>
            <a:r>
              <a:rPr lang="en-US" altLang="en-US" b="1"/>
              <a:t>No anisotropy</a:t>
            </a:r>
            <a:r>
              <a:rPr lang="en-US" altLang="en-US"/>
              <a:t> (except for crystalline orientation dependent silicon etch)</a:t>
            </a:r>
          </a:p>
          <a:p>
            <a:pPr eaLnBrk="1" hangingPunct="1"/>
            <a:endParaRPr lang="en-US" altLang="en-US"/>
          </a:p>
          <a:p>
            <a:pPr eaLnBrk="1" hangingPunct="1">
              <a:buFont typeface="Times" panose="02020603050405020304" pitchFamily="18" charset="0"/>
              <a:buNone/>
            </a:pP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FE289445-65AD-94E7-88A3-A62C317F123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CD7957C-6392-487D-B7B4-F15BD78882DC}" type="slidenum">
              <a:rPr lang="en-US" altLang="en-US" sz="800"/>
              <a:pPr>
                <a:lnSpc>
                  <a:spcPct val="100000"/>
                </a:lnSpc>
                <a:spcBef>
                  <a:spcPct val="0"/>
                </a:spcBef>
                <a:buClr>
                  <a:srgbClr val="F68933"/>
                </a:buClr>
                <a:buFontTx/>
                <a:buNone/>
              </a:pPr>
              <a:t>6</a:t>
            </a:fld>
            <a:endParaRPr lang="en-US" altLang="en-US" sz="800"/>
          </a:p>
        </p:txBody>
      </p:sp>
      <p:sp>
        <p:nvSpPr>
          <p:cNvPr id="15363" name="Rectangle 2">
            <a:extLst>
              <a:ext uri="{FF2B5EF4-FFF2-40B4-BE49-F238E27FC236}">
                <a16:creationId xmlns:a16="http://schemas.microsoft.com/office/drawing/2014/main" id="{D73088FD-FB73-7E0F-8D3D-08A602D1E557}"/>
              </a:ext>
            </a:extLst>
          </p:cNvPr>
          <p:cNvSpPr>
            <a:spLocks noGrp="1" noChangeArrowheads="1"/>
          </p:cNvSpPr>
          <p:nvPr>
            <p:ph type="title"/>
          </p:nvPr>
        </p:nvSpPr>
        <p:spPr/>
        <p:txBody>
          <a:bodyPr/>
          <a:lstStyle/>
          <a:p>
            <a:pPr eaLnBrk="1" hangingPunct="1"/>
            <a:r>
              <a:rPr lang="en-US" altLang="en-US"/>
              <a:t>Etching Chemistries</a:t>
            </a:r>
          </a:p>
        </p:txBody>
      </p:sp>
      <p:graphicFrame>
        <p:nvGraphicFramePr>
          <p:cNvPr id="276640" name="Group 160">
            <a:extLst>
              <a:ext uri="{FF2B5EF4-FFF2-40B4-BE49-F238E27FC236}">
                <a16:creationId xmlns:a16="http://schemas.microsoft.com/office/drawing/2014/main" id="{AF04EDCE-8026-3B5F-B559-499C59C67BD0}"/>
              </a:ext>
            </a:extLst>
          </p:cNvPr>
          <p:cNvGraphicFramePr>
            <a:graphicFrameLocks noGrp="1"/>
          </p:cNvGraphicFramePr>
          <p:nvPr/>
        </p:nvGraphicFramePr>
        <p:xfrm>
          <a:off x="1720851" y="1077914"/>
          <a:ext cx="4202113" cy="5202345"/>
        </p:xfrm>
        <a:graphic>
          <a:graphicData uri="http://schemas.openxmlformats.org/drawingml/2006/table">
            <a:tbl>
              <a:tblPr/>
              <a:tblGrid>
                <a:gridCol w="876300">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gridCol w="1768475">
                  <a:extLst>
                    <a:ext uri="{9D8B030D-6E8A-4147-A177-3AD203B41FA5}">
                      <a16:colId xmlns:a16="http://schemas.microsoft.com/office/drawing/2014/main" val="20002"/>
                    </a:ext>
                  </a:extLst>
                </a:gridCol>
              </a:tblGrid>
              <a:tr h="554694">
                <a:tc>
                  <a:txBody>
                    <a:bodyPr/>
                    <a:lstStyle/>
                    <a:p>
                      <a:pPr marL="0" marR="0" lvl="0" indent="0" algn="ctr" defTabSz="914400" rtl="0" eaLnBrk="1" fontAlgn="base" latinLnBrk="0" hangingPunct="1">
                        <a:lnSpc>
                          <a:spcPct val="95000"/>
                        </a:lnSpc>
                        <a:spcBef>
                          <a:spcPct val="0"/>
                        </a:spcBef>
                        <a:spcAft>
                          <a:spcPct val="0"/>
                        </a:spcAft>
                        <a:buClrTx/>
                        <a:buSzTx/>
                        <a:buFontTx/>
                        <a:buNone/>
                        <a:tabLst/>
                      </a:pPr>
                      <a:endParaRPr kumimoji="0" lang="en-US" sz="1400" b="1" i="0" u="none" strike="noStrike" cap="none" normalizeH="0" baseline="0">
                        <a:ln>
                          <a:noFill/>
                        </a:ln>
                        <a:solidFill>
                          <a:srgbClr val="FFFFFF"/>
                        </a:solidFill>
                        <a:effectLst/>
                        <a:latin typeface="Arial" charset="0"/>
                        <a:ea typeface="MS PGothic" pitchFamily="34" charset="-128"/>
                        <a:cs typeface="Times New Roman" pitchFamily="18" charset="0"/>
                      </a:endParaRPr>
                    </a:p>
                  </a:txBody>
                  <a:tcPr marT="45708" marB="45708"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Designation</a:t>
                      </a: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Chemical Constituent</a:t>
                      </a: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236191">
                <a:tc rowSpan="3">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400" b="1" i="0" u="none" strike="noStrike" cap="none" normalizeH="0" baseline="0">
                          <a:ln>
                            <a:noFill/>
                          </a:ln>
                          <a:solidFill>
                            <a:srgbClr val="FFFFFF"/>
                          </a:solidFill>
                          <a:effectLst/>
                          <a:latin typeface="Arial" charset="0"/>
                          <a:ea typeface="MS PGothic" pitchFamily="34" charset="-128"/>
                          <a:cs typeface="Times New Roman" pitchFamily="18" charset="0"/>
                        </a:rPr>
                        <a:t>SiO</a:t>
                      </a:r>
                      <a:r>
                        <a:rPr kumimoji="0" lang="en-GB" sz="1400" b="1" i="0" u="none" strike="noStrike" cap="none" normalizeH="0" baseline="-25000">
                          <a:ln>
                            <a:noFill/>
                          </a:ln>
                          <a:solidFill>
                            <a:srgbClr val="FFFFFF"/>
                          </a:solidFill>
                          <a:effectLst/>
                          <a:latin typeface="Arial" charset="0"/>
                          <a:ea typeface="MS PGothic" pitchFamily="34" charset="-128"/>
                          <a:cs typeface="Times New Roman" pitchFamily="18" charset="0"/>
                        </a:rPr>
                        <a:t>2</a:t>
                      </a:r>
                    </a:p>
                  </a:txBody>
                  <a:tcPr marT="45708" marB="45708"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Hydrofluoric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BOE,BHF</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HF:NH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F:H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SC1</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OH:H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36191">
                <a:tc rowSpan="2">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400" b="1" i="0" u="none" strike="noStrike" cap="none" normalizeH="0" baseline="0">
                          <a:ln>
                            <a:noFill/>
                          </a:ln>
                          <a:solidFill>
                            <a:srgbClr val="FFFFFF"/>
                          </a:solidFill>
                          <a:effectLst/>
                          <a:latin typeface="Arial" charset="0"/>
                          <a:ea typeface="MS PGothic" pitchFamily="34" charset="-128"/>
                          <a:cs typeface="Times New Roman" pitchFamily="18" charset="0"/>
                        </a:rPr>
                        <a:t>Si</a:t>
                      </a:r>
                      <a:r>
                        <a:rPr kumimoji="0" lang="en-GB" sz="1400" b="1" i="0" u="none" strike="noStrike" cap="none" normalizeH="0" baseline="-25000">
                          <a:ln>
                            <a:noFill/>
                          </a:ln>
                          <a:solidFill>
                            <a:srgbClr val="FFFFFF"/>
                          </a:solidFill>
                          <a:effectLst/>
                          <a:latin typeface="Arial" charset="0"/>
                          <a:ea typeface="MS PGothic" pitchFamily="34" charset="-128"/>
                          <a:cs typeface="Times New Roman" pitchFamily="18" charset="0"/>
                        </a:rPr>
                        <a:t>3</a:t>
                      </a:r>
                      <a:r>
                        <a:rPr kumimoji="0" lang="en-GB" sz="1400" b="1" i="0" u="none" strike="noStrike" cap="none" normalizeH="0" baseline="0">
                          <a:ln>
                            <a:noFill/>
                          </a:ln>
                          <a:solidFill>
                            <a:srgbClr val="FFFFFF"/>
                          </a:solidFill>
                          <a:effectLst/>
                          <a:latin typeface="Arial" charset="0"/>
                          <a:ea typeface="MS PGothic" pitchFamily="34" charset="-128"/>
                          <a:cs typeface="Times New Roman" pitchFamily="18" charset="0"/>
                        </a:rPr>
                        <a:t>N</a:t>
                      </a:r>
                      <a:r>
                        <a:rPr kumimoji="0" lang="en-GB" sz="1400" b="1" i="0" u="none" strike="noStrike" cap="none" normalizeH="0" baseline="-25000">
                          <a:ln>
                            <a:noFill/>
                          </a:ln>
                          <a:solidFill>
                            <a:srgbClr val="FFFFFF"/>
                          </a:solidFill>
                          <a:effectLst/>
                          <a:latin typeface="Arial" charset="0"/>
                          <a:ea typeface="MS PGothic" pitchFamily="34" charset="-128"/>
                          <a:cs typeface="Times New Roman" pitchFamily="18" charset="0"/>
                        </a:rPr>
                        <a:t>4</a:t>
                      </a:r>
                    </a:p>
                  </a:txBody>
                  <a:tcPr marT="45708" marB="45708"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Hydrofluoric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41239">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(orto-)phosphoric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36191">
                <a:tc rowSpan="3">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000" b="1" i="0" u="none" strike="noStrike" cap="none" normalizeH="0" baseline="0">
                          <a:ln>
                            <a:noFill/>
                          </a:ln>
                          <a:solidFill>
                            <a:srgbClr val="FFFFFF"/>
                          </a:solidFill>
                          <a:effectLst/>
                          <a:latin typeface="Arial" charset="0"/>
                          <a:ea typeface="MS PGothic" pitchFamily="34" charset="-128"/>
                          <a:cs typeface="Times New Roman" pitchFamily="18" charset="0"/>
                        </a:rPr>
                        <a:t>Organics</a:t>
                      </a:r>
                    </a:p>
                  </a:txBody>
                  <a:tcPr marT="45708" marB="45708"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Piranha,SPM</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SOM</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Ozonized DIW</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DIW:O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236191">
                <a:tc rowSpan="6">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400" b="1" i="0" u="none" strike="noStrike" cap="none" normalizeH="0" baseline="0">
                          <a:ln>
                            <a:noFill/>
                          </a:ln>
                          <a:solidFill>
                            <a:srgbClr val="FFFFFF"/>
                          </a:solidFill>
                          <a:effectLst/>
                          <a:latin typeface="Arial" charset="0"/>
                          <a:ea typeface="MS PGothic" pitchFamily="34" charset="-128"/>
                          <a:cs typeface="Times New Roman" pitchFamily="18" charset="0"/>
                        </a:rPr>
                        <a:t>Si</a:t>
                      </a:r>
                    </a:p>
                  </a:txBody>
                  <a:tcPr marT="45708" marB="45708"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Nitric:HF</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HF:HNO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241239">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Silicon etch</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HF:HNO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 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 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380965">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Tetramethylammonium-hydroxide</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TMAH</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241239">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Ammonium hydroxide</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OH</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Potassium hydroxide</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KOH</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3"/>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Hydrazine/water</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4"/>
                  </a:ext>
                </a:extLst>
              </a:tr>
              <a:tr h="236191">
                <a:tc rowSpan="3">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400" b="1" i="0" u="none" strike="noStrike" cap="none" normalizeH="0" baseline="0">
                          <a:ln>
                            <a:noFill/>
                          </a:ln>
                          <a:solidFill>
                            <a:srgbClr val="FFFFFF"/>
                          </a:solidFill>
                          <a:effectLst/>
                          <a:latin typeface="Arial" charset="0"/>
                          <a:ea typeface="MS PGothic" pitchFamily="34" charset="-128"/>
                          <a:cs typeface="Times New Roman" pitchFamily="18" charset="0"/>
                        </a:rPr>
                        <a:t>W</a:t>
                      </a:r>
                    </a:p>
                  </a:txBody>
                  <a:tcPr marT="45708" marB="45708"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Peroxide</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5"/>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SC1</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OH:H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6"/>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HCl:H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7"/>
                  </a:ext>
                </a:extLst>
              </a:tr>
              <a:tr h="236191">
                <a:tc rowSpan="2">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400" b="1" i="0" u="none" strike="noStrike" cap="none" normalizeH="0" baseline="0">
                          <a:ln>
                            <a:noFill/>
                          </a:ln>
                          <a:solidFill>
                            <a:srgbClr val="FFFFFF"/>
                          </a:solidFill>
                          <a:effectLst/>
                          <a:latin typeface="Arial" charset="0"/>
                          <a:ea typeface="MS PGothic" pitchFamily="34" charset="-128"/>
                          <a:cs typeface="Times New Roman" pitchFamily="18" charset="0"/>
                        </a:rPr>
                        <a:t>Al</a:t>
                      </a:r>
                    </a:p>
                  </a:txBody>
                  <a:tcPr marT="45708" marB="45708"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HCl:H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8"/>
                  </a:ext>
                </a:extLst>
              </a:tr>
              <a:tr h="23619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SC1</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OH:H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08" marB="45708"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9"/>
                  </a:ext>
                </a:extLst>
              </a:tr>
            </a:tbl>
          </a:graphicData>
        </a:graphic>
      </p:graphicFrame>
      <p:graphicFrame>
        <p:nvGraphicFramePr>
          <p:cNvPr id="276641" name="Group 161">
            <a:extLst>
              <a:ext uri="{FF2B5EF4-FFF2-40B4-BE49-F238E27FC236}">
                <a16:creationId xmlns:a16="http://schemas.microsoft.com/office/drawing/2014/main" id="{C0B884CB-CA2B-77DA-4F8B-3C99970EE631}"/>
              </a:ext>
            </a:extLst>
          </p:cNvPr>
          <p:cNvGraphicFramePr>
            <a:graphicFrameLocks noGrp="1"/>
          </p:cNvGraphicFramePr>
          <p:nvPr/>
        </p:nvGraphicFramePr>
        <p:xfrm>
          <a:off x="6081714" y="1068389"/>
          <a:ext cx="4340225" cy="5405433"/>
        </p:xfrm>
        <a:graphic>
          <a:graphicData uri="http://schemas.openxmlformats.org/drawingml/2006/table">
            <a:tbl>
              <a:tblPr/>
              <a:tblGrid>
                <a:gridCol w="904875">
                  <a:extLst>
                    <a:ext uri="{9D8B030D-6E8A-4147-A177-3AD203B41FA5}">
                      <a16:colId xmlns:a16="http://schemas.microsoft.com/office/drawing/2014/main" val="20000"/>
                    </a:ext>
                  </a:extLst>
                </a:gridCol>
                <a:gridCol w="1609725">
                  <a:extLst>
                    <a:ext uri="{9D8B030D-6E8A-4147-A177-3AD203B41FA5}">
                      <a16:colId xmlns:a16="http://schemas.microsoft.com/office/drawing/2014/main" val="20001"/>
                    </a:ext>
                  </a:extLst>
                </a:gridCol>
                <a:gridCol w="1825625">
                  <a:extLst>
                    <a:ext uri="{9D8B030D-6E8A-4147-A177-3AD203B41FA5}">
                      <a16:colId xmlns:a16="http://schemas.microsoft.com/office/drawing/2014/main" val="20002"/>
                    </a:ext>
                  </a:extLst>
                </a:gridCol>
              </a:tblGrid>
              <a:tr h="554725">
                <a:tc>
                  <a:txBody>
                    <a:bodyPr/>
                    <a:lstStyle/>
                    <a:p>
                      <a:pPr marL="0" marR="0" lvl="0" indent="0" algn="ctr" defTabSz="914400" rtl="0" eaLnBrk="1" fontAlgn="base" latinLnBrk="0" hangingPunct="1">
                        <a:lnSpc>
                          <a:spcPct val="95000"/>
                        </a:lnSpc>
                        <a:spcBef>
                          <a:spcPct val="0"/>
                        </a:spcBef>
                        <a:spcAft>
                          <a:spcPct val="0"/>
                        </a:spcAft>
                        <a:buClrTx/>
                        <a:buSzTx/>
                        <a:buFontTx/>
                        <a:buNone/>
                        <a:tabLst/>
                      </a:pPr>
                      <a:endParaRPr kumimoji="0" lang="en-US" sz="1600" b="1" i="0" u="none" strike="noStrike" cap="none" normalizeH="0" baseline="0">
                        <a:ln>
                          <a:noFill/>
                        </a:ln>
                        <a:solidFill>
                          <a:srgbClr val="FFFFFF"/>
                        </a:solidFill>
                        <a:effectLst/>
                        <a:latin typeface="Arial" charset="0"/>
                        <a:ea typeface="MS PGothic" pitchFamily="34" charset="-128"/>
                        <a:cs typeface="Times New Roman" pitchFamily="18" charset="0"/>
                      </a:endParaRP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Designation</a:t>
                      </a: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Chemical Constituent</a:t>
                      </a: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247624">
                <a:tc rowSpan="2">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Cu</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Ozonized water</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8101">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HCl:H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49212">
                <a:tc rowSpan="3">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Ti</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SC1</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OH:H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49212">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HCl:H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49212">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Hydrofluoric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47624">
                <a:tc rowSpan="2">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Co</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SC2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HCl:H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 </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49212">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Piranha,SPM</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23077">
                <a:tc>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Ni</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Piranha,SPM</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249212">
                <a:tc rowSpan="2">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Ta</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Hydrofluoric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247624">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Nitric:HF</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HF:HNO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323077">
                <a:tc>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TaN</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Nitric:HF</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HF:HNO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236210">
                <a:tc rowSpan="2">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Al</a:t>
                      </a:r>
                      <a:r>
                        <a:rPr kumimoji="0" lang="en-GB" sz="1600" b="1" i="0" u="none" strike="noStrike" cap="none" normalizeH="0" baseline="-25000">
                          <a:ln>
                            <a:noFill/>
                          </a:ln>
                          <a:solidFill>
                            <a:srgbClr val="FFFFFF"/>
                          </a:solidFill>
                          <a:effectLst/>
                          <a:latin typeface="Arial" charset="0"/>
                          <a:ea typeface="MS PGothic" pitchFamily="34" charset="-128"/>
                          <a:cs typeface="Times New Roman" pitchFamily="18" charset="0"/>
                        </a:rPr>
                        <a:t>2</a:t>
                      </a: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O</a:t>
                      </a:r>
                      <a:r>
                        <a:rPr kumimoji="0" lang="en-GB" sz="1600" b="1" i="0" u="none" strike="noStrike" cap="none" normalizeH="0" baseline="-25000">
                          <a:ln>
                            <a:noFill/>
                          </a:ln>
                          <a:solidFill>
                            <a:srgbClr val="FFFFFF"/>
                          </a:solidFill>
                          <a:effectLst/>
                          <a:latin typeface="Arial" charset="0"/>
                          <a:ea typeface="MS PGothic" pitchFamily="34" charset="-128"/>
                          <a:cs typeface="Times New Roman" pitchFamily="18" charset="0"/>
                        </a:rPr>
                        <a:t>3</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(orto-)phosphoric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r h="249212">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Hydrofluoric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3"/>
                  </a:ext>
                </a:extLst>
              </a:tr>
              <a:tr h="249212">
                <a:tc rowSpan="2">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HfO</a:t>
                      </a:r>
                      <a:r>
                        <a:rPr kumimoji="0" lang="en-GB" sz="1600" b="1" i="0" u="none" strike="noStrike" cap="none" normalizeH="0" baseline="-25000">
                          <a:ln>
                            <a:noFill/>
                          </a:ln>
                          <a:solidFill>
                            <a:srgbClr val="FFFFFF"/>
                          </a:solidFill>
                          <a:effectLst/>
                          <a:latin typeface="Arial" charset="0"/>
                          <a:ea typeface="MS PGothic" pitchFamily="34" charset="-128"/>
                          <a:cs typeface="Times New Roman" pitchFamily="18" charset="0"/>
                        </a:rPr>
                        <a:t>2</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Hydrofluoric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4"/>
                  </a:ext>
                </a:extLst>
              </a:tr>
              <a:tr h="249212">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Nitric:HF</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HF:HNO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5"/>
                  </a:ext>
                </a:extLst>
              </a:tr>
              <a:tr h="247624">
                <a:tc rowSpan="4">
                  <a:txBody>
                    <a:bodyPr/>
                    <a:lstStyle/>
                    <a:p>
                      <a:pPr marL="0" marR="0" lvl="0" indent="0" algn="ctr" defTabSz="914400" rtl="0" eaLnBrk="1" fontAlgn="base" latinLnBrk="0" hangingPunct="1">
                        <a:lnSpc>
                          <a:spcPct val="95000"/>
                        </a:lnSpc>
                        <a:spcBef>
                          <a:spcPct val="0"/>
                        </a:spcBef>
                        <a:spcAft>
                          <a:spcPct val="0"/>
                        </a:spcAft>
                        <a:buClrTx/>
                        <a:buSzTx/>
                        <a:buFontTx/>
                        <a:buNone/>
                        <a:tabLst/>
                      </a:pPr>
                      <a:r>
                        <a:rPr kumimoji="0" lang="en-GB" sz="1600" b="1" i="0" u="none" strike="noStrike" cap="none" normalizeH="0" baseline="0">
                          <a:ln>
                            <a:noFill/>
                          </a:ln>
                          <a:solidFill>
                            <a:srgbClr val="FFFFFF"/>
                          </a:solidFill>
                          <a:effectLst/>
                          <a:latin typeface="Arial" charset="0"/>
                          <a:ea typeface="MS PGothic" pitchFamily="34" charset="-128"/>
                          <a:cs typeface="Times New Roman" pitchFamily="18" charset="0"/>
                        </a:rPr>
                        <a:t>ZrO</a:t>
                      </a:r>
                      <a:r>
                        <a:rPr kumimoji="0" lang="en-GB" sz="1600" b="1" i="0" u="none" strike="noStrike" cap="none" normalizeH="0" baseline="-25000">
                          <a:ln>
                            <a:noFill/>
                          </a:ln>
                          <a:solidFill>
                            <a:srgbClr val="FFFFFF"/>
                          </a:solidFill>
                          <a:effectLst/>
                          <a:latin typeface="Arial" charset="0"/>
                          <a:ea typeface="MS PGothic" pitchFamily="34" charset="-128"/>
                          <a:cs typeface="Times New Roman" pitchFamily="18" charset="0"/>
                        </a:rPr>
                        <a:t>2</a:t>
                      </a:r>
                    </a:p>
                  </a:txBody>
                  <a:tcPr marT="45715" marB="45715"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Hydrofluoric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6"/>
                  </a:ext>
                </a:extLst>
              </a:tr>
              <a:tr h="249212">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(orto-)phosphoric acid</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7"/>
                  </a:ext>
                </a:extLst>
              </a:tr>
              <a:tr h="247624">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Piranha,SPM</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SO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4</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2</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8"/>
                  </a:ext>
                </a:extLst>
              </a:tr>
              <a:tr h="249212">
                <a:tc vMerge="1">
                  <a:txBody>
                    <a:bodyPr/>
                    <a:lstStyle/>
                    <a:p>
                      <a:endParaRPr lang="en-US"/>
                    </a:p>
                  </a:txBody>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Nitric:HF</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0"/>
                        </a:spcBef>
                        <a:spcAft>
                          <a:spcPct val="0"/>
                        </a:spcAft>
                        <a:buClrTx/>
                        <a:buSzTx/>
                        <a:buFontTx/>
                        <a:buNone/>
                        <a:tabLst/>
                      </a:pPr>
                      <a:r>
                        <a:rPr kumimoji="0" lang="en-GB" sz="1000" b="0" i="0" u="none" strike="noStrike" cap="none" normalizeH="0" baseline="0">
                          <a:ln>
                            <a:noFill/>
                          </a:ln>
                          <a:solidFill>
                            <a:schemeClr val="tx1"/>
                          </a:solidFill>
                          <a:effectLst/>
                          <a:latin typeface="Arial" charset="0"/>
                          <a:ea typeface="ＭＳ 明朝" charset="-128"/>
                          <a:cs typeface="Times New Roman" pitchFamily="18" charset="0"/>
                        </a:rPr>
                        <a:t>HF:HNO</a:t>
                      </a:r>
                      <a:r>
                        <a:rPr kumimoji="0" lang="en-GB" sz="1000" b="0" i="0" u="none" strike="noStrike" cap="none" normalizeH="0" baseline="-30000">
                          <a:ln>
                            <a:noFill/>
                          </a:ln>
                          <a:solidFill>
                            <a:schemeClr val="tx1"/>
                          </a:solidFill>
                          <a:effectLst/>
                          <a:latin typeface="Arial" charset="0"/>
                          <a:ea typeface="ＭＳ 明朝" charset="-128"/>
                          <a:cs typeface="Times New Roman" pitchFamily="18" charset="0"/>
                        </a:rPr>
                        <a:t>3</a:t>
                      </a:r>
                      <a:endParaRPr kumimoji="0" lang="en-GB" sz="2000" b="0" i="0" u="none" strike="noStrike" cap="none" normalizeH="0" baseline="0">
                        <a:ln>
                          <a:noFill/>
                        </a:ln>
                        <a:solidFill>
                          <a:schemeClr val="tx1"/>
                        </a:solidFill>
                        <a:effectLst/>
                        <a:latin typeface="Arial" charset="0"/>
                        <a:ea typeface="ＭＳ 明朝" charset="-128"/>
                        <a:cs typeface="Times New Roman" pitchFamily="18" charset="0"/>
                      </a:endParaRPr>
                    </a:p>
                  </a:txBody>
                  <a:tcPr marT="45715" marB="45715"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9"/>
                  </a:ext>
                </a:extLst>
              </a:tr>
            </a:tbl>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545A4128-7681-8408-3C9A-8CF64D287A54}"/>
              </a:ext>
            </a:extLst>
          </p:cNvPr>
          <p:cNvSpPr>
            <a:spLocks noGrp="1" noChangeArrowheads="1"/>
          </p:cNvSpPr>
          <p:nvPr>
            <p:ph type="title"/>
          </p:nvPr>
        </p:nvSpPr>
        <p:spPr/>
        <p:txBody>
          <a:bodyPr/>
          <a:lstStyle/>
          <a:p>
            <a:r>
              <a:rPr lang="it-IT" altLang="en-US"/>
              <a:t>Advanced celaning/wet etching </a:t>
            </a:r>
            <a:endParaRPr lang="en-US" altLang="en-US"/>
          </a:p>
        </p:txBody>
      </p:sp>
      <p:sp>
        <p:nvSpPr>
          <p:cNvPr id="17411" name="Content Placeholder 2">
            <a:extLst>
              <a:ext uri="{FF2B5EF4-FFF2-40B4-BE49-F238E27FC236}">
                <a16:creationId xmlns:a16="http://schemas.microsoft.com/office/drawing/2014/main" id="{CD5E0E82-303B-A6D2-158B-AE09486B463C}"/>
              </a:ext>
            </a:extLst>
          </p:cNvPr>
          <p:cNvSpPr>
            <a:spLocks noGrp="1" noChangeArrowheads="1"/>
          </p:cNvSpPr>
          <p:nvPr>
            <p:ph idx="1"/>
          </p:nvPr>
        </p:nvSpPr>
        <p:spPr>
          <a:xfrm>
            <a:off x="1893889" y="1371600"/>
            <a:ext cx="8404225" cy="573088"/>
          </a:xfrm>
        </p:spPr>
        <p:txBody>
          <a:bodyPr/>
          <a:lstStyle/>
          <a:p>
            <a:r>
              <a:rPr lang="it-IT" altLang="en-US"/>
              <a:t>Advanced wet processes challenges:</a:t>
            </a:r>
          </a:p>
        </p:txBody>
      </p:sp>
      <p:sp>
        <p:nvSpPr>
          <p:cNvPr id="17412" name="Slide Number Placeholder 3">
            <a:extLst>
              <a:ext uri="{FF2B5EF4-FFF2-40B4-BE49-F238E27FC236}">
                <a16:creationId xmlns:a16="http://schemas.microsoft.com/office/drawing/2014/main" id="{BC93C939-77BD-19BD-986B-2A60E294061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r>
              <a:rPr lang="en-US" altLang="en-US" sz="800"/>
              <a:t>Page </a:t>
            </a:r>
            <a:fld id="{C2225489-5EE3-4AE3-BF18-2FCE621A4CAC}" type="slidenum">
              <a:rPr lang="en-US" altLang="en-US" sz="800"/>
              <a:pPr/>
              <a:t>7</a:t>
            </a:fld>
            <a:endParaRPr lang="en-US" altLang="en-US" sz="800"/>
          </a:p>
        </p:txBody>
      </p:sp>
      <p:sp>
        <p:nvSpPr>
          <p:cNvPr id="6" name="TextBox 5">
            <a:extLst>
              <a:ext uri="{FF2B5EF4-FFF2-40B4-BE49-F238E27FC236}">
                <a16:creationId xmlns:a16="http://schemas.microsoft.com/office/drawing/2014/main" id="{523D5B1A-9342-A833-80B6-DBF70EA212E6}"/>
              </a:ext>
            </a:extLst>
          </p:cNvPr>
          <p:cNvSpPr txBox="1"/>
          <p:nvPr/>
        </p:nvSpPr>
        <p:spPr>
          <a:xfrm>
            <a:off x="1160462" y="3011488"/>
            <a:ext cx="4168776" cy="2616200"/>
          </a:xfrm>
          <a:prstGeom prst="rect">
            <a:avLst/>
          </a:prstGeom>
          <a:noFill/>
          <a:ln w="28575">
            <a:noFill/>
          </a:ln>
        </p:spPr>
        <p:txBody>
          <a:bodyPr>
            <a:spAutoFit/>
          </a:bodyPr>
          <a:lstStyle/>
          <a:p>
            <a:pPr marL="800100" lvl="1" indent="-342900">
              <a:buFont typeface="Arial" panose="020B0604020202020204" pitchFamily="34" charset="0"/>
              <a:buChar char="•"/>
              <a:defRPr/>
            </a:pPr>
            <a:r>
              <a:rPr lang="it-IT" sz="1600" b="1" dirty="0" err="1">
                <a:solidFill>
                  <a:srgbClr val="F0522C"/>
                </a:solidFill>
                <a:ea typeface="ＭＳ Ｐゴシック" panose="020B0600070205080204" pitchFamily="34" charset="-128"/>
              </a:rPr>
              <a:t>Particle</a:t>
            </a:r>
            <a:r>
              <a:rPr lang="it-IT" sz="1600" b="1" dirty="0">
                <a:solidFill>
                  <a:srgbClr val="F0522C"/>
                </a:solidFill>
                <a:ea typeface="ＭＳ Ｐゴシック" panose="020B0600070205080204" pitchFamily="34" charset="-128"/>
              </a:rPr>
              <a:t> </a:t>
            </a:r>
            <a:r>
              <a:rPr lang="it-IT" sz="1600" b="1" dirty="0" err="1">
                <a:solidFill>
                  <a:srgbClr val="F0522C"/>
                </a:solidFill>
                <a:ea typeface="ＭＳ Ｐゴシック" panose="020B0600070205080204" pitchFamily="34" charset="-128"/>
              </a:rPr>
              <a:t>removal</a:t>
            </a:r>
            <a:r>
              <a:rPr lang="it-IT" sz="1600" b="1" dirty="0">
                <a:solidFill>
                  <a:srgbClr val="F0522C"/>
                </a:solidFill>
                <a:ea typeface="ＭＳ Ｐゴシック" panose="020B0600070205080204" pitchFamily="34" charset="-128"/>
              </a:rPr>
              <a:t> </a:t>
            </a:r>
            <a:r>
              <a:rPr lang="it-IT" sz="1600" b="1" dirty="0" err="1">
                <a:solidFill>
                  <a:srgbClr val="F0522C"/>
                </a:solidFill>
                <a:ea typeface="ＭＳ Ｐゴシック" panose="020B0600070205080204" pitchFamily="34" charset="-128"/>
              </a:rPr>
              <a:t>efficiency</a:t>
            </a:r>
            <a:endParaRPr lang="it-IT" sz="1600" b="1" dirty="0">
              <a:solidFill>
                <a:srgbClr val="F0522C"/>
              </a:solidFill>
              <a:ea typeface="ＭＳ Ｐゴシック" panose="020B0600070205080204" pitchFamily="34" charset="-128"/>
            </a:endParaRPr>
          </a:p>
          <a:p>
            <a:pPr marL="1257300" lvl="2" indent="-342900">
              <a:buFont typeface="Arial" panose="020B0604020202020204" pitchFamily="34" charset="0"/>
              <a:buChar char="•"/>
              <a:defRPr/>
            </a:pPr>
            <a:r>
              <a:rPr lang="fr-FR" sz="1600" dirty="0" err="1">
                <a:ea typeface="ＭＳ Ｐゴシック" panose="020B0600070205080204" pitchFamily="34" charset="-128"/>
              </a:rPr>
              <a:t>Foam</a:t>
            </a:r>
            <a:r>
              <a:rPr lang="fr-FR" sz="1600" dirty="0">
                <a:ea typeface="ＭＳ Ｐゴシック" panose="020B0600070205080204" pitchFamily="34" charset="-128"/>
              </a:rPr>
              <a:t> and </a:t>
            </a:r>
            <a:r>
              <a:rPr lang="fr-FR" sz="1600" dirty="0" err="1">
                <a:ea typeface="ＭＳ Ｐゴシック" panose="020B0600070205080204" pitchFamily="34" charset="-128"/>
              </a:rPr>
              <a:t>bubble</a:t>
            </a:r>
            <a:r>
              <a:rPr lang="fr-FR" sz="1600" dirty="0">
                <a:ea typeface="ＭＳ Ｐゴシック" panose="020B0600070205080204" pitchFamily="34" charset="-128"/>
              </a:rPr>
              <a:t> </a:t>
            </a:r>
            <a:r>
              <a:rPr lang="fr-FR" sz="1600" dirty="0" err="1">
                <a:ea typeface="ＭＳ Ｐゴシック" panose="020B0600070205080204" pitchFamily="34" charset="-128"/>
              </a:rPr>
              <a:t>cleaning</a:t>
            </a:r>
            <a:r>
              <a:rPr lang="fr-FR" sz="1600" dirty="0">
                <a:ea typeface="ＭＳ Ｐゴシック" panose="020B0600070205080204" pitchFamily="34" charset="-128"/>
              </a:rPr>
              <a:t> (CO2 or </a:t>
            </a:r>
            <a:r>
              <a:rPr lang="fr-FR" sz="1600" dirty="0" err="1">
                <a:ea typeface="ＭＳ Ｐゴシック" panose="020B0600070205080204" pitchFamily="34" charset="-128"/>
              </a:rPr>
              <a:t>Nitrogen</a:t>
            </a:r>
            <a:r>
              <a:rPr lang="fr-FR" sz="1600" dirty="0">
                <a:ea typeface="ＭＳ Ｐゴシック" panose="020B0600070205080204" pitchFamily="34" charset="-128"/>
              </a:rPr>
              <a:t>)</a:t>
            </a:r>
            <a:endParaRPr lang="it-IT" sz="1600" dirty="0">
              <a:ea typeface="ＭＳ Ｐゴシック" panose="020B0600070205080204" pitchFamily="34" charset="-128"/>
            </a:endParaRPr>
          </a:p>
          <a:p>
            <a:pPr marL="1257300" lvl="2" indent="-342900">
              <a:buFont typeface="Arial" panose="020B0604020202020204" pitchFamily="34" charset="0"/>
              <a:buChar char="•"/>
              <a:defRPr/>
            </a:pPr>
            <a:r>
              <a:rPr lang="it-IT" sz="1600" dirty="0" err="1">
                <a:ea typeface="ＭＳ Ｐゴシック" panose="020B0600070205080204" pitchFamily="34" charset="-128"/>
              </a:rPr>
              <a:t>Nozzle</a:t>
            </a:r>
            <a:r>
              <a:rPr lang="it-IT" sz="1600" dirty="0">
                <a:ea typeface="ＭＳ Ｐゴシック" panose="020B0600070205080204" pitchFamily="34" charset="-128"/>
              </a:rPr>
              <a:t> spray </a:t>
            </a:r>
            <a:r>
              <a:rPr lang="it-IT" sz="1600" dirty="0" err="1">
                <a:ea typeface="ＭＳ Ｐゴシック" panose="020B0600070205080204" pitchFamily="34" charset="-128"/>
              </a:rPr>
              <a:t>celaning</a:t>
            </a:r>
            <a:endParaRPr lang="it-IT" sz="1600" dirty="0">
              <a:ea typeface="ＭＳ Ｐゴシック" panose="020B0600070205080204" pitchFamily="34" charset="-128"/>
            </a:endParaRPr>
          </a:p>
          <a:p>
            <a:pPr marL="1257300" lvl="2" indent="-342900">
              <a:buFont typeface="Arial" panose="020B0604020202020204" pitchFamily="34" charset="0"/>
              <a:buChar char="•"/>
              <a:defRPr/>
            </a:pPr>
            <a:r>
              <a:rPr lang="it-IT" sz="1600" dirty="0">
                <a:ea typeface="ＭＳ Ｐゴシック" panose="020B0600070205080204" pitchFamily="34" charset="-128"/>
              </a:rPr>
              <a:t>Laser </a:t>
            </a:r>
            <a:r>
              <a:rPr lang="it-IT" sz="1600" dirty="0" err="1">
                <a:ea typeface="ＭＳ Ｐゴシック" panose="020B0600070205080204" pitchFamily="34" charset="-128"/>
              </a:rPr>
              <a:t>generated</a:t>
            </a:r>
            <a:r>
              <a:rPr lang="it-IT" sz="1600" dirty="0">
                <a:ea typeface="ＭＳ Ｐゴシック" panose="020B0600070205080204" pitchFamily="34" charset="-128"/>
              </a:rPr>
              <a:t> </a:t>
            </a:r>
            <a:r>
              <a:rPr lang="it-IT" sz="1600" dirty="0" err="1">
                <a:ea typeface="ＭＳ Ｐゴシック" panose="020B0600070205080204" pitchFamily="34" charset="-128"/>
              </a:rPr>
              <a:t>bubbles</a:t>
            </a:r>
            <a:endParaRPr lang="it-IT" sz="1600" dirty="0">
              <a:ea typeface="ＭＳ Ｐゴシック" panose="020B0600070205080204" pitchFamily="34" charset="-128"/>
            </a:endParaRPr>
          </a:p>
          <a:p>
            <a:pPr marL="1257300" lvl="2" indent="-342900">
              <a:buFont typeface="Arial" panose="020B0604020202020204" pitchFamily="34" charset="0"/>
              <a:buChar char="•"/>
              <a:defRPr/>
            </a:pPr>
            <a:r>
              <a:rPr lang="it-IT" sz="1600" dirty="0">
                <a:ea typeface="ＭＳ Ｐゴシック" panose="020B0600070205080204" pitchFamily="34" charset="-128"/>
              </a:rPr>
              <a:t>Non </a:t>
            </a:r>
            <a:r>
              <a:rPr lang="it-IT" sz="1600" dirty="0" err="1">
                <a:ea typeface="ＭＳ Ｐゴシック" panose="020B0600070205080204" pitchFamily="34" charset="-128"/>
              </a:rPr>
              <a:t>newtonian</a:t>
            </a:r>
            <a:r>
              <a:rPr lang="it-IT" sz="1600" dirty="0">
                <a:ea typeface="ＭＳ Ｐゴシック" panose="020B0600070205080204" pitchFamily="34" charset="-128"/>
              </a:rPr>
              <a:t> </a:t>
            </a:r>
            <a:r>
              <a:rPr lang="it-IT" sz="1600" dirty="0" err="1">
                <a:ea typeface="ＭＳ Ｐゴシック" panose="020B0600070205080204" pitchFamily="34" charset="-128"/>
              </a:rPr>
              <a:t>fluids</a:t>
            </a:r>
            <a:r>
              <a:rPr lang="it-IT" sz="1600" dirty="0">
                <a:ea typeface="ＭＳ Ｐゴシック" panose="020B0600070205080204" pitchFamily="34" charset="-128"/>
              </a:rPr>
              <a:t> [0 shear stress]</a:t>
            </a:r>
          </a:p>
          <a:p>
            <a:pPr marL="1257300" lvl="2" indent="-342900">
              <a:buFont typeface="Arial" panose="020B0604020202020204" pitchFamily="34" charset="0"/>
              <a:buChar char="•"/>
              <a:defRPr/>
            </a:pPr>
            <a:r>
              <a:rPr lang="it-IT" sz="1600" dirty="0">
                <a:ea typeface="ＭＳ Ｐゴシック" panose="020B0600070205080204" pitchFamily="34" charset="-128"/>
              </a:rPr>
              <a:t>Micro </a:t>
            </a:r>
            <a:r>
              <a:rPr lang="it-IT" sz="1600" dirty="0" err="1">
                <a:ea typeface="ＭＳ Ｐゴシック" panose="020B0600070205080204" pitchFamily="34" charset="-128"/>
              </a:rPr>
              <a:t>machined</a:t>
            </a:r>
            <a:r>
              <a:rPr lang="it-IT" sz="1600" dirty="0">
                <a:ea typeface="ＭＳ Ｐゴシック" panose="020B0600070205080204" pitchFamily="34" charset="-128"/>
              </a:rPr>
              <a:t> nano-</a:t>
            </a:r>
            <a:r>
              <a:rPr lang="it-IT" sz="1600" dirty="0" err="1">
                <a:ea typeface="ＭＳ Ｐゴシック" panose="020B0600070205080204" pitchFamily="34" charset="-128"/>
              </a:rPr>
              <a:t>tweezers</a:t>
            </a:r>
            <a:r>
              <a:rPr lang="it-IT" sz="1600" dirty="0">
                <a:ea typeface="ＭＳ Ｐゴシック" panose="020B0600070205080204" pitchFamily="34" charset="-128"/>
              </a:rPr>
              <a:t> (mask </a:t>
            </a:r>
            <a:r>
              <a:rPr lang="it-IT" sz="1600" dirty="0" err="1">
                <a:ea typeface="ＭＳ Ｐゴシック" panose="020B0600070205080204" pitchFamily="34" charset="-128"/>
              </a:rPr>
              <a:t>fabrication</a:t>
            </a:r>
            <a:r>
              <a:rPr lang="it-IT" sz="1600" dirty="0">
                <a:ea typeface="ＭＳ Ｐゴシック" panose="020B0600070205080204" pitchFamily="34" charset="-128"/>
              </a:rPr>
              <a:t>)</a:t>
            </a:r>
          </a:p>
          <a:p>
            <a:pPr marL="1257300" lvl="2" indent="-342900">
              <a:buFont typeface="Arial" panose="020B0604020202020204" pitchFamily="34" charset="0"/>
              <a:buChar char="•"/>
              <a:defRPr/>
            </a:pPr>
            <a:endParaRPr lang="it-IT" dirty="0">
              <a:ea typeface="ＭＳ Ｐゴシック" panose="020B0600070205080204" pitchFamily="34" charset="-128"/>
            </a:endParaRPr>
          </a:p>
        </p:txBody>
      </p:sp>
      <p:sp>
        <p:nvSpPr>
          <p:cNvPr id="8" name="TextBox 7">
            <a:extLst>
              <a:ext uri="{FF2B5EF4-FFF2-40B4-BE49-F238E27FC236}">
                <a16:creationId xmlns:a16="http://schemas.microsoft.com/office/drawing/2014/main" id="{0D465E59-C841-0C4D-6E33-C56A02F9BC55}"/>
              </a:ext>
            </a:extLst>
          </p:cNvPr>
          <p:cNvSpPr txBox="1"/>
          <p:nvPr/>
        </p:nvSpPr>
        <p:spPr>
          <a:xfrm>
            <a:off x="6207125" y="2981325"/>
            <a:ext cx="4572000" cy="2801938"/>
          </a:xfrm>
          <a:prstGeom prst="rect">
            <a:avLst/>
          </a:prstGeom>
          <a:noFill/>
          <a:ln w="28575">
            <a:noFill/>
          </a:ln>
        </p:spPr>
        <p:txBody>
          <a:bodyPr>
            <a:spAutoFit/>
          </a:bodyPr>
          <a:lstStyle>
            <a:defPPr>
              <a:defRPr lang="en-US"/>
            </a:defPPr>
            <a:lvl2pPr marL="800100" lvl="1" indent="-342900">
              <a:buFont typeface="Arial" panose="020B0604020202020204" pitchFamily="34" charset="0"/>
              <a:buChar char="•"/>
              <a:defRPr sz="1600" b="1">
                <a:solidFill>
                  <a:srgbClr val="F0522C"/>
                </a:solidFill>
                <a:latin typeface="+mn-lt"/>
              </a:defRPr>
            </a:lvl2pPr>
            <a:lvl3pPr marL="1257300" lvl="2" indent="-342900">
              <a:buFont typeface="Arial" panose="020B0604020202020204" pitchFamily="34" charset="0"/>
              <a:buChar char="•"/>
              <a:defRPr sz="1600">
                <a:latin typeface="+mn-lt"/>
              </a:defRPr>
            </a:lvl3pPr>
          </a:lstStyle>
          <a:p>
            <a:pPr lvl="1">
              <a:defRPr/>
            </a:pPr>
            <a:r>
              <a:rPr lang="it-IT" dirty="0">
                <a:ea typeface="ＭＳ Ｐゴシック" panose="020B0600070205080204" pitchFamily="34" charset="-128"/>
              </a:rPr>
              <a:t>Pattern </a:t>
            </a:r>
            <a:r>
              <a:rPr lang="it-IT" dirty="0" err="1">
                <a:ea typeface="ＭＳ Ｐゴシック" panose="020B0600070205080204" pitchFamily="34" charset="-128"/>
              </a:rPr>
              <a:t>collapse</a:t>
            </a:r>
            <a:endParaRPr lang="it-IT" dirty="0">
              <a:ea typeface="ＭＳ Ｐゴシック" panose="020B0600070205080204" pitchFamily="34" charset="-128"/>
            </a:endParaRPr>
          </a:p>
          <a:p>
            <a:pPr lvl="2">
              <a:defRPr/>
            </a:pPr>
            <a:r>
              <a:rPr lang="it-IT" dirty="0">
                <a:ea typeface="ＭＳ Ｐゴシック" panose="020B0600070205080204" pitchFamily="34" charset="-128"/>
              </a:rPr>
              <a:t>HF vapor</a:t>
            </a:r>
          </a:p>
          <a:p>
            <a:pPr lvl="2">
              <a:defRPr/>
            </a:pPr>
            <a:r>
              <a:rPr lang="it-IT" dirty="0">
                <a:ea typeface="ＭＳ Ｐゴシック" panose="020B0600070205080204" pitchFamily="34" charset="-128"/>
              </a:rPr>
              <a:t>Plasma + </a:t>
            </a:r>
            <a:r>
              <a:rPr lang="it-IT" dirty="0" err="1">
                <a:ea typeface="ＭＳ Ｐゴシック" panose="020B0600070205080204" pitchFamily="34" charset="-128"/>
              </a:rPr>
              <a:t>sublimation</a:t>
            </a:r>
            <a:endParaRPr lang="it-IT" dirty="0">
              <a:ea typeface="ＭＳ Ｐゴシック" panose="020B0600070205080204" pitchFamily="34" charset="-128"/>
            </a:endParaRPr>
          </a:p>
          <a:p>
            <a:pPr lvl="2">
              <a:defRPr/>
            </a:pPr>
            <a:r>
              <a:rPr lang="it-IT" dirty="0" err="1">
                <a:ea typeface="ＭＳ Ｐゴシック" panose="020B0600070205080204" pitchFamily="34" charset="-128"/>
              </a:rPr>
              <a:t>Cryogenic</a:t>
            </a:r>
            <a:r>
              <a:rPr lang="it-IT" dirty="0">
                <a:ea typeface="ＭＳ Ｐゴシック" panose="020B0600070205080204" pitchFamily="34" charset="-128"/>
              </a:rPr>
              <a:t> aerosol (N2)</a:t>
            </a:r>
          </a:p>
          <a:p>
            <a:pPr lvl="2">
              <a:defRPr/>
            </a:pPr>
            <a:r>
              <a:rPr lang="it-IT" dirty="0">
                <a:ea typeface="ＭＳ Ｐゴシック" panose="020B0600070205080204" pitchFamily="34" charset="-128"/>
              </a:rPr>
              <a:t>Super-</a:t>
            </a:r>
            <a:r>
              <a:rPr lang="it-IT" dirty="0" err="1">
                <a:ea typeface="ＭＳ Ｐゴシック" panose="020B0600070205080204" pitchFamily="34" charset="-128"/>
              </a:rPr>
              <a:t>critical</a:t>
            </a:r>
            <a:r>
              <a:rPr lang="it-IT" dirty="0">
                <a:ea typeface="ＭＳ Ｐゴシック" panose="020B0600070205080204" pitchFamily="34" charset="-128"/>
              </a:rPr>
              <a:t> CO2 [0 </a:t>
            </a:r>
            <a:r>
              <a:rPr lang="it-IT" dirty="0" err="1">
                <a:ea typeface="ＭＳ Ｐゴシック" panose="020B0600070205080204" pitchFamily="34" charset="-128"/>
              </a:rPr>
              <a:t>surface</a:t>
            </a:r>
            <a:r>
              <a:rPr lang="it-IT" dirty="0">
                <a:ea typeface="ＭＳ Ｐゴシック" panose="020B0600070205080204" pitchFamily="34" charset="-128"/>
              </a:rPr>
              <a:t> </a:t>
            </a:r>
            <a:r>
              <a:rPr lang="it-IT" dirty="0" err="1">
                <a:ea typeface="ＭＳ Ｐゴシック" panose="020B0600070205080204" pitchFamily="34" charset="-128"/>
              </a:rPr>
              <a:t>tension</a:t>
            </a:r>
            <a:r>
              <a:rPr lang="it-IT" dirty="0">
                <a:ea typeface="ＭＳ Ｐゴシック" panose="020B0600070205080204" pitchFamily="34" charset="-128"/>
              </a:rPr>
              <a:t>]</a:t>
            </a:r>
          </a:p>
          <a:p>
            <a:pPr lvl="1">
              <a:defRPr/>
            </a:pPr>
            <a:endParaRPr lang="it-IT" dirty="0">
              <a:ea typeface="ＭＳ Ｐゴシック" panose="020B0600070205080204" pitchFamily="34" charset="-128"/>
            </a:endParaRPr>
          </a:p>
          <a:p>
            <a:pPr marL="914400" lvl="2" indent="0">
              <a:buNone/>
              <a:defRPr/>
            </a:pPr>
            <a:endParaRPr lang="it-IT" dirty="0">
              <a:ea typeface="ＭＳ Ｐゴシック" panose="020B0600070205080204" pitchFamily="34" charset="-128"/>
            </a:endParaRPr>
          </a:p>
          <a:p>
            <a:pPr marL="914400" lvl="2" indent="0">
              <a:buNone/>
              <a:defRPr/>
            </a:pPr>
            <a:endParaRPr lang="it-IT" dirty="0">
              <a:ea typeface="ＭＳ Ｐゴシック" panose="020B0600070205080204" pitchFamily="34" charset="-128"/>
            </a:endParaRPr>
          </a:p>
          <a:p>
            <a:pPr lvl="2">
              <a:defRPr/>
            </a:pPr>
            <a:endParaRPr lang="it-IT" dirty="0">
              <a:ea typeface="ＭＳ Ｐゴシック" panose="020B0600070205080204" pitchFamily="34" charset="-128"/>
            </a:endParaRPr>
          </a:p>
          <a:p>
            <a:pPr lvl="2">
              <a:defRPr/>
            </a:pPr>
            <a:endParaRPr lang="it-IT" dirty="0">
              <a:ea typeface="ＭＳ Ｐゴシック" panose="020B0600070205080204" pitchFamily="34" charset="-128"/>
            </a:endParaRPr>
          </a:p>
        </p:txBody>
      </p:sp>
      <p:sp>
        <p:nvSpPr>
          <p:cNvPr id="17415" name="Rectangle: Rounded Corners 9">
            <a:extLst>
              <a:ext uri="{FF2B5EF4-FFF2-40B4-BE49-F238E27FC236}">
                <a16:creationId xmlns:a16="http://schemas.microsoft.com/office/drawing/2014/main" id="{3C5C070E-2ECD-D6E4-1F25-6070F1BF9399}"/>
              </a:ext>
            </a:extLst>
          </p:cNvPr>
          <p:cNvSpPr>
            <a:spLocks noChangeArrowheads="1"/>
          </p:cNvSpPr>
          <p:nvPr/>
        </p:nvSpPr>
        <p:spPr bwMode="auto">
          <a:xfrm>
            <a:off x="1647826" y="1854201"/>
            <a:ext cx="3681413" cy="4479925"/>
          </a:xfrm>
          <a:prstGeom prst="roundRect">
            <a:avLst>
              <a:gd name="adj" fmla="val 16667"/>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anchor="ctr"/>
          <a:lstStyle>
            <a:lvl1pPr marL="173038" indent="-173038">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5000"/>
              </a:lnSpc>
              <a:spcBef>
                <a:spcPct val="35000"/>
              </a:spcBef>
              <a:buClr>
                <a:schemeClr val="tx2"/>
              </a:buClr>
              <a:buFont typeface="Times" panose="02020603050405020304" pitchFamily="18" charset="0"/>
              <a:buNone/>
            </a:pPr>
            <a:endParaRPr lang="en-US" altLang="en-US"/>
          </a:p>
        </p:txBody>
      </p:sp>
      <p:sp>
        <p:nvSpPr>
          <p:cNvPr id="17416" name="Rectangle: Rounded Corners 11">
            <a:extLst>
              <a:ext uri="{FF2B5EF4-FFF2-40B4-BE49-F238E27FC236}">
                <a16:creationId xmlns:a16="http://schemas.microsoft.com/office/drawing/2014/main" id="{E310B3DE-52B9-D438-9F2A-D4513E7B9258}"/>
              </a:ext>
            </a:extLst>
          </p:cNvPr>
          <p:cNvSpPr>
            <a:spLocks noChangeArrowheads="1"/>
          </p:cNvSpPr>
          <p:nvPr/>
        </p:nvSpPr>
        <p:spPr bwMode="auto">
          <a:xfrm>
            <a:off x="6700839" y="1824039"/>
            <a:ext cx="3883025" cy="4479925"/>
          </a:xfrm>
          <a:prstGeom prst="roundRect">
            <a:avLst>
              <a:gd name="adj" fmla="val 16667"/>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anchor="ctr"/>
          <a:lstStyle>
            <a:lvl1pPr marL="173038" indent="-173038">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5000"/>
              </a:lnSpc>
              <a:spcBef>
                <a:spcPct val="35000"/>
              </a:spcBef>
              <a:buClr>
                <a:schemeClr val="tx2"/>
              </a:buClr>
              <a:buFont typeface="Times" panose="02020603050405020304" pitchFamily="18" charset="0"/>
              <a:buNone/>
            </a:pPr>
            <a:endParaRPr lang="en-US" altLang="en-US"/>
          </a:p>
        </p:txBody>
      </p:sp>
      <p:pic>
        <p:nvPicPr>
          <p:cNvPr id="17417" name="Picture 13">
            <a:extLst>
              <a:ext uri="{FF2B5EF4-FFF2-40B4-BE49-F238E27FC236}">
                <a16:creationId xmlns:a16="http://schemas.microsoft.com/office/drawing/2014/main" id="{18D26DF9-FB00-F92E-F47B-792935053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6326" y="1987551"/>
            <a:ext cx="2270125"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Picture 14">
            <a:extLst>
              <a:ext uri="{FF2B5EF4-FFF2-40B4-BE49-F238E27FC236}">
                <a16:creationId xmlns:a16="http://schemas.microsoft.com/office/drawing/2014/main" id="{832F3461-3CAE-8233-B989-9BBBDDECD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131" t="15044" b="10966"/>
          <a:stretch>
            <a:fillRect/>
          </a:stretch>
        </p:blipFill>
        <p:spPr bwMode="auto">
          <a:xfrm>
            <a:off x="9063038" y="1944688"/>
            <a:ext cx="71755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Picture 16">
            <a:extLst>
              <a:ext uri="{FF2B5EF4-FFF2-40B4-BE49-F238E27FC236}">
                <a16:creationId xmlns:a16="http://schemas.microsoft.com/office/drawing/2014/main" id="{49AB5DE8-BB9D-F591-C8B8-F2BB41A4BB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1389" y="5351463"/>
            <a:ext cx="492442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Arrow: Left-Right 17">
            <a:extLst>
              <a:ext uri="{FF2B5EF4-FFF2-40B4-BE49-F238E27FC236}">
                <a16:creationId xmlns:a16="http://schemas.microsoft.com/office/drawing/2014/main" id="{AA558E84-BC02-DD9A-85EC-ED7832B6C420}"/>
              </a:ext>
            </a:extLst>
          </p:cNvPr>
          <p:cNvSpPr>
            <a:spLocks noChangeArrowheads="1"/>
          </p:cNvSpPr>
          <p:nvPr/>
        </p:nvSpPr>
        <p:spPr bwMode="auto">
          <a:xfrm>
            <a:off x="5410200" y="3608389"/>
            <a:ext cx="1208088" cy="573087"/>
          </a:xfrm>
          <a:prstGeom prst="leftRightArrow">
            <a:avLst>
              <a:gd name="adj1" fmla="val 50000"/>
              <a:gd name="adj2" fmla="val 50007"/>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anchor="ctr"/>
          <a:lstStyle>
            <a:lvl1pPr marL="173038" indent="-173038">
              <a:defRPr sz="2000">
                <a:solidFill>
                  <a:srgbClr val="000000"/>
                </a:solidFill>
                <a:latin typeface="Arial" panose="020B0604020202020204" pitchFamily="34" charset="0"/>
                <a:ea typeface="MS PGothic" panose="020B0600070205080204" pitchFamily="34" charset="-128"/>
              </a:defRPr>
            </a:lvl1pPr>
            <a:lvl2pPr marL="742950" indent="-285750">
              <a:defRPr sz="2000">
                <a:solidFill>
                  <a:srgbClr val="000000"/>
                </a:solidFill>
                <a:latin typeface="Arial" panose="020B0604020202020204" pitchFamily="34" charset="0"/>
                <a:ea typeface="MS PGothic" panose="020B0600070205080204" pitchFamily="34" charset="-128"/>
              </a:defRPr>
            </a:lvl2pPr>
            <a:lvl3pPr marL="1143000" indent="-228600">
              <a:defRPr sz="2000">
                <a:solidFill>
                  <a:srgbClr val="000000"/>
                </a:solidFill>
                <a:latin typeface="Arial" panose="020B0604020202020204" pitchFamily="34" charset="0"/>
                <a:ea typeface="MS PGothic" panose="020B0600070205080204" pitchFamily="34" charset="-128"/>
              </a:defRPr>
            </a:lvl3pPr>
            <a:lvl4pPr marL="1600200" indent="-228600">
              <a:defRPr sz="2000">
                <a:solidFill>
                  <a:srgbClr val="000000"/>
                </a:solidFill>
                <a:latin typeface="Arial" panose="020B0604020202020204" pitchFamily="34" charset="0"/>
                <a:ea typeface="MS PGothic" panose="020B0600070205080204" pitchFamily="34" charset="-128"/>
              </a:defRPr>
            </a:lvl4pPr>
            <a:lvl5pPr marL="2057400" indent="-22860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5000"/>
              </a:lnSpc>
              <a:spcBef>
                <a:spcPct val="35000"/>
              </a:spcBef>
              <a:buClr>
                <a:schemeClr val="tx2"/>
              </a:buClr>
              <a:buFont typeface="Times" panose="02020603050405020304" pitchFamily="18" charset="0"/>
              <a:buNone/>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C2E06A18-48E6-D284-D4F5-3C1ABC2AD7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C4B9AF79-060D-4F34-BC3B-51235AF36D5F}" type="slidenum">
              <a:rPr lang="en-US" altLang="en-US" sz="800"/>
              <a:pPr>
                <a:lnSpc>
                  <a:spcPct val="100000"/>
                </a:lnSpc>
                <a:spcBef>
                  <a:spcPct val="0"/>
                </a:spcBef>
                <a:buClr>
                  <a:srgbClr val="F68933"/>
                </a:buClr>
                <a:buFontTx/>
                <a:buNone/>
              </a:pPr>
              <a:t>8</a:t>
            </a:fld>
            <a:endParaRPr lang="en-US" altLang="en-US" sz="800"/>
          </a:p>
        </p:txBody>
      </p:sp>
      <p:sp>
        <p:nvSpPr>
          <p:cNvPr id="18435" name="Rectangle 2">
            <a:extLst>
              <a:ext uri="{FF2B5EF4-FFF2-40B4-BE49-F238E27FC236}">
                <a16:creationId xmlns:a16="http://schemas.microsoft.com/office/drawing/2014/main" id="{ECBEF33C-CC82-9BF2-F2A5-86669AE7C574}"/>
              </a:ext>
            </a:extLst>
          </p:cNvPr>
          <p:cNvSpPr>
            <a:spLocks noGrp="1" noChangeArrowheads="1"/>
          </p:cNvSpPr>
          <p:nvPr>
            <p:ph type="title"/>
          </p:nvPr>
        </p:nvSpPr>
        <p:spPr/>
        <p:txBody>
          <a:bodyPr/>
          <a:lstStyle/>
          <a:p>
            <a:pPr eaLnBrk="1" hangingPunct="1"/>
            <a:r>
              <a:rPr lang="en-US" altLang="en-US"/>
              <a:t>Plasma etching</a:t>
            </a:r>
          </a:p>
        </p:txBody>
      </p:sp>
      <p:sp>
        <p:nvSpPr>
          <p:cNvPr id="18436" name="Rectangle 3">
            <a:extLst>
              <a:ext uri="{FF2B5EF4-FFF2-40B4-BE49-F238E27FC236}">
                <a16:creationId xmlns:a16="http://schemas.microsoft.com/office/drawing/2014/main" id="{70A5D55D-5CD2-431F-9048-12E5FBB08866}"/>
              </a:ext>
            </a:extLst>
          </p:cNvPr>
          <p:cNvSpPr>
            <a:spLocks noGrp="1" noChangeArrowheads="1"/>
          </p:cNvSpPr>
          <p:nvPr>
            <p:ph type="body" idx="1"/>
          </p:nvPr>
        </p:nvSpPr>
        <p:spPr/>
        <p:txBody>
          <a:bodyPr/>
          <a:lstStyle/>
          <a:p>
            <a:pPr eaLnBrk="1" hangingPunct="1">
              <a:lnSpc>
                <a:spcPct val="85000"/>
              </a:lnSpc>
            </a:pPr>
            <a:r>
              <a:rPr lang="en-US" altLang="en-US"/>
              <a:t>A plasma is used to etch the desired material:</a:t>
            </a:r>
          </a:p>
          <a:p>
            <a:pPr lvl="1" eaLnBrk="1" hangingPunct="1">
              <a:lnSpc>
                <a:spcPct val="85000"/>
              </a:lnSpc>
            </a:pPr>
            <a:r>
              <a:rPr lang="en-US" altLang="en-US"/>
              <a:t>Both chemical reactions and ionic bombardment contribute to film removal.</a:t>
            </a:r>
          </a:p>
          <a:p>
            <a:pPr eaLnBrk="1" hangingPunct="1">
              <a:lnSpc>
                <a:spcPct val="85000"/>
              </a:lnSpc>
            </a:pPr>
            <a:r>
              <a:rPr lang="en-US" altLang="en-US"/>
              <a:t>Pros</a:t>
            </a:r>
          </a:p>
          <a:p>
            <a:pPr lvl="1" eaLnBrk="1" hangingPunct="1">
              <a:lnSpc>
                <a:spcPct val="85000"/>
              </a:lnSpc>
            </a:pPr>
            <a:r>
              <a:rPr lang="en-US" altLang="en-US" b="1"/>
              <a:t>High anisotropy</a:t>
            </a:r>
          </a:p>
          <a:p>
            <a:pPr lvl="1" eaLnBrk="1" hangingPunct="1">
              <a:lnSpc>
                <a:spcPct val="85000"/>
              </a:lnSpc>
            </a:pPr>
            <a:r>
              <a:rPr lang="en-GB" altLang="en-US" b="1"/>
              <a:t>Profile shape controllability</a:t>
            </a:r>
            <a:endParaRPr lang="en-US" altLang="en-US" b="1"/>
          </a:p>
          <a:p>
            <a:pPr eaLnBrk="1" hangingPunct="1">
              <a:lnSpc>
                <a:spcPct val="85000"/>
              </a:lnSpc>
            </a:pPr>
            <a:r>
              <a:rPr lang="en-US" altLang="en-US"/>
              <a:t>Cons</a:t>
            </a:r>
          </a:p>
          <a:p>
            <a:pPr lvl="1" eaLnBrk="1" hangingPunct="1">
              <a:lnSpc>
                <a:spcPct val="85000"/>
              </a:lnSpc>
            </a:pPr>
            <a:r>
              <a:rPr lang="en-US" altLang="en-US"/>
              <a:t>Contamination</a:t>
            </a:r>
          </a:p>
          <a:p>
            <a:pPr lvl="1" eaLnBrk="1" hangingPunct="1">
              <a:lnSpc>
                <a:spcPct val="85000"/>
              </a:lnSpc>
            </a:pPr>
            <a:r>
              <a:rPr lang="en-GB" altLang="en-US"/>
              <a:t>Damage</a:t>
            </a:r>
          </a:p>
          <a:p>
            <a:pPr lvl="1" eaLnBrk="1" hangingPunct="1">
              <a:lnSpc>
                <a:spcPct val="85000"/>
              </a:lnSpc>
            </a:pPr>
            <a:r>
              <a:rPr lang="en-GB" altLang="en-US"/>
              <a:t>Loading and memory effects</a:t>
            </a:r>
          </a:p>
          <a:p>
            <a:pPr lvl="1" eaLnBrk="1" hangingPunct="1">
              <a:lnSpc>
                <a:spcPct val="85000"/>
              </a:lnSpc>
            </a:pPr>
            <a:r>
              <a:rPr lang="en-GB" altLang="en-US"/>
              <a:t>Etch by-products to be removed</a:t>
            </a:r>
          </a:p>
          <a:p>
            <a:pPr lvl="1" eaLnBrk="1" hangingPunct="1">
              <a:lnSpc>
                <a:spcPct val="85000"/>
              </a:lnSpc>
            </a:pPr>
            <a:endParaRPr lang="en-US" altLang="en-US"/>
          </a:p>
          <a:p>
            <a:pPr lvl="1" eaLnBrk="1" hangingPunct="1">
              <a:lnSpc>
                <a:spcPct val="85000"/>
              </a:lnSpc>
              <a:buFontTx/>
              <a:buNone/>
            </a:pPr>
            <a:endParaRPr lang="en-US" altLang="en-US"/>
          </a:p>
          <a:p>
            <a:pPr lvl="1" eaLnBrk="1" hangingPunct="1">
              <a:lnSpc>
                <a:spcPct val="85000"/>
              </a:lnSpc>
            </a:pP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A3D7FEF2-63FD-4FD8-0E3E-57CD33B434A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95214025-F87A-4F28-A195-EC0C5C66E100}" type="slidenum">
              <a:rPr lang="en-US" altLang="en-US" sz="800"/>
              <a:pPr>
                <a:lnSpc>
                  <a:spcPct val="100000"/>
                </a:lnSpc>
                <a:spcBef>
                  <a:spcPct val="0"/>
                </a:spcBef>
                <a:buClr>
                  <a:srgbClr val="F68933"/>
                </a:buClr>
                <a:buFontTx/>
                <a:buNone/>
              </a:pPr>
              <a:t>9</a:t>
            </a:fld>
            <a:endParaRPr lang="en-US" altLang="en-US" sz="800"/>
          </a:p>
        </p:txBody>
      </p:sp>
      <p:sp>
        <p:nvSpPr>
          <p:cNvPr id="19459" name="Rectangle 2">
            <a:extLst>
              <a:ext uri="{FF2B5EF4-FFF2-40B4-BE49-F238E27FC236}">
                <a16:creationId xmlns:a16="http://schemas.microsoft.com/office/drawing/2014/main" id="{C03EC713-45CF-633C-9A10-F5F22A90E938}"/>
              </a:ext>
            </a:extLst>
          </p:cNvPr>
          <p:cNvSpPr>
            <a:spLocks noGrp="1" noChangeArrowheads="1"/>
          </p:cNvSpPr>
          <p:nvPr>
            <p:ph type="title"/>
          </p:nvPr>
        </p:nvSpPr>
        <p:spPr/>
        <p:txBody>
          <a:bodyPr/>
          <a:lstStyle/>
          <a:p>
            <a:pPr eaLnBrk="1" hangingPunct="1"/>
            <a:r>
              <a:rPr lang="en-GB" altLang="en-US"/>
              <a:t>Plasma etching</a:t>
            </a:r>
            <a:endParaRPr lang="en-US" altLang="en-US"/>
          </a:p>
        </p:txBody>
      </p:sp>
      <p:graphicFrame>
        <p:nvGraphicFramePr>
          <p:cNvPr id="19460" name="Object 4">
            <a:extLst>
              <a:ext uri="{FF2B5EF4-FFF2-40B4-BE49-F238E27FC236}">
                <a16:creationId xmlns:a16="http://schemas.microsoft.com/office/drawing/2014/main" id="{7B8D5041-B959-DC74-DA45-04A08BB3E20B}"/>
              </a:ext>
            </a:extLst>
          </p:cNvPr>
          <p:cNvGraphicFramePr>
            <a:graphicFrameLocks noChangeAspect="1"/>
          </p:cNvGraphicFramePr>
          <p:nvPr/>
        </p:nvGraphicFramePr>
        <p:xfrm>
          <a:off x="1524001" y="1031875"/>
          <a:ext cx="4340225" cy="2782888"/>
        </p:xfrm>
        <a:graphic>
          <a:graphicData uri="http://schemas.openxmlformats.org/presentationml/2006/ole">
            <mc:AlternateContent xmlns:mc="http://schemas.openxmlformats.org/markup-compatibility/2006">
              <mc:Choice xmlns:v="urn:schemas-microsoft-com:vml" Requires="v">
                <p:oleObj name="Document" r:id="rId2" imgW="4788408" imgH="3069336" progId="Word.Document.8">
                  <p:embed/>
                </p:oleObj>
              </mc:Choice>
              <mc:Fallback>
                <p:oleObj name="Document" r:id="rId2" imgW="4788408" imgH="3069336" progId="Word.Document.8">
                  <p:embed/>
                  <p:pic>
                    <p:nvPicPr>
                      <p:cNvPr id="19460" name="Object 4">
                        <a:extLst>
                          <a:ext uri="{FF2B5EF4-FFF2-40B4-BE49-F238E27FC236}">
                            <a16:creationId xmlns:a16="http://schemas.microsoft.com/office/drawing/2014/main" id="{7B8D5041-B959-DC74-DA45-04A08BB3E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1031875"/>
                        <a:ext cx="4340225" cy="278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5">
            <a:extLst>
              <a:ext uri="{FF2B5EF4-FFF2-40B4-BE49-F238E27FC236}">
                <a16:creationId xmlns:a16="http://schemas.microsoft.com/office/drawing/2014/main" id="{077F4224-7BAA-4975-83EB-82E42CD679A8}"/>
              </a:ext>
            </a:extLst>
          </p:cNvPr>
          <p:cNvGraphicFramePr>
            <a:graphicFrameLocks noChangeAspect="1"/>
          </p:cNvGraphicFramePr>
          <p:nvPr/>
        </p:nvGraphicFramePr>
        <p:xfrm>
          <a:off x="2057401" y="4148138"/>
          <a:ext cx="3186113" cy="2239962"/>
        </p:xfrm>
        <a:graphic>
          <a:graphicData uri="http://schemas.openxmlformats.org/presentationml/2006/ole">
            <mc:AlternateContent xmlns:mc="http://schemas.openxmlformats.org/markup-compatibility/2006">
              <mc:Choice xmlns:v="urn:schemas-microsoft-com:vml" Requires="v">
                <p:oleObj name="Document" r:id="rId4" imgW="3468624" imgH="2438400" progId="Word.Document.8">
                  <p:embed/>
                </p:oleObj>
              </mc:Choice>
              <mc:Fallback>
                <p:oleObj name="Document" r:id="rId4" imgW="3468624" imgH="2438400" progId="Word.Document.8">
                  <p:embed/>
                  <p:pic>
                    <p:nvPicPr>
                      <p:cNvPr id="19461" name="Object 5">
                        <a:extLst>
                          <a:ext uri="{FF2B5EF4-FFF2-40B4-BE49-F238E27FC236}">
                            <a16:creationId xmlns:a16="http://schemas.microsoft.com/office/drawing/2014/main" id="{077F4224-7BAA-4975-83EB-82E42CD679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1" y="4148138"/>
                        <a:ext cx="3186113" cy="223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2" name="Text Box 6">
            <a:extLst>
              <a:ext uri="{FF2B5EF4-FFF2-40B4-BE49-F238E27FC236}">
                <a16:creationId xmlns:a16="http://schemas.microsoft.com/office/drawing/2014/main" id="{24F699E5-8FC7-C936-CA7C-208F93F55953}"/>
              </a:ext>
            </a:extLst>
          </p:cNvPr>
          <p:cNvSpPr txBox="1">
            <a:spLocks noChangeArrowheads="1"/>
          </p:cNvSpPr>
          <p:nvPr/>
        </p:nvSpPr>
        <p:spPr bwMode="auto">
          <a:xfrm>
            <a:off x="6096000" y="1547814"/>
            <a:ext cx="4572000" cy="531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lnSpc>
                <a:spcPct val="85000"/>
              </a:lnSpc>
            </a:pPr>
            <a:r>
              <a:rPr lang="en-US" altLang="en-US" sz="2000"/>
              <a:t> Typical RF-powered plasma etch  systems look just like PECVD or sputtering systems.</a:t>
            </a:r>
          </a:p>
          <a:p>
            <a:pPr eaLnBrk="1" hangingPunct="1">
              <a:lnSpc>
                <a:spcPct val="85000"/>
              </a:lnSpc>
              <a:buFont typeface="Times" panose="02020603050405020304" pitchFamily="18" charset="0"/>
              <a:buNone/>
            </a:pPr>
            <a:endParaRPr lang="en-US" altLang="en-US" sz="2000"/>
          </a:p>
          <a:p>
            <a:pPr eaLnBrk="1" hangingPunct="1">
              <a:lnSpc>
                <a:spcPct val="85000"/>
              </a:lnSpc>
            </a:pPr>
            <a:r>
              <a:rPr lang="en-US" altLang="en-US" sz="2000"/>
              <a:t> Both chemical (highly reactive) species and ionic (very directional) species typically play a role.</a:t>
            </a:r>
          </a:p>
          <a:p>
            <a:pPr eaLnBrk="1" hangingPunct="1">
              <a:lnSpc>
                <a:spcPct val="85000"/>
              </a:lnSpc>
              <a:buFont typeface="Times" panose="02020603050405020304" pitchFamily="18" charset="0"/>
              <a:buNone/>
            </a:pPr>
            <a:endParaRPr lang="en-US" altLang="en-US" sz="2000"/>
          </a:p>
          <a:p>
            <a:pPr eaLnBrk="1" hangingPunct="1">
              <a:lnSpc>
                <a:spcPct val="85000"/>
              </a:lnSpc>
            </a:pPr>
            <a:r>
              <a:rPr lang="en-US" altLang="en-US" sz="2000"/>
              <a:t> V</a:t>
            </a:r>
            <a:r>
              <a:rPr lang="en-US" altLang="en-US" sz="2000" baseline="-25000"/>
              <a:t>P</a:t>
            </a:r>
            <a:r>
              <a:rPr lang="en-US" altLang="en-US" sz="2000"/>
              <a:t> is positive to equalize electron and ion fluxes.</a:t>
            </a:r>
          </a:p>
          <a:p>
            <a:pPr eaLnBrk="1" hangingPunct="1">
              <a:lnSpc>
                <a:spcPct val="85000"/>
              </a:lnSpc>
            </a:pPr>
            <a:r>
              <a:rPr lang="en-US" altLang="en-US" sz="2000"/>
              <a:t>Smaller electrode has higher fields to maintain current continuity (higher RF current density).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FF77912F-1ABB-AA94-BDC6-3F2A7280833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17D100C-2E58-41B5-8A95-D70155ADD2ED}" type="slidenum">
              <a:rPr lang="en-US" altLang="en-US" sz="800"/>
              <a:pPr>
                <a:lnSpc>
                  <a:spcPct val="100000"/>
                </a:lnSpc>
                <a:spcBef>
                  <a:spcPct val="0"/>
                </a:spcBef>
                <a:buClr>
                  <a:srgbClr val="F68933"/>
                </a:buClr>
                <a:buFontTx/>
                <a:buNone/>
              </a:pPr>
              <a:t>10</a:t>
            </a:fld>
            <a:endParaRPr lang="en-US" altLang="en-US" sz="800"/>
          </a:p>
        </p:txBody>
      </p:sp>
      <p:sp>
        <p:nvSpPr>
          <p:cNvPr id="20483" name="Rectangle 2">
            <a:extLst>
              <a:ext uri="{FF2B5EF4-FFF2-40B4-BE49-F238E27FC236}">
                <a16:creationId xmlns:a16="http://schemas.microsoft.com/office/drawing/2014/main" id="{7DF01C8D-47D4-BC23-1915-956DF57EA361}"/>
              </a:ext>
            </a:extLst>
          </p:cNvPr>
          <p:cNvSpPr>
            <a:spLocks noGrp="1" noChangeArrowheads="1"/>
          </p:cNvSpPr>
          <p:nvPr>
            <p:ph type="title"/>
          </p:nvPr>
        </p:nvSpPr>
        <p:spPr/>
        <p:txBody>
          <a:bodyPr/>
          <a:lstStyle/>
          <a:p>
            <a:pPr eaLnBrk="1" hangingPunct="1"/>
            <a:r>
              <a:rPr lang="en-US" altLang="en-US"/>
              <a:t>Plasma etching basic mechanisms</a:t>
            </a:r>
          </a:p>
        </p:txBody>
      </p:sp>
      <p:graphicFrame>
        <p:nvGraphicFramePr>
          <p:cNvPr id="20484" name="Object 4">
            <a:extLst>
              <a:ext uri="{FF2B5EF4-FFF2-40B4-BE49-F238E27FC236}">
                <a16:creationId xmlns:a16="http://schemas.microsoft.com/office/drawing/2014/main" id="{42EF239D-DD8C-4010-F8F2-0EF19DFB9F48}"/>
              </a:ext>
            </a:extLst>
          </p:cNvPr>
          <p:cNvGraphicFramePr>
            <a:graphicFrameLocks noChangeAspect="1"/>
          </p:cNvGraphicFramePr>
          <p:nvPr/>
        </p:nvGraphicFramePr>
        <p:xfrm>
          <a:off x="1524000" y="1635125"/>
          <a:ext cx="3981450" cy="3587750"/>
        </p:xfrm>
        <a:graphic>
          <a:graphicData uri="http://schemas.openxmlformats.org/presentationml/2006/ole">
            <mc:AlternateContent xmlns:mc="http://schemas.openxmlformats.org/markup-compatibility/2006">
              <mc:Choice xmlns:v="urn:schemas-microsoft-com:vml" Requires="v">
                <p:oleObj name="Document" r:id="rId2" imgW="4102608" imgH="3697224" progId="Word.Document.8">
                  <p:embed/>
                </p:oleObj>
              </mc:Choice>
              <mc:Fallback>
                <p:oleObj name="Document" r:id="rId2" imgW="4102608" imgH="3697224" progId="Word.Document.8">
                  <p:embed/>
                  <p:pic>
                    <p:nvPicPr>
                      <p:cNvPr id="20484" name="Object 4">
                        <a:extLst>
                          <a:ext uri="{FF2B5EF4-FFF2-40B4-BE49-F238E27FC236}">
                            <a16:creationId xmlns:a16="http://schemas.microsoft.com/office/drawing/2014/main" id="{42EF239D-DD8C-4010-F8F2-0EF19DFB9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635125"/>
                        <a:ext cx="3981450" cy="358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 name="Text Box 5">
            <a:extLst>
              <a:ext uri="{FF2B5EF4-FFF2-40B4-BE49-F238E27FC236}">
                <a16:creationId xmlns:a16="http://schemas.microsoft.com/office/drawing/2014/main" id="{2FA25967-5AA8-ECF0-316E-19D8B81F51D2}"/>
              </a:ext>
            </a:extLst>
          </p:cNvPr>
          <p:cNvSpPr txBox="1">
            <a:spLocks noChangeArrowheads="1"/>
          </p:cNvSpPr>
          <p:nvPr/>
        </p:nvSpPr>
        <p:spPr bwMode="auto">
          <a:xfrm>
            <a:off x="5776913" y="1258888"/>
            <a:ext cx="4545012"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lnSpc>
                <a:spcPct val="85000"/>
              </a:lnSpc>
            </a:pPr>
            <a:r>
              <a:rPr lang="en-US" altLang="en-US" sz="1800"/>
              <a:t> Etching gases include halide-containing species such as CF4, SiF6, Cl2, and HBr, plus additives such as O2, H2 and Ar.  O2 by itself is used to etch photoresist.  </a:t>
            </a:r>
          </a:p>
          <a:p>
            <a:pPr eaLnBrk="1" hangingPunct="1">
              <a:lnSpc>
                <a:spcPct val="85000"/>
              </a:lnSpc>
              <a:buFont typeface="Times" panose="02020603050405020304" pitchFamily="18" charset="0"/>
              <a:buNone/>
            </a:pPr>
            <a:endParaRPr lang="en-US" altLang="en-US" sz="1800"/>
          </a:p>
          <a:p>
            <a:pPr eaLnBrk="1" hangingPunct="1">
              <a:lnSpc>
                <a:spcPct val="85000"/>
              </a:lnSpc>
            </a:pPr>
            <a:r>
              <a:rPr lang="en-US" altLang="en-US" sz="1800"/>
              <a:t> Pressure = 1 mtorr to 1 torr.</a:t>
            </a:r>
          </a:p>
          <a:p>
            <a:pPr eaLnBrk="1" hangingPunct="1">
              <a:lnSpc>
                <a:spcPct val="85000"/>
              </a:lnSpc>
            </a:pPr>
            <a:endParaRPr lang="en-US" altLang="en-US" sz="1800"/>
          </a:p>
          <a:p>
            <a:pPr eaLnBrk="1" hangingPunct="1">
              <a:lnSpc>
                <a:spcPct val="85000"/>
              </a:lnSpc>
            </a:pPr>
            <a:r>
              <a:rPr lang="en-US" altLang="en-US" sz="1800"/>
              <a:t> Typically there are about 10</a:t>
            </a:r>
            <a:r>
              <a:rPr lang="en-US" altLang="en-US" sz="1800" baseline="30000"/>
              <a:t>15</a:t>
            </a:r>
            <a:r>
              <a:rPr lang="en-US" altLang="en-US" sz="1800"/>
              <a:t> cm-3 neutral species (1 to 10% of which may be free radicals) and 10</a:t>
            </a:r>
            <a:r>
              <a:rPr lang="en-US" altLang="en-US" sz="1800" baseline="30000"/>
              <a:t>8</a:t>
            </a:r>
            <a:r>
              <a:rPr lang="en-US" altLang="en-US" sz="1800"/>
              <a:t>-10</a:t>
            </a:r>
            <a:r>
              <a:rPr lang="en-US" altLang="en-US" sz="1800" baseline="30000"/>
              <a:t>12</a:t>
            </a:r>
            <a:r>
              <a:rPr lang="en-US" altLang="en-US" sz="1800"/>
              <a:t> cm</a:t>
            </a:r>
            <a:r>
              <a:rPr lang="en-US" altLang="en-US" sz="1800" baseline="30000"/>
              <a:t>-3</a:t>
            </a:r>
            <a:r>
              <a:rPr lang="en-US" altLang="en-US" sz="1800"/>
              <a:t> ions and electrons.</a:t>
            </a:r>
          </a:p>
          <a:p>
            <a:pPr eaLnBrk="1" hangingPunct="1">
              <a:lnSpc>
                <a:spcPct val="85000"/>
              </a:lnSpc>
              <a:buFont typeface="Times" panose="02020603050405020304" pitchFamily="18" charset="0"/>
              <a:buNone/>
            </a:pPr>
            <a:r>
              <a:rPr lang="en-US" altLang="en-US" sz="1800"/>
              <a:t> </a:t>
            </a:r>
          </a:p>
          <a:p>
            <a:pPr eaLnBrk="1" hangingPunct="1">
              <a:lnSpc>
                <a:spcPct val="85000"/>
              </a:lnSpc>
            </a:pPr>
            <a:r>
              <a:rPr lang="en-US" altLang="en-US" sz="1800"/>
              <a:t> In standard plasma systems, the plasma density is closely coupled to the ion  energy  (as determined by the sheath voltage).  Increasing the power increases both.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6E9172C7-867A-65EA-D061-2F65E840D46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FC40F1B-7D03-4EC5-9BA5-70FBC4C078B3}" type="slidenum">
              <a:rPr lang="en-US" altLang="en-US" sz="800"/>
              <a:pPr>
                <a:lnSpc>
                  <a:spcPct val="100000"/>
                </a:lnSpc>
                <a:spcBef>
                  <a:spcPct val="0"/>
                </a:spcBef>
                <a:buClr>
                  <a:srgbClr val="F68933"/>
                </a:buClr>
                <a:buFontTx/>
                <a:buNone/>
              </a:pPr>
              <a:t>11</a:t>
            </a:fld>
            <a:endParaRPr lang="en-US" altLang="en-US" sz="800"/>
          </a:p>
        </p:txBody>
      </p:sp>
      <p:sp>
        <p:nvSpPr>
          <p:cNvPr id="21507" name="Rectangle 2">
            <a:extLst>
              <a:ext uri="{FF2B5EF4-FFF2-40B4-BE49-F238E27FC236}">
                <a16:creationId xmlns:a16="http://schemas.microsoft.com/office/drawing/2014/main" id="{08D66663-C7C9-D998-9875-EDF4A14BAE8E}"/>
              </a:ext>
            </a:extLst>
          </p:cNvPr>
          <p:cNvSpPr>
            <a:spLocks noGrp="1" noChangeArrowheads="1"/>
          </p:cNvSpPr>
          <p:nvPr>
            <p:ph type="title"/>
          </p:nvPr>
        </p:nvSpPr>
        <p:spPr/>
        <p:txBody>
          <a:bodyPr/>
          <a:lstStyle/>
          <a:p>
            <a:pPr eaLnBrk="1" hangingPunct="1"/>
            <a:r>
              <a:rPr lang="en-US" altLang="en-US"/>
              <a:t>Plasma etching basic mechanisms</a:t>
            </a:r>
          </a:p>
        </p:txBody>
      </p:sp>
      <p:sp>
        <p:nvSpPr>
          <p:cNvPr id="21508" name="Rectangle 3">
            <a:extLst>
              <a:ext uri="{FF2B5EF4-FFF2-40B4-BE49-F238E27FC236}">
                <a16:creationId xmlns:a16="http://schemas.microsoft.com/office/drawing/2014/main" id="{E1501685-66CC-760E-8C5A-28D701493CB7}"/>
              </a:ext>
            </a:extLst>
          </p:cNvPr>
          <p:cNvSpPr>
            <a:spLocks noGrp="1" noChangeArrowheads="1"/>
          </p:cNvSpPr>
          <p:nvPr>
            <p:ph type="body" idx="1"/>
          </p:nvPr>
        </p:nvSpPr>
        <p:spPr>
          <a:xfrm>
            <a:off x="1524000" y="1333500"/>
            <a:ext cx="8402638" cy="4114800"/>
          </a:xfrm>
        </p:spPr>
        <p:txBody>
          <a:bodyPr/>
          <a:lstStyle/>
          <a:p>
            <a:pPr eaLnBrk="1" hangingPunct="1"/>
            <a:r>
              <a:rPr lang="en-GB" altLang="en-US" b="1"/>
              <a:t>Chemical etching</a:t>
            </a:r>
            <a:endParaRPr lang="en-US" altLang="en-US" b="1"/>
          </a:p>
        </p:txBody>
      </p:sp>
      <p:graphicFrame>
        <p:nvGraphicFramePr>
          <p:cNvPr id="21509" name="Object 4">
            <a:extLst>
              <a:ext uri="{FF2B5EF4-FFF2-40B4-BE49-F238E27FC236}">
                <a16:creationId xmlns:a16="http://schemas.microsoft.com/office/drawing/2014/main" id="{C1BA67DD-32CD-8F34-9CB0-85FAA2397D20}"/>
              </a:ext>
            </a:extLst>
          </p:cNvPr>
          <p:cNvGraphicFramePr>
            <a:graphicFrameLocks noChangeAspect="1"/>
          </p:cNvGraphicFramePr>
          <p:nvPr/>
        </p:nvGraphicFramePr>
        <p:xfrm>
          <a:off x="1889125" y="1884363"/>
          <a:ext cx="3494088" cy="2425700"/>
        </p:xfrm>
        <a:graphic>
          <a:graphicData uri="http://schemas.openxmlformats.org/presentationml/2006/ole">
            <mc:AlternateContent xmlns:mc="http://schemas.openxmlformats.org/markup-compatibility/2006">
              <mc:Choice xmlns:v="urn:schemas-microsoft-com:vml" Requires="v">
                <p:oleObj name="Document" r:id="rId2" imgW="3493008" imgH="2426208" progId="Word.Document.8">
                  <p:embed/>
                </p:oleObj>
              </mc:Choice>
              <mc:Fallback>
                <p:oleObj name="Document" r:id="rId2" imgW="3493008" imgH="2426208" progId="Word.Document.8">
                  <p:embed/>
                  <p:pic>
                    <p:nvPicPr>
                      <p:cNvPr id="21509" name="Object 4">
                        <a:extLst>
                          <a:ext uri="{FF2B5EF4-FFF2-40B4-BE49-F238E27FC236}">
                            <a16:creationId xmlns:a16="http://schemas.microsoft.com/office/drawing/2014/main" id="{C1BA67DD-32CD-8F34-9CB0-85FAA2397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125" y="1884363"/>
                        <a:ext cx="3494088" cy="242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1510" name="Picture 5">
            <a:extLst>
              <a:ext uri="{FF2B5EF4-FFF2-40B4-BE49-F238E27FC236}">
                <a16:creationId xmlns:a16="http://schemas.microsoft.com/office/drawing/2014/main" id="{16D36580-6DEC-B332-0757-BD43BA3B0D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7325" y="4398963"/>
            <a:ext cx="2133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Text Box 6">
            <a:extLst>
              <a:ext uri="{FF2B5EF4-FFF2-40B4-BE49-F238E27FC236}">
                <a16:creationId xmlns:a16="http://schemas.microsoft.com/office/drawing/2014/main" id="{6676F054-A86E-6565-57BB-8B981186B26A}"/>
              </a:ext>
            </a:extLst>
          </p:cNvPr>
          <p:cNvSpPr txBox="1">
            <a:spLocks noChangeArrowheads="1"/>
          </p:cNvSpPr>
          <p:nvPr/>
        </p:nvSpPr>
        <p:spPr bwMode="auto">
          <a:xfrm>
            <a:off x="6096000" y="1573213"/>
            <a:ext cx="4351338" cy="333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Gas phase etchants are formed in the plasma (often, very reactive radicals)</a:t>
            </a:r>
          </a:p>
          <a:p>
            <a:pPr eaLnBrk="1" hangingPunct="1">
              <a:spcBef>
                <a:spcPct val="50000"/>
              </a:spcBef>
            </a:pPr>
            <a:r>
              <a:rPr lang="en-GB" altLang="en-US" sz="2000"/>
              <a:t>Arrival angle distribution is uniform (cos</a:t>
            </a:r>
            <a:r>
              <a:rPr lang="en-GB" altLang="en-US" sz="2000" baseline="30000"/>
              <a:t>n</a:t>
            </a:r>
            <a:r>
              <a:rPr lang="en-GB" altLang="en-US" sz="2000">
                <a:latin typeface="Symbol" panose="05050102010706020507" pitchFamily="18" charset="2"/>
              </a:rPr>
              <a:t>q</a:t>
            </a:r>
            <a:r>
              <a:rPr lang="en-GB" altLang="en-US" sz="2000"/>
              <a:t> with n=1)</a:t>
            </a:r>
          </a:p>
          <a:p>
            <a:pPr eaLnBrk="1" hangingPunct="1">
              <a:spcBef>
                <a:spcPct val="50000"/>
              </a:spcBef>
            </a:pPr>
            <a:r>
              <a:rPr lang="en-GB" altLang="en-US" sz="2000"/>
              <a:t>Low sticking coefficient S</a:t>
            </a:r>
            <a:r>
              <a:rPr lang="en-GB" altLang="en-US" sz="2000" baseline="-25000"/>
              <a:t>s</a:t>
            </a:r>
            <a:endParaRPr lang="en-GB" altLang="en-US" sz="2000"/>
          </a:p>
          <a:p>
            <a:pPr eaLnBrk="1" hangingPunct="1">
              <a:spcBef>
                <a:spcPct val="50000"/>
              </a:spcBef>
            </a:pPr>
            <a:r>
              <a:rPr lang="en-GB" altLang="en-US" sz="2000"/>
              <a:t>Since the etch is purely chemical, it’s also isotropic</a:t>
            </a:r>
          </a:p>
          <a:p>
            <a:pPr eaLnBrk="1" hangingPunct="1">
              <a:spcBef>
                <a:spcPct val="50000"/>
              </a:spcBef>
            </a:pPr>
            <a:r>
              <a:rPr lang="en-GB" altLang="en-US" sz="2000"/>
              <a:t>High selectivity</a:t>
            </a:r>
            <a:endParaRPr lang="en-US" altLang="en-US" sz="2000"/>
          </a:p>
        </p:txBody>
      </p:sp>
      <p:sp>
        <p:nvSpPr>
          <p:cNvPr id="21512" name="Text Box 7">
            <a:extLst>
              <a:ext uri="{FF2B5EF4-FFF2-40B4-BE49-F238E27FC236}">
                <a16:creationId xmlns:a16="http://schemas.microsoft.com/office/drawing/2014/main" id="{9F53CE52-B156-9C35-AA18-9F78AD8C72E8}"/>
              </a:ext>
            </a:extLst>
          </p:cNvPr>
          <p:cNvSpPr txBox="1">
            <a:spLocks noChangeArrowheads="1"/>
          </p:cNvSpPr>
          <p:nvPr/>
        </p:nvSpPr>
        <p:spPr bwMode="auto">
          <a:xfrm>
            <a:off x="6096001" y="5084763"/>
            <a:ext cx="3402013" cy="1276350"/>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Es.</a:t>
            </a:r>
          </a:p>
          <a:p>
            <a:pPr eaLnBrk="1" hangingPunct="1">
              <a:spcBef>
                <a:spcPct val="50000"/>
              </a:spcBef>
              <a:buFont typeface="Times" panose="02020603050405020304" pitchFamily="18" charset="0"/>
              <a:buNone/>
            </a:pPr>
            <a:r>
              <a:rPr lang="en-GB" altLang="en-US" sz="2000" b="1"/>
              <a:t>e</a:t>
            </a:r>
            <a:r>
              <a:rPr lang="en-GB" altLang="en-US" sz="2000" b="1" baseline="30000"/>
              <a:t>-</a:t>
            </a:r>
            <a:r>
              <a:rPr lang="en-GB" altLang="en-US" sz="2000" b="1"/>
              <a:t>+CF</a:t>
            </a:r>
            <a:r>
              <a:rPr lang="en-GB" altLang="en-US" sz="2000" b="1" baseline="-25000"/>
              <a:t>4</a:t>
            </a:r>
            <a:r>
              <a:rPr lang="en-GB" altLang="en-US" sz="2000" b="1"/>
              <a:t> </a:t>
            </a:r>
            <a:r>
              <a:rPr lang="en-GB" altLang="en-US" sz="2000" b="1">
                <a:sym typeface="Wingdings" panose="05000000000000000000" pitchFamily="2" charset="2"/>
              </a:rPr>
              <a:t> CF</a:t>
            </a:r>
            <a:r>
              <a:rPr lang="en-GB" altLang="en-US" sz="2000" b="1" baseline="-25000">
                <a:sym typeface="Wingdings" panose="05000000000000000000" pitchFamily="2" charset="2"/>
              </a:rPr>
              <a:t>3</a:t>
            </a:r>
            <a:r>
              <a:rPr lang="en-GB" altLang="en-US" sz="2000" b="1">
                <a:sym typeface="Wingdings" panose="05000000000000000000" pitchFamily="2" charset="2"/>
              </a:rPr>
              <a:t>+F+e</a:t>
            </a:r>
            <a:r>
              <a:rPr lang="en-GB" altLang="en-US" sz="2000" b="1" baseline="30000">
                <a:sym typeface="Wingdings" panose="05000000000000000000" pitchFamily="2" charset="2"/>
              </a:rPr>
              <a:t>-</a:t>
            </a:r>
          </a:p>
          <a:p>
            <a:pPr eaLnBrk="1" hangingPunct="1">
              <a:spcBef>
                <a:spcPct val="50000"/>
              </a:spcBef>
              <a:buFont typeface="Times" panose="02020603050405020304" pitchFamily="18" charset="0"/>
              <a:buNone/>
            </a:pPr>
            <a:r>
              <a:rPr lang="en-GB" altLang="en-US" sz="2000" b="1">
                <a:sym typeface="Wingdings" panose="05000000000000000000" pitchFamily="2" charset="2"/>
              </a:rPr>
              <a:t>4F+Si(s)  SiF</a:t>
            </a:r>
            <a:r>
              <a:rPr lang="en-GB" altLang="en-US" sz="2000" b="1" baseline="-25000">
                <a:sym typeface="Wingdings" panose="05000000000000000000" pitchFamily="2" charset="2"/>
              </a:rPr>
              <a:t>4</a:t>
            </a:r>
            <a:endParaRPr lang="en-US" altLang="en-US" sz="2000" b="1">
              <a:sym typeface="Wingdings" panose="05000000000000000000" pitchFamily="2"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2B2BF459-8C5A-9A77-09E1-72866C4CA81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A015001E-FEF0-4C19-A9A7-95352F7E425F}" type="slidenum">
              <a:rPr lang="en-US" altLang="en-US" sz="800"/>
              <a:pPr>
                <a:lnSpc>
                  <a:spcPct val="100000"/>
                </a:lnSpc>
                <a:spcBef>
                  <a:spcPct val="0"/>
                </a:spcBef>
                <a:buClr>
                  <a:srgbClr val="F68933"/>
                </a:buClr>
                <a:buFontTx/>
                <a:buNone/>
              </a:pPr>
              <a:t>12</a:t>
            </a:fld>
            <a:endParaRPr lang="en-US" altLang="en-US" sz="800"/>
          </a:p>
        </p:txBody>
      </p:sp>
      <p:sp>
        <p:nvSpPr>
          <p:cNvPr id="22531" name="Rectangle 178">
            <a:extLst>
              <a:ext uri="{FF2B5EF4-FFF2-40B4-BE49-F238E27FC236}">
                <a16:creationId xmlns:a16="http://schemas.microsoft.com/office/drawing/2014/main" id="{B3F78ECA-8E83-9513-794B-AAD2C408FA49}"/>
              </a:ext>
            </a:extLst>
          </p:cNvPr>
          <p:cNvSpPr>
            <a:spLocks noChangeArrowheads="1"/>
          </p:cNvSpPr>
          <p:nvPr/>
        </p:nvSpPr>
        <p:spPr bwMode="auto">
          <a:xfrm>
            <a:off x="1524001" y="3913188"/>
            <a:ext cx="4316413" cy="2667000"/>
          </a:xfrm>
          <a:prstGeom prst="rect">
            <a:avLst/>
          </a:prstGeom>
          <a:solidFill>
            <a:schemeClr val="bg1"/>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2532" name="Rectangle 2">
            <a:extLst>
              <a:ext uri="{FF2B5EF4-FFF2-40B4-BE49-F238E27FC236}">
                <a16:creationId xmlns:a16="http://schemas.microsoft.com/office/drawing/2014/main" id="{73EE9BF4-D11F-231F-BBE8-0B43F6691DF5}"/>
              </a:ext>
            </a:extLst>
          </p:cNvPr>
          <p:cNvSpPr>
            <a:spLocks noGrp="1" noChangeArrowheads="1"/>
          </p:cNvSpPr>
          <p:nvPr>
            <p:ph type="title"/>
          </p:nvPr>
        </p:nvSpPr>
        <p:spPr/>
        <p:txBody>
          <a:bodyPr/>
          <a:lstStyle/>
          <a:p>
            <a:pPr eaLnBrk="1" hangingPunct="1"/>
            <a:r>
              <a:rPr lang="en-US" altLang="en-US"/>
              <a:t>Plasma etching basic mechanisms</a:t>
            </a:r>
          </a:p>
        </p:txBody>
      </p:sp>
      <p:sp>
        <p:nvSpPr>
          <p:cNvPr id="22533" name="Rectangle 3">
            <a:extLst>
              <a:ext uri="{FF2B5EF4-FFF2-40B4-BE49-F238E27FC236}">
                <a16:creationId xmlns:a16="http://schemas.microsoft.com/office/drawing/2014/main" id="{7B9BF526-847D-4C3A-8B56-2D44C89DE29E}"/>
              </a:ext>
            </a:extLst>
          </p:cNvPr>
          <p:cNvSpPr>
            <a:spLocks noGrp="1" noChangeArrowheads="1"/>
          </p:cNvSpPr>
          <p:nvPr>
            <p:ph type="body" idx="1"/>
          </p:nvPr>
        </p:nvSpPr>
        <p:spPr>
          <a:xfrm>
            <a:off x="1524000" y="1111250"/>
            <a:ext cx="8402638" cy="4114800"/>
          </a:xfrm>
        </p:spPr>
        <p:txBody>
          <a:bodyPr/>
          <a:lstStyle/>
          <a:p>
            <a:pPr eaLnBrk="1" hangingPunct="1"/>
            <a:r>
              <a:rPr lang="en-GB" altLang="en-US" b="1"/>
              <a:t>Physical etching (sputtering)</a:t>
            </a:r>
            <a:endParaRPr lang="en-US" altLang="en-US" b="1"/>
          </a:p>
        </p:txBody>
      </p:sp>
      <p:pic>
        <p:nvPicPr>
          <p:cNvPr id="22534" name="Picture 4">
            <a:extLst>
              <a:ext uri="{FF2B5EF4-FFF2-40B4-BE49-F238E27FC236}">
                <a16:creationId xmlns:a16="http://schemas.microsoft.com/office/drawing/2014/main" id="{B48F5A18-BDD1-1F49-4ABD-5690B69AFF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82726"/>
            <a:ext cx="2262188"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Text Box 95">
            <a:extLst>
              <a:ext uri="{FF2B5EF4-FFF2-40B4-BE49-F238E27FC236}">
                <a16:creationId xmlns:a16="http://schemas.microsoft.com/office/drawing/2014/main" id="{18616C68-A752-F1BF-6278-D0D56C8F8E63}"/>
              </a:ext>
            </a:extLst>
          </p:cNvPr>
          <p:cNvSpPr txBox="1">
            <a:spLocks noChangeArrowheads="1"/>
          </p:cNvSpPr>
          <p:nvPr/>
        </p:nvSpPr>
        <p:spPr bwMode="auto">
          <a:xfrm>
            <a:off x="6534150" y="1920876"/>
            <a:ext cx="4133850" cy="540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Sputtering yields are usually low ( one atom/incident ion)</a:t>
            </a:r>
          </a:p>
          <a:p>
            <a:pPr eaLnBrk="1" hangingPunct="1">
              <a:spcBef>
                <a:spcPct val="50000"/>
              </a:spcBef>
            </a:pPr>
            <a:r>
              <a:rPr lang="en-GB" altLang="en-US" sz="2000"/>
              <a:t>Sputtering yield also depends on arrival angle (see figure) </a:t>
            </a:r>
            <a:r>
              <a:rPr lang="en-GB" altLang="en-US" sz="2000">
                <a:sym typeface="Wingdings" panose="05000000000000000000" pitchFamily="2" charset="2"/>
              </a:rPr>
              <a:t> faceting</a:t>
            </a:r>
          </a:p>
          <a:p>
            <a:pPr eaLnBrk="1" hangingPunct="1">
              <a:spcBef>
                <a:spcPct val="50000"/>
              </a:spcBef>
            </a:pPr>
            <a:r>
              <a:rPr lang="en-GB" altLang="en-US" sz="2000">
                <a:sym typeface="Wingdings" panose="05000000000000000000" pitchFamily="2" charset="2"/>
              </a:rPr>
              <a:t>Directional arrival angle distribution, S</a:t>
            </a:r>
            <a:r>
              <a:rPr lang="en-GB" altLang="en-US" sz="2000" baseline="-25000">
                <a:sym typeface="Wingdings" panose="05000000000000000000" pitchFamily="2" charset="2"/>
              </a:rPr>
              <a:t>c</a:t>
            </a:r>
            <a:r>
              <a:rPr lang="en-GB" altLang="en-US" sz="2000">
                <a:sym typeface="Wingdings" panose="05000000000000000000" pitchFamily="2" charset="2"/>
              </a:rPr>
              <a:t>=1  anisotropic etching</a:t>
            </a:r>
          </a:p>
          <a:p>
            <a:pPr eaLnBrk="1" hangingPunct="1">
              <a:spcBef>
                <a:spcPct val="50000"/>
              </a:spcBef>
            </a:pPr>
            <a:r>
              <a:rPr lang="en-GB" altLang="en-US" sz="2000">
                <a:sym typeface="Wingdings" panose="05000000000000000000" pitchFamily="2" charset="2"/>
              </a:rPr>
              <a:t>Note: some chemical reaction can also occur during ion bombardment if ionized species are reactive.</a:t>
            </a:r>
          </a:p>
          <a:p>
            <a:pPr eaLnBrk="1" hangingPunct="1">
              <a:spcBef>
                <a:spcPct val="50000"/>
              </a:spcBef>
            </a:pPr>
            <a:endParaRPr lang="en-GB" altLang="en-US" sz="2000">
              <a:sym typeface="Wingdings" panose="05000000000000000000" pitchFamily="2" charset="2"/>
            </a:endParaRPr>
          </a:p>
          <a:p>
            <a:pPr eaLnBrk="1" hangingPunct="1">
              <a:spcBef>
                <a:spcPct val="50000"/>
              </a:spcBef>
            </a:pPr>
            <a:endParaRPr lang="en-GB" altLang="en-US" sz="2000"/>
          </a:p>
          <a:p>
            <a:pPr eaLnBrk="1" hangingPunct="1">
              <a:spcBef>
                <a:spcPct val="50000"/>
              </a:spcBef>
            </a:pPr>
            <a:endParaRPr lang="en-US" altLang="en-US" sz="2000"/>
          </a:p>
        </p:txBody>
      </p:sp>
      <p:grpSp>
        <p:nvGrpSpPr>
          <p:cNvPr id="22536" name="Group 96">
            <a:extLst>
              <a:ext uri="{FF2B5EF4-FFF2-40B4-BE49-F238E27FC236}">
                <a16:creationId xmlns:a16="http://schemas.microsoft.com/office/drawing/2014/main" id="{A7ED2D30-AF8B-2155-46D2-156C15019CD8}"/>
              </a:ext>
            </a:extLst>
          </p:cNvPr>
          <p:cNvGrpSpPr>
            <a:grpSpLocks/>
          </p:cNvGrpSpPr>
          <p:nvPr/>
        </p:nvGrpSpPr>
        <p:grpSpPr bwMode="auto">
          <a:xfrm>
            <a:off x="1909764" y="4016376"/>
            <a:ext cx="3405187" cy="2586038"/>
            <a:chOff x="432" y="1728"/>
            <a:chExt cx="2145" cy="1629"/>
          </a:xfrm>
        </p:grpSpPr>
        <p:sp>
          <p:nvSpPr>
            <p:cNvPr id="22537" name="Freeform 97">
              <a:extLst>
                <a:ext uri="{FF2B5EF4-FFF2-40B4-BE49-F238E27FC236}">
                  <a16:creationId xmlns:a16="http://schemas.microsoft.com/office/drawing/2014/main" id="{6E57CF77-DB73-2544-A4E6-55A4F30B5D1A}"/>
                </a:ext>
              </a:extLst>
            </p:cNvPr>
            <p:cNvSpPr>
              <a:spLocks/>
            </p:cNvSpPr>
            <p:nvPr/>
          </p:nvSpPr>
          <p:spPr bwMode="auto">
            <a:xfrm>
              <a:off x="692" y="1970"/>
              <a:ext cx="1766" cy="964"/>
            </a:xfrm>
            <a:custGeom>
              <a:avLst/>
              <a:gdLst>
                <a:gd name="T0" fmla="*/ 42 w 1766"/>
                <a:gd name="T1" fmla="*/ 718 h 964"/>
                <a:gd name="T2" fmla="*/ 126 w 1766"/>
                <a:gd name="T3" fmla="*/ 693 h 964"/>
                <a:gd name="T4" fmla="*/ 194 w 1766"/>
                <a:gd name="T5" fmla="*/ 668 h 964"/>
                <a:gd name="T6" fmla="*/ 263 w 1766"/>
                <a:gd name="T7" fmla="*/ 651 h 964"/>
                <a:gd name="T8" fmla="*/ 320 w 1766"/>
                <a:gd name="T9" fmla="*/ 626 h 964"/>
                <a:gd name="T10" fmla="*/ 380 w 1766"/>
                <a:gd name="T11" fmla="*/ 601 h 964"/>
                <a:gd name="T12" fmla="*/ 422 w 1766"/>
                <a:gd name="T13" fmla="*/ 584 h 964"/>
                <a:gd name="T14" fmla="*/ 457 w 1766"/>
                <a:gd name="T15" fmla="*/ 566 h 964"/>
                <a:gd name="T16" fmla="*/ 541 w 1766"/>
                <a:gd name="T17" fmla="*/ 516 h 964"/>
                <a:gd name="T18" fmla="*/ 651 w 1766"/>
                <a:gd name="T19" fmla="*/ 432 h 964"/>
                <a:gd name="T20" fmla="*/ 752 w 1766"/>
                <a:gd name="T21" fmla="*/ 348 h 964"/>
                <a:gd name="T22" fmla="*/ 854 w 1766"/>
                <a:gd name="T23" fmla="*/ 246 h 964"/>
                <a:gd name="T24" fmla="*/ 929 w 1766"/>
                <a:gd name="T25" fmla="*/ 169 h 964"/>
                <a:gd name="T26" fmla="*/ 971 w 1766"/>
                <a:gd name="T27" fmla="*/ 127 h 964"/>
                <a:gd name="T28" fmla="*/ 1006 w 1766"/>
                <a:gd name="T29" fmla="*/ 92 h 964"/>
                <a:gd name="T30" fmla="*/ 1040 w 1766"/>
                <a:gd name="T31" fmla="*/ 67 h 964"/>
                <a:gd name="T32" fmla="*/ 1083 w 1766"/>
                <a:gd name="T33" fmla="*/ 42 h 964"/>
                <a:gd name="T34" fmla="*/ 1132 w 1766"/>
                <a:gd name="T35" fmla="*/ 25 h 964"/>
                <a:gd name="T36" fmla="*/ 1192 w 1766"/>
                <a:gd name="T37" fmla="*/ 0 h 964"/>
                <a:gd name="T38" fmla="*/ 1252 w 1766"/>
                <a:gd name="T39" fmla="*/ 0 h 964"/>
                <a:gd name="T40" fmla="*/ 1301 w 1766"/>
                <a:gd name="T41" fmla="*/ 17 h 964"/>
                <a:gd name="T42" fmla="*/ 1344 w 1766"/>
                <a:gd name="T43" fmla="*/ 42 h 964"/>
                <a:gd name="T44" fmla="*/ 1396 w 1766"/>
                <a:gd name="T45" fmla="*/ 92 h 964"/>
                <a:gd name="T46" fmla="*/ 1445 w 1766"/>
                <a:gd name="T47" fmla="*/ 152 h 964"/>
                <a:gd name="T48" fmla="*/ 1480 w 1766"/>
                <a:gd name="T49" fmla="*/ 194 h 964"/>
                <a:gd name="T50" fmla="*/ 1495 w 1766"/>
                <a:gd name="T51" fmla="*/ 221 h 964"/>
                <a:gd name="T52" fmla="*/ 1513 w 1766"/>
                <a:gd name="T53" fmla="*/ 254 h 964"/>
                <a:gd name="T54" fmla="*/ 1530 w 1766"/>
                <a:gd name="T55" fmla="*/ 296 h 964"/>
                <a:gd name="T56" fmla="*/ 1555 w 1766"/>
                <a:gd name="T57" fmla="*/ 355 h 964"/>
                <a:gd name="T58" fmla="*/ 1572 w 1766"/>
                <a:gd name="T59" fmla="*/ 415 h 964"/>
                <a:gd name="T60" fmla="*/ 1597 w 1766"/>
                <a:gd name="T61" fmla="*/ 490 h 964"/>
                <a:gd name="T62" fmla="*/ 1632 w 1766"/>
                <a:gd name="T63" fmla="*/ 566 h 964"/>
                <a:gd name="T64" fmla="*/ 1766 w 1766"/>
                <a:gd name="T65" fmla="*/ 964 h 9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66"/>
                <a:gd name="T100" fmla="*/ 0 h 964"/>
                <a:gd name="T101" fmla="*/ 1766 w 1766"/>
                <a:gd name="T102" fmla="*/ 964 h 96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66" h="964">
                  <a:moveTo>
                    <a:pt x="0" y="735"/>
                  </a:moveTo>
                  <a:lnTo>
                    <a:pt x="42" y="718"/>
                  </a:lnTo>
                  <a:lnTo>
                    <a:pt x="84" y="710"/>
                  </a:lnTo>
                  <a:lnTo>
                    <a:pt x="126" y="693"/>
                  </a:lnTo>
                  <a:lnTo>
                    <a:pt x="161" y="685"/>
                  </a:lnTo>
                  <a:lnTo>
                    <a:pt x="194" y="668"/>
                  </a:lnTo>
                  <a:lnTo>
                    <a:pt x="228" y="659"/>
                  </a:lnTo>
                  <a:lnTo>
                    <a:pt x="263" y="651"/>
                  </a:lnTo>
                  <a:lnTo>
                    <a:pt x="295" y="634"/>
                  </a:lnTo>
                  <a:lnTo>
                    <a:pt x="320" y="626"/>
                  </a:lnTo>
                  <a:lnTo>
                    <a:pt x="355" y="616"/>
                  </a:lnTo>
                  <a:lnTo>
                    <a:pt x="380" y="601"/>
                  </a:lnTo>
                  <a:lnTo>
                    <a:pt x="397" y="591"/>
                  </a:lnTo>
                  <a:lnTo>
                    <a:pt x="422" y="584"/>
                  </a:lnTo>
                  <a:lnTo>
                    <a:pt x="439" y="574"/>
                  </a:lnTo>
                  <a:lnTo>
                    <a:pt x="457" y="566"/>
                  </a:lnTo>
                  <a:lnTo>
                    <a:pt x="474" y="549"/>
                  </a:lnTo>
                  <a:lnTo>
                    <a:pt x="541" y="516"/>
                  </a:lnTo>
                  <a:lnTo>
                    <a:pt x="591" y="474"/>
                  </a:lnTo>
                  <a:lnTo>
                    <a:pt x="651" y="432"/>
                  </a:lnTo>
                  <a:lnTo>
                    <a:pt x="702" y="390"/>
                  </a:lnTo>
                  <a:lnTo>
                    <a:pt x="752" y="348"/>
                  </a:lnTo>
                  <a:lnTo>
                    <a:pt x="802" y="296"/>
                  </a:lnTo>
                  <a:lnTo>
                    <a:pt x="854" y="246"/>
                  </a:lnTo>
                  <a:lnTo>
                    <a:pt x="904" y="194"/>
                  </a:lnTo>
                  <a:lnTo>
                    <a:pt x="929" y="169"/>
                  </a:lnTo>
                  <a:lnTo>
                    <a:pt x="946" y="144"/>
                  </a:lnTo>
                  <a:lnTo>
                    <a:pt x="971" y="127"/>
                  </a:lnTo>
                  <a:lnTo>
                    <a:pt x="988" y="110"/>
                  </a:lnTo>
                  <a:lnTo>
                    <a:pt x="1006" y="92"/>
                  </a:lnTo>
                  <a:lnTo>
                    <a:pt x="1023" y="77"/>
                  </a:lnTo>
                  <a:lnTo>
                    <a:pt x="1040" y="67"/>
                  </a:lnTo>
                  <a:lnTo>
                    <a:pt x="1056" y="60"/>
                  </a:lnTo>
                  <a:lnTo>
                    <a:pt x="1083" y="42"/>
                  </a:lnTo>
                  <a:lnTo>
                    <a:pt x="1108" y="35"/>
                  </a:lnTo>
                  <a:lnTo>
                    <a:pt x="1132" y="25"/>
                  </a:lnTo>
                  <a:lnTo>
                    <a:pt x="1167" y="8"/>
                  </a:lnTo>
                  <a:lnTo>
                    <a:pt x="1192" y="0"/>
                  </a:lnTo>
                  <a:lnTo>
                    <a:pt x="1217" y="0"/>
                  </a:lnTo>
                  <a:lnTo>
                    <a:pt x="1252" y="0"/>
                  </a:lnTo>
                  <a:lnTo>
                    <a:pt x="1276" y="8"/>
                  </a:lnTo>
                  <a:lnTo>
                    <a:pt x="1301" y="17"/>
                  </a:lnTo>
                  <a:lnTo>
                    <a:pt x="1326" y="25"/>
                  </a:lnTo>
                  <a:lnTo>
                    <a:pt x="1344" y="42"/>
                  </a:lnTo>
                  <a:lnTo>
                    <a:pt x="1369" y="67"/>
                  </a:lnTo>
                  <a:lnTo>
                    <a:pt x="1396" y="92"/>
                  </a:lnTo>
                  <a:lnTo>
                    <a:pt x="1420" y="119"/>
                  </a:lnTo>
                  <a:lnTo>
                    <a:pt x="1445" y="152"/>
                  </a:lnTo>
                  <a:lnTo>
                    <a:pt x="1470" y="186"/>
                  </a:lnTo>
                  <a:lnTo>
                    <a:pt x="1480" y="194"/>
                  </a:lnTo>
                  <a:lnTo>
                    <a:pt x="1488" y="204"/>
                  </a:lnTo>
                  <a:lnTo>
                    <a:pt x="1495" y="221"/>
                  </a:lnTo>
                  <a:lnTo>
                    <a:pt x="1505" y="236"/>
                  </a:lnTo>
                  <a:lnTo>
                    <a:pt x="1513" y="254"/>
                  </a:lnTo>
                  <a:lnTo>
                    <a:pt x="1522" y="278"/>
                  </a:lnTo>
                  <a:lnTo>
                    <a:pt x="1530" y="296"/>
                  </a:lnTo>
                  <a:lnTo>
                    <a:pt x="1538" y="330"/>
                  </a:lnTo>
                  <a:lnTo>
                    <a:pt x="1555" y="355"/>
                  </a:lnTo>
                  <a:lnTo>
                    <a:pt x="1564" y="380"/>
                  </a:lnTo>
                  <a:lnTo>
                    <a:pt x="1572" y="415"/>
                  </a:lnTo>
                  <a:lnTo>
                    <a:pt x="1589" y="447"/>
                  </a:lnTo>
                  <a:lnTo>
                    <a:pt x="1597" y="490"/>
                  </a:lnTo>
                  <a:lnTo>
                    <a:pt x="1614" y="524"/>
                  </a:lnTo>
                  <a:lnTo>
                    <a:pt x="1632" y="566"/>
                  </a:lnTo>
                  <a:lnTo>
                    <a:pt x="1649" y="609"/>
                  </a:lnTo>
                  <a:lnTo>
                    <a:pt x="1766" y="964"/>
                  </a:lnTo>
                  <a:lnTo>
                    <a:pt x="0" y="7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38" name="Freeform 98">
              <a:extLst>
                <a:ext uri="{FF2B5EF4-FFF2-40B4-BE49-F238E27FC236}">
                  <a16:creationId xmlns:a16="http://schemas.microsoft.com/office/drawing/2014/main" id="{2B148FF9-40D2-BC8E-E175-F59084CBC9FA}"/>
                </a:ext>
              </a:extLst>
            </p:cNvPr>
            <p:cNvSpPr>
              <a:spLocks/>
            </p:cNvSpPr>
            <p:nvPr/>
          </p:nvSpPr>
          <p:spPr bwMode="auto">
            <a:xfrm>
              <a:off x="692" y="1970"/>
              <a:ext cx="1766" cy="964"/>
            </a:xfrm>
            <a:custGeom>
              <a:avLst/>
              <a:gdLst>
                <a:gd name="T0" fmla="*/ 42 w 1766"/>
                <a:gd name="T1" fmla="*/ 718 h 964"/>
                <a:gd name="T2" fmla="*/ 126 w 1766"/>
                <a:gd name="T3" fmla="*/ 693 h 964"/>
                <a:gd name="T4" fmla="*/ 194 w 1766"/>
                <a:gd name="T5" fmla="*/ 668 h 964"/>
                <a:gd name="T6" fmla="*/ 263 w 1766"/>
                <a:gd name="T7" fmla="*/ 651 h 964"/>
                <a:gd name="T8" fmla="*/ 320 w 1766"/>
                <a:gd name="T9" fmla="*/ 626 h 964"/>
                <a:gd name="T10" fmla="*/ 380 w 1766"/>
                <a:gd name="T11" fmla="*/ 601 h 964"/>
                <a:gd name="T12" fmla="*/ 422 w 1766"/>
                <a:gd name="T13" fmla="*/ 584 h 964"/>
                <a:gd name="T14" fmla="*/ 457 w 1766"/>
                <a:gd name="T15" fmla="*/ 566 h 964"/>
                <a:gd name="T16" fmla="*/ 541 w 1766"/>
                <a:gd name="T17" fmla="*/ 516 h 964"/>
                <a:gd name="T18" fmla="*/ 651 w 1766"/>
                <a:gd name="T19" fmla="*/ 432 h 964"/>
                <a:gd name="T20" fmla="*/ 752 w 1766"/>
                <a:gd name="T21" fmla="*/ 348 h 964"/>
                <a:gd name="T22" fmla="*/ 854 w 1766"/>
                <a:gd name="T23" fmla="*/ 246 h 964"/>
                <a:gd name="T24" fmla="*/ 929 w 1766"/>
                <a:gd name="T25" fmla="*/ 169 h 964"/>
                <a:gd name="T26" fmla="*/ 971 w 1766"/>
                <a:gd name="T27" fmla="*/ 127 h 964"/>
                <a:gd name="T28" fmla="*/ 1006 w 1766"/>
                <a:gd name="T29" fmla="*/ 92 h 964"/>
                <a:gd name="T30" fmla="*/ 1040 w 1766"/>
                <a:gd name="T31" fmla="*/ 67 h 964"/>
                <a:gd name="T32" fmla="*/ 1083 w 1766"/>
                <a:gd name="T33" fmla="*/ 42 h 964"/>
                <a:gd name="T34" fmla="*/ 1132 w 1766"/>
                <a:gd name="T35" fmla="*/ 25 h 964"/>
                <a:gd name="T36" fmla="*/ 1192 w 1766"/>
                <a:gd name="T37" fmla="*/ 0 h 964"/>
                <a:gd name="T38" fmla="*/ 1252 w 1766"/>
                <a:gd name="T39" fmla="*/ 0 h 964"/>
                <a:gd name="T40" fmla="*/ 1301 w 1766"/>
                <a:gd name="T41" fmla="*/ 17 h 964"/>
                <a:gd name="T42" fmla="*/ 1344 w 1766"/>
                <a:gd name="T43" fmla="*/ 42 h 964"/>
                <a:gd name="T44" fmla="*/ 1396 w 1766"/>
                <a:gd name="T45" fmla="*/ 92 h 964"/>
                <a:gd name="T46" fmla="*/ 1445 w 1766"/>
                <a:gd name="T47" fmla="*/ 152 h 964"/>
                <a:gd name="T48" fmla="*/ 1480 w 1766"/>
                <a:gd name="T49" fmla="*/ 194 h 964"/>
                <a:gd name="T50" fmla="*/ 1495 w 1766"/>
                <a:gd name="T51" fmla="*/ 221 h 964"/>
                <a:gd name="T52" fmla="*/ 1513 w 1766"/>
                <a:gd name="T53" fmla="*/ 254 h 964"/>
                <a:gd name="T54" fmla="*/ 1530 w 1766"/>
                <a:gd name="T55" fmla="*/ 296 h 964"/>
                <a:gd name="T56" fmla="*/ 1555 w 1766"/>
                <a:gd name="T57" fmla="*/ 355 h 964"/>
                <a:gd name="T58" fmla="*/ 1572 w 1766"/>
                <a:gd name="T59" fmla="*/ 415 h 964"/>
                <a:gd name="T60" fmla="*/ 1597 w 1766"/>
                <a:gd name="T61" fmla="*/ 490 h 964"/>
                <a:gd name="T62" fmla="*/ 1632 w 1766"/>
                <a:gd name="T63" fmla="*/ 566 h 964"/>
                <a:gd name="T64" fmla="*/ 1766 w 1766"/>
                <a:gd name="T65" fmla="*/ 964 h 9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66"/>
                <a:gd name="T100" fmla="*/ 0 h 964"/>
                <a:gd name="T101" fmla="*/ 1766 w 1766"/>
                <a:gd name="T102" fmla="*/ 964 h 96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66" h="964">
                  <a:moveTo>
                    <a:pt x="0" y="735"/>
                  </a:moveTo>
                  <a:lnTo>
                    <a:pt x="42" y="718"/>
                  </a:lnTo>
                  <a:lnTo>
                    <a:pt x="84" y="710"/>
                  </a:lnTo>
                  <a:lnTo>
                    <a:pt x="126" y="693"/>
                  </a:lnTo>
                  <a:lnTo>
                    <a:pt x="161" y="685"/>
                  </a:lnTo>
                  <a:lnTo>
                    <a:pt x="194" y="668"/>
                  </a:lnTo>
                  <a:lnTo>
                    <a:pt x="228" y="659"/>
                  </a:lnTo>
                  <a:lnTo>
                    <a:pt x="263" y="651"/>
                  </a:lnTo>
                  <a:lnTo>
                    <a:pt x="295" y="634"/>
                  </a:lnTo>
                  <a:lnTo>
                    <a:pt x="320" y="626"/>
                  </a:lnTo>
                  <a:lnTo>
                    <a:pt x="355" y="616"/>
                  </a:lnTo>
                  <a:lnTo>
                    <a:pt x="380" y="601"/>
                  </a:lnTo>
                  <a:lnTo>
                    <a:pt x="397" y="591"/>
                  </a:lnTo>
                  <a:lnTo>
                    <a:pt x="422" y="584"/>
                  </a:lnTo>
                  <a:lnTo>
                    <a:pt x="439" y="574"/>
                  </a:lnTo>
                  <a:lnTo>
                    <a:pt x="457" y="566"/>
                  </a:lnTo>
                  <a:lnTo>
                    <a:pt x="474" y="549"/>
                  </a:lnTo>
                  <a:lnTo>
                    <a:pt x="541" y="516"/>
                  </a:lnTo>
                  <a:lnTo>
                    <a:pt x="591" y="474"/>
                  </a:lnTo>
                  <a:lnTo>
                    <a:pt x="651" y="432"/>
                  </a:lnTo>
                  <a:lnTo>
                    <a:pt x="702" y="390"/>
                  </a:lnTo>
                  <a:lnTo>
                    <a:pt x="752" y="348"/>
                  </a:lnTo>
                  <a:lnTo>
                    <a:pt x="802" y="296"/>
                  </a:lnTo>
                  <a:lnTo>
                    <a:pt x="854" y="246"/>
                  </a:lnTo>
                  <a:lnTo>
                    <a:pt x="904" y="194"/>
                  </a:lnTo>
                  <a:lnTo>
                    <a:pt x="929" y="169"/>
                  </a:lnTo>
                  <a:lnTo>
                    <a:pt x="946" y="144"/>
                  </a:lnTo>
                  <a:lnTo>
                    <a:pt x="971" y="127"/>
                  </a:lnTo>
                  <a:lnTo>
                    <a:pt x="988" y="110"/>
                  </a:lnTo>
                  <a:lnTo>
                    <a:pt x="1006" y="92"/>
                  </a:lnTo>
                  <a:lnTo>
                    <a:pt x="1023" y="77"/>
                  </a:lnTo>
                  <a:lnTo>
                    <a:pt x="1040" y="67"/>
                  </a:lnTo>
                  <a:lnTo>
                    <a:pt x="1056" y="60"/>
                  </a:lnTo>
                  <a:lnTo>
                    <a:pt x="1083" y="42"/>
                  </a:lnTo>
                  <a:lnTo>
                    <a:pt x="1108" y="35"/>
                  </a:lnTo>
                  <a:lnTo>
                    <a:pt x="1132" y="25"/>
                  </a:lnTo>
                  <a:lnTo>
                    <a:pt x="1167" y="8"/>
                  </a:lnTo>
                  <a:lnTo>
                    <a:pt x="1192" y="0"/>
                  </a:lnTo>
                  <a:lnTo>
                    <a:pt x="1217" y="0"/>
                  </a:lnTo>
                  <a:lnTo>
                    <a:pt x="1252" y="0"/>
                  </a:lnTo>
                  <a:lnTo>
                    <a:pt x="1276" y="8"/>
                  </a:lnTo>
                  <a:lnTo>
                    <a:pt x="1301" y="17"/>
                  </a:lnTo>
                  <a:lnTo>
                    <a:pt x="1326" y="25"/>
                  </a:lnTo>
                  <a:lnTo>
                    <a:pt x="1344" y="42"/>
                  </a:lnTo>
                  <a:lnTo>
                    <a:pt x="1369" y="67"/>
                  </a:lnTo>
                  <a:lnTo>
                    <a:pt x="1396" y="92"/>
                  </a:lnTo>
                  <a:lnTo>
                    <a:pt x="1420" y="119"/>
                  </a:lnTo>
                  <a:lnTo>
                    <a:pt x="1445" y="152"/>
                  </a:lnTo>
                  <a:lnTo>
                    <a:pt x="1470" y="186"/>
                  </a:lnTo>
                  <a:lnTo>
                    <a:pt x="1480" y="194"/>
                  </a:lnTo>
                  <a:lnTo>
                    <a:pt x="1488" y="204"/>
                  </a:lnTo>
                  <a:lnTo>
                    <a:pt x="1495" y="221"/>
                  </a:lnTo>
                  <a:lnTo>
                    <a:pt x="1505" y="236"/>
                  </a:lnTo>
                  <a:lnTo>
                    <a:pt x="1513" y="254"/>
                  </a:lnTo>
                  <a:lnTo>
                    <a:pt x="1522" y="278"/>
                  </a:lnTo>
                  <a:lnTo>
                    <a:pt x="1530" y="296"/>
                  </a:lnTo>
                  <a:lnTo>
                    <a:pt x="1538" y="330"/>
                  </a:lnTo>
                  <a:lnTo>
                    <a:pt x="1555" y="355"/>
                  </a:lnTo>
                  <a:lnTo>
                    <a:pt x="1564" y="380"/>
                  </a:lnTo>
                  <a:lnTo>
                    <a:pt x="1572" y="415"/>
                  </a:lnTo>
                  <a:lnTo>
                    <a:pt x="1589" y="447"/>
                  </a:lnTo>
                  <a:lnTo>
                    <a:pt x="1597" y="490"/>
                  </a:lnTo>
                  <a:lnTo>
                    <a:pt x="1614" y="524"/>
                  </a:lnTo>
                  <a:lnTo>
                    <a:pt x="1632" y="566"/>
                  </a:lnTo>
                  <a:lnTo>
                    <a:pt x="1649" y="609"/>
                  </a:lnTo>
                  <a:lnTo>
                    <a:pt x="1766" y="964"/>
                  </a:lnTo>
                  <a:lnTo>
                    <a:pt x="0" y="7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39" name="Freeform 99">
              <a:extLst>
                <a:ext uri="{FF2B5EF4-FFF2-40B4-BE49-F238E27FC236}">
                  <a16:creationId xmlns:a16="http://schemas.microsoft.com/office/drawing/2014/main" id="{BEA765A9-A306-F5DC-40EB-C04E02F2DF5A}"/>
                </a:ext>
              </a:extLst>
            </p:cNvPr>
            <p:cNvSpPr>
              <a:spLocks/>
            </p:cNvSpPr>
            <p:nvPr/>
          </p:nvSpPr>
          <p:spPr bwMode="auto">
            <a:xfrm>
              <a:off x="699" y="1978"/>
              <a:ext cx="1767" cy="963"/>
            </a:xfrm>
            <a:custGeom>
              <a:avLst/>
              <a:gdLst>
                <a:gd name="T0" fmla="*/ 43 w 1767"/>
                <a:gd name="T1" fmla="*/ 718 h 963"/>
                <a:gd name="T2" fmla="*/ 127 w 1767"/>
                <a:gd name="T3" fmla="*/ 693 h 963"/>
                <a:gd name="T4" fmla="*/ 194 w 1767"/>
                <a:gd name="T5" fmla="*/ 668 h 963"/>
                <a:gd name="T6" fmla="*/ 263 w 1767"/>
                <a:gd name="T7" fmla="*/ 651 h 963"/>
                <a:gd name="T8" fmla="*/ 321 w 1767"/>
                <a:gd name="T9" fmla="*/ 626 h 963"/>
                <a:gd name="T10" fmla="*/ 381 w 1767"/>
                <a:gd name="T11" fmla="*/ 601 h 963"/>
                <a:gd name="T12" fmla="*/ 423 w 1767"/>
                <a:gd name="T13" fmla="*/ 583 h 963"/>
                <a:gd name="T14" fmla="*/ 457 w 1767"/>
                <a:gd name="T15" fmla="*/ 566 h 963"/>
                <a:gd name="T16" fmla="*/ 542 w 1767"/>
                <a:gd name="T17" fmla="*/ 516 h 963"/>
                <a:gd name="T18" fmla="*/ 651 w 1767"/>
                <a:gd name="T19" fmla="*/ 432 h 963"/>
                <a:gd name="T20" fmla="*/ 753 w 1767"/>
                <a:gd name="T21" fmla="*/ 347 h 963"/>
                <a:gd name="T22" fmla="*/ 855 w 1767"/>
                <a:gd name="T23" fmla="*/ 246 h 963"/>
                <a:gd name="T24" fmla="*/ 930 w 1767"/>
                <a:gd name="T25" fmla="*/ 169 h 963"/>
                <a:gd name="T26" fmla="*/ 972 w 1767"/>
                <a:gd name="T27" fmla="*/ 127 h 963"/>
                <a:gd name="T28" fmla="*/ 1006 w 1767"/>
                <a:gd name="T29" fmla="*/ 92 h 963"/>
                <a:gd name="T30" fmla="*/ 1041 w 1767"/>
                <a:gd name="T31" fmla="*/ 67 h 963"/>
                <a:gd name="T32" fmla="*/ 1083 w 1767"/>
                <a:gd name="T33" fmla="*/ 42 h 963"/>
                <a:gd name="T34" fmla="*/ 1133 w 1767"/>
                <a:gd name="T35" fmla="*/ 25 h 963"/>
                <a:gd name="T36" fmla="*/ 1193 w 1767"/>
                <a:gd name="T37" fmla="*/ 0 h 963"/>
                <a:gd name="T38" fmla="*/ 1252 w 1767"/>
                <a:gd name="T39" fmla="*/ 0 h 963"/>
                <a:gd name="T40" fmla="*/ 1302 w 1767"/>
                <a:gd name="T41" fmla="*/ 17 h 963"/>
                <a:gd name="T42" fmla="*/ 1344 w 1767"/>
                <a:gd name="T43" fmla="*/ 42 h 963"/>
                <a:gd name="T44" fmla="*/ 1396 w 1767"/>
                <a:gd name="T45" fmla="*/ 92 h 963"/>
                <a:gd name="T46" fmla="*/ 1446 w 1767"/>
                <a:gd name="T47" fmla="*/ 151 h 963"/>
                <a:gd name="T48" fmla="*/ 1481 w 1767"/>
                <a:gd name="T49" fmla="*/ 194 h 963"/>
                <a:gd name="T50" fmla="*/ 1496 w 1767"/>
                <a:gd name="T51" fmla="*/ 221 h 963"/>
                <a:gd name="T52" fmla="*/ 1513 w 1767"/>
                <a:gd name="T53" fmla="*/ 253 h 963"/>
                <a:gd name="T54" fmla="*/ 1531 w 1767"/>
                <a:gd name="T55" fmla="*/ 295 h 963"/>
                <a:gd name="T56" fmla="*/ 1556 w 1767"/>
                <a:gd name="T57" fmla="*/ 355 h 963"/>
                <a:gd name="T58" fmla="*/ 1573 w 1767"/>
                <a:gd name="T59" fmla="*/ 414 h 963"/>
                <a:gd name="T60" fmla="*/ 1598 w 1767"/>
                <a:gd name="T61" fmla="*/ 489 h 963"/>
                <a:gd name="T62" fmla="*/ 1632 w 1767"/>
                <a:gd name="T63" fmla="*/ 566 h 963"/>
                <a:gd name="T64" fmla="*/ 1767 w 1767"/>
                <a:gd name="T65" fmla="*/ 963 h 9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67"/>
                <a:gd name="T100" fmla="*/ 0 h 963"/>
                <a:gd name="T101" fmla="*/ 1767 w 1767"/>
                <a:gd name="T102" fmla="*/ 963 h 96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67" h="963">
                  <a:moveTo>
                    <a:pt x="0" y="735"/>
                  </a:moveTo>
                  <a:lnTo>
                    <a:pt x="43" y="718"/>
                  </a:lnTo>
                  <a:lnTo>
                    <a:pt x="85" y="710"/>
                  </a:lnTo>
                  <a:lnTo>
                    <a:pt x="127" y="693"/>
                  </a:lnTo>
                  <a:lnTo>
                    <a:pt x="162" y="685"/>
                  </a:lnTo>
                  <a:lnTo>
                    <a:pt x="194" y="668"/>
                  </a:lnTo>
                  <a:lnTo>
                    <a:pt x="229" y="658"/>
                  </a:lnTo>
                  <a:lnTo>
                    <a:pt x="263" y="651"/>
                  </a:lnTo>
                  <a:lnTo>
                    <a:pt x="296" y="633"/>
                  </a:lnTo>
                  <a:lnTo>
                    <a:pt x="321" y="626"/>
                  </a:lnTo>
                  <a:lnTo>
                    <a:pt x="356" y="616"/>
                  </a:lnTo>
                  <a:lnTo>
                    <a:pt x="381" y="601"/>
                  </a:lnTo>
                  <a:lnTo>
                    <a:pt x="398" y="591"/>
                  </a:lnTo>
                  <a:lnTo>
                    <a:pt x="423" y="583"/>
                  </a:lnTo>
                  <a:lnTo>
                    <a:pt x="440" y="574"/>
                  </a:lnTo>
                  <a:lnTo>
                    <a:pt x="457" y="566"/>
                  </a:lnTo>
                  <a:lnTo>
                    <a:pt x="475" y="549"/>
                  </a:lnTo>
                  <a:lnTo>
                    <a:pt x="542" y="516"/>
                  </a:lnTo>
                  <a:lnTo>
                    <a:pt x="592" y="474"/>
                  </a:lnTo>
                  <a:lnTo>
                    <a:pt x="651" y="432"/>
                  </a:lnTo>
                  <a:lnTo>
                    <a:pt x="703" y="389"/>
                  </a:lnTo>
                  <a:lnTo>
                    <a:pt x="753" y="347"/>
                  </a:lnTo>
                  <a:lnTo>
                    <a:pt x="803" y="295"/>
                  </a:lnTo>
                  <a:lnTo>
                    <a:pt x="855" y="246"/>
                  </a:lnTo>
                  <a:lnTo>
                    <a:pt x="905" y="194"/>
                  </a:lnTo>
                  <a:lnTo>
                    <a:pt x="930" y="169"/>
                  </a:lnTo>
                  <a:lnTo>
                    <a:pt x="947" y="144"/>
                  </a:lnTo>
                  <a:lnTo>
                    <a:pt x="972" y="127"/>
                  </a:lnTo>
                  <a:lnTo>
                    <a:pt x="989" y="109"/>
                  </a:lnTo>
                  <a:lnTo>
                    <a:pt x="1006" y="92"/>
                  </a:lnTo>
                  <a:lnTo>
                    <a:pt x="1024" y="77"/>
                  </a:lnTo>
                  <a:lnTo>
                    <a:pt x="1041" y="67"/>
                  </a:lnTo>
                  <a:lnTo>
                    <a:pt x="1056" y="59"/>
                  </a:lnTo>
                  <a:lnTo>
                    <a:pt x="1083" y="42"/>
                  </a:lnTo>
                  <a:lnTo>
                    <a:pt x="1108" y="34"/>
                  </a:lnTo>
                  <a:lnTo>
                    <a:pt x="1133" y="25"/>
                  </a:lnTo>
                  <a:lnTo>
                    <a:pt x="1168" y="7"/>
                  </a:lnTo>
                  <a:lnTo>
                    <a:pt x="1193" y="0"/>
                  </a:lnTo>
                  <a:lnTo>
                    <a:pt x="1218" y="0"/>
                  </a:lnTo>
                  <a:lnTo>
                    <a:pt x="1252" y="0"/>
                  </a:lnTo>
                  <a:lnTo>
                    <a:pt x="1277" y="7"/>
                  </a:lnTo>
                  <a:lnTo>
                    <a:pt x="1302" y="17"/>
                  </a:lnTo>
                  <a:lnTo>
                    <a:pt x="1327" y="25"/>
                  </a:lnTo>
                  <a:lnTo>
                    <a:pt x="1344" y="42"/>
                  </a:lnTo>
                  <a:lnTo>
                    <a:pt x="1369" y="67"/>
                  </a:lnTo>
                  <a:lnTo>
                    <a:pt x="1396" y="92"/>
                  </a:lnTo>
                  <a:lnTo>
                    <a:pt x="1421" y="119"/>
                  </a:lnTo>
                  <a:lnTo>
                    <a:pt x="1446" y="151"/>
                  </a:lnTo>
                  <a:lnTo>
                    <a:pt x="1471" y="186"/>
                  </a:lnTo>
                  <a:lnTo>
                    <a:pt x="1481" y="194"/>
                  </a:lnTo>
                  <a:lnTo>
                    <a:pt x="1488" y="203"/>
                  </a:lnTo>
                  <a:lnTo>
                    <a:pt x="1496" y="221"/>
                  </a:lnTo>
                  <a:lnTo>
                    <a:pt x="1506" y="236"/>
                  </a:lnTo>
                  <a:lnTo>
                    <a:pt x="1513" y="253"/>
                  </a:lnTo>
                  <a:lnTo>
                    <a:pt x="1523" y="278"/>
                  </a:lnTo>
                  <a:lnTo>
                    <a:pt x="1531" y="295"/>
                  </a:lnTo>
                  <a:lnTo>
                    <a:pt x="1538" y="330"/>
                  </a:lnTo>
                  <a:lnTo>
                    <a:pt x="1556" y="355"/>
                  </a:lnTo>
                  <a:lnTo>
                    <a:pt x="1565" y="380"/>
                  </a:lnTo>
                  <a:lnTo>
                    <a:pt x="1573" y="414"/>
                  </a:lnTo>
                  <a:lnTo>
                    <a:pt x="1590" y="447"/>
                  </a:lnTo>
                  <a:lnTo>
                    <a:pt x="1598" y="489"/>
                  </a:lnTo>
                  <a:lnTo>
                    <a:pt x="1615" y="524"/>
                  </a:lnTo>
                  <a:lnTo>
                    <a:pt x="1632" y="566"/>
                  </a:lnTo>
                  <a:lnTo>
                    <a:pt x="1650" y="608"/>
                  </a:lnTo>
                  <a:lnTo>
                    <a:pt x="1767" y="963"/>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40" name="Rectangle 100">
              <a:extLst>
                <a:ext uri="{FF2B5EF4-FFF2-40B4-BE49-F238E27FC236}">
                  <a16:creationId xmlns:a16="http://schemas.microsoft.com/office/drawing/2014/main" id="{10018C60-ECA9-2EFC-B493-48DCDA02932C}"/>
                </a:ext>
              </a:extLst>
            </p:cNvPr>
            <p:cNvSpPr>
              <a:spLocks noChangeArrowheads="1"/>
            </p:cNvSpPr>
            <p:nvPr/>
          </p:nvSpPr>
          <p:spPr bwMode="auto">
            <a:xfrm>
              <a:off x="1270" y="3231"/>
              <a:ext cx="63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300" b="1">
                  <a:latin typeface="Times" panose="02020603050405020304" pitchFamily="18" charset="0"/>
                </a:rPr>
                <a:t>Incident angle</a:t>
              </a:r>
              <a:endParaRPr lang="en-US" altLang="en-US">
                <a:solidFill>
                  <a:schemeClr val="tx1"/>
                </a:solidFill>
                <a:latin typeface="Times" panose="02020603050405020304" pitchFamily="18" charset="0"/>
              </a:endParaRPr>
            </a:p>
          </p:txBody>
        </p:sp>
        <p:sp>
          <p:nvSpPr>
            <p:cNvPr id="22541" name="Rectangle 101">
              <a:extLst>
                <a:ext uri="{FF2B5EF4-FFF2-40B4-BE49-F238E27FC236}">
                  <a16:creationId xmlns:a16="http://schemas.microsoft.com/office/drawing/2014/main" id="{7293168D-BA1F-56F1-5B20-689FB8720C44}"/>
                </a:ext>
              </a:extLst>
            </p:cNvPr>
            <p:cNvSpPr>
              <a:spLocks noChangeArrowheads="1"/>
            </p:cNvSpPr>
            <p:nvPr/>
          </p:nvSpPr>
          <p:spPr bwMode="auto">
            <a:xfrm rot="-5400000">
              <a:off x="-199" y="2359"/>
              <a:ext cx="138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300" b="1">
                  <a:latin typeface="Times" panose="02020603050405020304" pitchFamily="18" charset="0"/>
                </a:rPr>
                <a:t>Normalized Sputtering yield, Y</a:t>
              </a:r>
              <a:endParaRPr lang="en-US" altLang="en-US">
                <a:solidFill>
                  <a:schemeClr val="tx1"/>
                </a:solidFill>
                <a:latin typeface="Times" panose="02020603050405020304" pitchFamily="18" charset="0"/>
              </a:endParaRPr>
            </a:p>
          </p:txBody>
        </p:sp>
        <p:grpSp>
          <p:nvGrpSpPr>
            <p:cNvPr id="22542" name="Group 102">
              <a:extLst>
                <a:ext uri="{FF2B5EF4-FFF2-40B4-BE49-F238E27FC236}">
                  <a16:creationId xmlns:a16="http://schemas.microsoft.com/office/drawing/2014/main" id="{8FA0DC17-3D78-0AC9-1E8B-C8111E88E8BA}"/>
                </a:ext>
              </a:extLst>
            </p:cNvPr>
            <p:cNvGrpSpPr>
              <a:grpSpLocks/>
            </p:cNvGrpSpPr>
            <p:nvPr/>
          </p:nvGrpSpPr>
          <p:grpSpPr bwMode="auto">
            <a:xfrm>
              <a:off x="696" y="1974"/>
              <a:ext cx="24" cy="912"/>
              <a:chOff x="1308" y="1895"/>
              <a:chExt cx="24" cy="912"/>
            </a:xfrm>
          </p:grpSpPr>
          <p:sp>
            <p:nvSpPr>
              <p:cNvPr id="22606" name="Line 103">
                <a:extLst>
                  <a:ext uri="{FF2B5EF4-FFF2-40B4-BE49-F238E27FC236}">
                    <a16:creationId xmlns:a16="http://schemas.microsoft.com/office/drawing/2014/main" id="{94B94AAA-DBD2-D229-6163-874CA61BDF39}"/>
                  </a:ext>
                </a:extLst>
              </p:cNvPr>
              <p:cNvSpPr>
                <a:spLocks noChangeShapeType="1"/>
              </p:cNvSpPr>
              <p:nvPr/>
            </p:nvSpPr>
            <p:spPr bwMode="auto">
              <a:xfrm flipH="1">
                <a:off x="1308" y="2807"/>
                <a:ext cx="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7" name="Line 104">
                <a:extLst>
                  <a:ext uri="{FF2B5EF4-FFF2-40B4-BE49-F238E27FC236}">
                    <a16:creationId xmlns:a16="http://schemas.microsoft.com/office/drawing/2014/main" id="{4342CDB0-EB3F-96D3-1C23-04D4C06066B3}"/>
                  </a:ext>
                </a:extLst>
              </p:cNvPr>
              <p:cNvSpPr>
                <a:spLocks noChangeShapeType="1"/>
              </p:cNvSpPr>
              <p:nvPr/>
            </p:nvSpPr>
            <p:spPr bwMode="auto">
              <a:xfrm>
                <a:off x="1317" y="2807"/>
                <a:ext cx="1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8" name="Line 105">
                <a:extLst>
                  <a:ext uri="{FF2B5EF4-FFF2-40B4-BE49-F238E27FC236}">
                    <a16:creationId xmlns:a16="http://schemas.microsoft.com/office/drawing/2014/main" id="{3AEFDF6B-EF9E-2752-73BB-AE6370DB4173}"/>
                  </a:ext>
                </a:extLst>
              </p:cNvPr>
              <p:cNvSpPr>
                <a:spLocks noChangeShapeType="1"/>
              </p:cNvSpPr>
              <p:nvPr/>
            </p:nvSpPr>
            <p:spPr bwMode="auto">
              <a:xfrm flipH="1">
                <a:off x="1308" y="2622"/>
                <a:ext cx="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9" name="Line 106">
                <a:extLst>
                  <a:ext uri="{FF2B5EF4-FFF2-40B4-BE49-F238E27FC236}">
                    <a16:creationId xmlns:a16="http://schemas.microsoft.com/office/drawing/2014/main" id="{25DE35B4-58A9-4117-D946-AECA727FF4BF}"/>
                  </a:ext>
                </a:extLst>
              </p:cNvPr>
              <p:cNvSpPr>
                <a:spLocks noChangeShapeType="1"/>
              </p:cNvSpPr>
              <p:nvPr/>
            </p:nvSpPr>
            <p:spPr bwMode="auto">
              <a:xfrm>
                <a:off x="1317" y="2622"/>
                <a:ext cx="1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10" name="Line 107">
                <a:extLst>
                  <a:ext uri="{FF2B5EF4-FFF2-40B4-BE49-F238E27FC236}">
                    <a16:creationId xmlns:a16="http://schemas.microsoft.com/office/drawing/2014/main" id="{E21CDF58-4E0F-F397-694F-3EA275C0ECEE}"/>
                  </a:ext>
                </a:extLst>
              </p:cNvPr>
              <p:cNvSpPr>
                <a:spLocks noChangeShapeType="1"/>
              </p:cNvSpPr>
              <p:nvPr/>
            </p:nvSpPr>
            <p:spPr bwMode="auto">
              <a:xfrm flipH="1">
                <a:off x="1308" y="2444"/>
                <a:ext cx="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11" name="Line 108">
                <a:extLst>
                  <a:ext uri="{FF2B5EF4-FFF2-40B4-BE49-F238E27FC236}">
                    <a16:creationId xmlns:a16="http://schemas.microsoft.com/office/drawing/2014/main" id="{70F00067-93CB-0C74-A9FA-7A0BADB4A725}"/>
                  </a:ext>
                </a:extLst>
              </p:cNvPr>
              <p:cNvSpPr>
                <a:spLocks noChangeShapeType="1"/>
              </p:cNvSpPr>
              <p:nvPr/>
            </p:nvSpPr>
            <p:spPr bwMode="auto">
              <a:xfrm>
                <a:off x="1317" y="2444"/>
                <a:ext cx="1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12" name="Line 109">
                <a:extLst>
                  <a:ext uri="{FF2B5EF4-FFF2-40B4-BE49-F238E27FC236}">
                    <a16:creationId xmlns:a16="http://schemas.microsoft.com/office/drawing/2014/main" id="{643C0B40-CE49-B6AA-123E-FF9A3A73EF84}"/>
                  </a:ext>
                </a:extLst>
              </p:cNvPr>
              <p:cNvSpPr>
                <a:spLocks noChangeShapeType="1"/>
              </p:cNvSpPr>
              <p:nvPr/>
            </p:nvSpPr>
            <p:spPr bwMode="auto">
              <a:xfrm flipH="1">
                <a:off x="1308" y="2258"/>
                <a:ext cx="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13" name="Line 110">
                <a:extLst>
                  <a:ext uri="{FF2B5EF4-FFF2-40B4-BE49-F238E27FC236}">
                    <a16:creationId xmlns:a16="http://schemas.microsoft.com/office/drawing/2014/main" id="{8AFD514C-6725-2D37-E45E-FA922433246D}"/>
                  </a:ext>
                </a:extLst>
              </p:cNvPr>
              <p:cNvSpPr>
                <a:spLocks noChangeShapeType="1"/>
              </p:cNvSpPr>
              <p:nvPr/>
            </p:nvSpPr>
            <p:spPr bwMode="auto">
              <a:xfrm>
                <a:off x="1317" y="2258"/>
                <a:ext cx="1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14" name="Line 111">
                <a:extLst>
                  <a:ext uri="{FF2B5EF4-FFF2-40B4-BE49-F238E27FC236}">
                    <a16:creationId xmlns:a16="http://schemas.microsoft.com/office/drawing/2014/main" id="{5367E0EB-59BF-EAF3-13B2-1C235C768DE4}"/>
                  </a:ext>
                </a:extLst>
              </p:cNvPr>
              <p:cNvSpPr>
                <a:spLocks noChangeShapeType="1"/>
              </p:cNvSpPr>
              <p:nvPr/>
            </p:nvSpPr>
            <p:spPr bwMode="auto">
              <a:xfrm flipH="1">
                <a:off x="1308" y="2081"/>
                <a:ext cx="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15" name="Line 112">
                <a:extLst>
                  <a:ext uri="{FF2B5EF4-FFF2-40B4-BE49-F238E27FC236}">
                    <a16:creationId xmlns:a16="http://schemas.microsoft.com/office/drawing/2014/main" id="{17047DCF-FB05-7CB8-CF31-660340853E22}"/>
                  </a:ext>
                </a:extLst>
              </p:cNvPr>
              <p:cNvSpPr>
                <a:spLocks noChangeShapeType="1"/>
              </p:cNvSpPr>
              <p:nvPr/>
            </p:nvSpPr>
            <p:spPr bwMode="auto">
              <a:xfrm>
                <a:off x="1317" y="2081"/>
                <a:ext cx="1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16" name="Line 113">
                <a:extLst>
                  <a:ext uri="{FF2B5EF4-FFF2-40B4-BE49-F238E27FC236}">
                    <a16:creationId xmlns:a16="http://schemas.microsoft.com/office/drawing/2014/main" id="{73F0F139-A896-35E5-40F7-266A8C34A40C}"/>
                  </a:ext>
                </a:extLst>
              </p:cNvPr>
              <p:cNvSpPr>
                <a:spLocks noChangeShapeType="1"/>
              </p:cNvSpPr>
              <p:nvPr/>
            </p:nvSpPr>
            <p:spPr bwMode="auto">
              <a:xfrm flipH="1">
                <a:off x="1308" y="1895"/>
                <a:ext cx="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17" name="Line 114">
                <a:extLst>
                  <a:ext uri="{FF2B5EF4-FFF2-40B4-BE49-F238E27FC236}">
                    <a16:creationId xmlns:a16="http://schemas.microsoft.com/office/drawing/2014/main" id="{69F38D4D-1C27-BC6B-320B-A4C428588A63}"/>
                  </a:ext>
                </a:extLst>
              </p:cNvPr>
              <p:cNvSpPr>
                <a:spLocks noChangeShapeType="1"/>
              </p:cNvSpPr>
              <p:nvPr/>
            </p:nvSpPr>
            <p:spPr bwMode="auto">
              <a:xfrm>
                <a:off x="1317" y="1895"/>
                <a:ext cx="1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2543" name="Group 115">
              <a:extLst>
                <a:ext uri="{FF2B5EF4-FFF2-40B4-BE49-F238E27FC236}">
                  <a16:creationId xmlns:a16="http://schemas.microsoft.com/office/drawing/2014/main" id="{8666C8B7-07D1-767C-3634-47EA0B7E0A69}"/>
                </a:ext>
              </a:extLst>
            </p:cNvPr>
            <p:cNvGrpSpPr>
              <a:grpSpLocks/>
            </p:cNvGrpSpPr>
            <p:nvPr/>
          </p:nvGrpSpPr>
          <p:grpSpPr bwMode="auto">
            <a:xfrm>
              <a:off x="696" y="3047"/>
              <a:ext cx="1793" cy="25"/>
              <a:chOff x="1308" y="2968"/>
              <a:chExt cx="1793" cy="25"/>
            </a:xfrm>
          </p:grpSpPr>
          <p:sp>
            <p:nvSpPr>
              <p:cNvPr id="22596" name="Line 116">
                <a:extLst>
                  <a:ext uri="{FF2B5EF4-FFF2-40B4-BE49-F238E27FC236}">
                    <a16:creationId xmlns:a16="http://schemas.microsoft.com/office/drawing/2014/main" id="{DE7BDD99-DBDD-AD52-E00C-24B483C676FD}"/>
                  </a:ext>
                </a:extLst>
              </p:cNvPr>
              <p:cNvSpPr>
                <a:spLocks noChangeShapeType="1"/>
              </p:cNvSpPr>
              <p:nvPr/>
            </p:nvSpPr>
            <p:spPr bwMode="auto">
              <a:xfrm flipV="1">
                <a:off x="1308"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7" name="Line 117">
                <a:extLst>
                  <a:ext uri="{FF2B5EF4-FFF2-40B4-BE49-F238E27FC236}">
                    <a16:creationId xmlns:a16="http://schemas.microsoft.com/office/drawing/2014/main" id="{2D84FA4A-FAB1-893E-85E9-48A293A91E30}"/>
                  </a:ext>
                </a:extLst>
              </p:cNvPr>
              <p:cNvSpPr>
                <a:spLocks noChangeShapeType="1"/>
              </p:cNvSpPr>
              <p:nvPr/>
            </p:nvSpPr>
            <p:spPr bwMode="auto">
              <a:xfrm flipV="1">
                <a:off x="1511"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8" name="Line 118">
                <a:extLst>
                  <a:ext uri="{FF2B5EF4-FFF2-40B4-BE49-F238E27FC236}">
                    <a16:creationId xmlns:a16="http://schemas.microsoft.com/office/drawing/2014/main" id="{1553AA47-C2F7-9253-0247-552259BBF93B}"/>
                  </a:ext>
                </a:extLst>
              </p:cNvPr>
              <p:cNvSpPr>
                <a:spLocks noChangeShapeType="1"/>
              </p:cNvSpPr>
              <p:nvPr/>
            </p:nvSpPr>
            <p:spPr bwMode="auto">
              <a:xfrm flipV="1">
                <a:off x="1705"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9" name="Line 119">
                <a:extLst>
                  <a:ext uri="{FF2B5EF4-FFF2-40B4-BE49-F238E27FC236}">
                    <a16:creationId xmlns:a16="http://schemas.microsoft.com/office/drawing/2014/main" id="{945FA25A-CF28-93DE-59E0-F49CF281E8F9}"/>
                  </a:ext>
                </a:extLst>
              </p:cNvPr>
              <p:cNvSpPr>
                <a:spLocks noChangeShapeType="1"/>
              </p:cNvSpPr>
              <p:nvPr/>
            </p:nvSpPr>
            <p:spPr bwMode="auto">
              <a:xfrm flipV="1">
                <a:off x="1899"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0" name="Line 120">
                <a:extLst>
                  <a:ext uri="{FF2B5EF4-FFF2-40B4-BE49-F238E27FC236}">
                    <a16:creationId xmlns:a16="http://schemas.microsoft.com/office/drawing/2014/main" id="{DBFAD982-2E87-F2B3-B49B-7D82718B96A5}"/>
                  </a:ext>
                </a:extLst>
              </p:cNvPr>
              <p:cNvSpPr>
                <a:spLocks noChangeShapeType="1"/>
              </p:cNvSpPr>
              <p:nvPr/>
            </p:nvSpPr>
            <p:spPr bwMode="auto">
              <a:xfrm flipV="1">
                <a:off x="2102"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1" name="Line 121">
                <a:extLst>
                  <a:ext uri="{FF2B5EF4-FFF2-40B4-BE49-F238E27FC236}">
                    <a16:creationId xmlns:a16="http://schemas.microsoft.com/office/drawing/2014/main" id="{37612B40-4669-B6D6-C650-A36D0E10D341}"/>
                  </a:ext>
                </a:extLst>
              </p:cNvPr>
              <p:cNvSpPr>
                <a:spLocks noChangeShapeType="1"/>
              </p:cNvSpPr>
              <p:nvPr/>
            </p:nvSpPr>
            <p:spPr bwMode="auto">
              <a:xfrm flipV="1">
                <a:off x="2306"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2" name="Line 122">
                <a:extLst>
                  <a:ext uri="{FF2B5EF4-FFF2-40B4-BE49-F238E27FC236}">
                    <a16:creationId xmlns:a16="http://schemas.microsoft.com/office/drawing/2014/main" id="{13A9EE9B-D1D2-CF1C-FCE5-B6BB5B98C6FA}"/>
                  </a:ext>
                </a:extLst>
              </p:cNvPr>
              <p:cNvSpPr>
                <a:spLocks noChangeShapeType="1"/>
              </p:cNvSpPr>
              <p:nvPr/>
            </p:nvSpPr>
            <p:spPr bwMode="auto">
              <a:xfrm flipV="1">
                <a:off x="2500"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3" name="Line 123">
                <a:extLst>
                  <a:ext uri="{FF2B5EF4-FFF2-40B4-BE49-F238E27FC236}">
                    <a16:creationId xmlns:a16="http://schemas.microsoft.com/office/drawing/2014/main" id="{940196E4-392D-5396-2B19-3199AB7358ED}"/>
                  </a:ext>
                </a:extLst>
              </p:cNvPr>
              <p:cNvSpPr>
                <a:spLocks noChangeShapeType="1"/>
              </p:cNvSpPr>
              <p:nvPr/>
            </p:nvSpPr>
            <p:spPr bwMode="auto">
              <a:xfrm flipV="1">
                <a:off x="2703"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4" name="Line 124">
                <a:extLst>
                  <a:ext uri="{FF2B5EF4-FFF2-40B4-BE49-F238E27FC236}">
                    <a16:creationId xmlns:a16="http://schemas.microsoft.com/office/drawing/2014/main" id="{D8F6BA2A-1862-562F-3057-C132730115E5}"/>
                  </a:ext>
                </a:extLst>
              </p:cNvPr>
              <p:cNvSpPr>
                <a:spLocks noChangeShapeType="1"/>
              </p:cNvSpPr>
              <p:nvPr/>
            </p:nvSpPr>
            <p:spPr bwMode="auto">
              <a:xfrm flipV="1">
                <a:off x="2897"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5" name="Line 125">
                <a:extLst>
                  <a:ext uri="{FF2B5EF4-FFF2-40B4-BE49-F238E27FC236}">
                    <a16:creationId xmlns:a16="http://schemas.microsoft.com/office/drawing/2014/main" id="{34ADBFE4-ECF4-CE96-E561-C08E3D8E7169}"/>
                  </a:ext>
                </a:extLst>
              </p:cNvPr>
              <p:cNvSpPr>
                <a:spLocks noChangeShapeType="1"/>
              </p:cNvSpPr>
              <p:nvPr/>
            </p:nvSpPr>
            <p:spPr bwMode="auto">
              <a:xfrm flipV="1">
                <a:off x="3101" y="2968"/>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2544" name="Group 126">
              <a:extLst>
                <a:ext uri="{FF2B5EF4-FFF2-40B4-BE49-F238E27FC236}">
                  <a16:creationId xmlns:a16="http://schemas.microsoft.com/office/drawing/2014/main" id="{5B563F23-6BC9-AC99-06F5-1133A2581D49}"/>
                </a:ext>
              </a:extLst>
            </p:cNvPr>
            <p:cNvGrpSpPr>
              <a:grpSpLocks/>
            </p:cNvGrpSpPr>
            <p:nvPr/>
          </p:nvGrpSpPr>
          <p:grpSpPr bwMode="auto">
            <a:xfrm>
              <a:off x="696" y="1805"/>
              <a:ext cx="1793" cy="1267"/>
              <a:chOff x="1308" y="1726"/>
              <a:chExt cx="1793" cy="1267"/>
            </a:xfrm>
          </p:grpSpPr>
          <p:sp>
            <p:nvSpPr>
              <p:cNvPr id="22592" name="Line 127">
                <a:extLst>
                  <a:ext uri="{FF2B5EF4-FFF2-40B4-BE49-F238E27FC236}">
                    <a16:creationId xmlns:a16="http://schemas.microsoft.com/office/drawing/2014/main" id="{5770C65A-C929-EFC3-224D-1CE90FB31B89}"/>
                  </a:ext>
                </a:extLst>
              </p:cNvPr>
              <p:cNvSpPr>
                <a:spLocks noChangeShapeType="1"/>
              </p:cNvSpPr>
              <p:nvPr/>
            </p:nvSpPr>
            <p:spPr bwMode="auto">
              <a:xfrm flipV="1">
                <a:off x="1308" y="1726"/>
                <a:ext cx="0" cy="12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3" name="Line 128">
                <a:extLst>
                  <a:ext uri="{FF2B5EF4-FFF2-40B4-BE49-F238E27FC236}">
                    <a16:creationId xmlns:a16="http://schemas.microsoft.com/office/drawing/2014/main" id="{23F75B76-4715-D707-B0A4-4D259106B53E}"/>
                  </a:ext>
                </a:extLst>
              </p:cNvPr>
              <p:cNvSpPr>
                <a:spLocks noChangeShapeType="1"/>
              </p:cNvSpPr>
              <p:nvPr/>
            </p:nvSpPr>
            <p:spPr bwMode="auto">
              <a:xfrm flipV="1">
                <a:off x="3101" y="1726"/>
                <a:ext cx="0" cy="12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4" name="Line 129">
                <a:extLst>
                  <a:ext uri="{FF2B5EF4-FFF2-40B4-BE49-F238E27FC236}">
                    <a16:creationId xmlns:a16="http://schemas.microsoft.com/office/drawing/2014/main" id="{DEB205D1-E93F-D0D3-4E6D-760A2808838F}"/>
                  </a:ext>
                </a:extLst>
              </p:cNvPr>
              <p:cNvSpPr>
                <a:spLocks noChangeShapeType="1"/>
              </p:cNvSpPr>
              <p:nvPr/>
            </p:nvSpPr>
            <p:spPr bwMode="auto">
              <a:xfrm>
                <a:off x="1308" y="2993"/>
                <a:ext cx="179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5" name="Line 130">
                <a:extLst>
                  <a:ext uri="{FF2B5EF4-FFF2-40B4-BE49-F238E27FC236}">
                    <a16:creationId xmlns:a16="http://schemas.microsoft.com/office/drawing/2014/main" id="{5E60185B-BBCB-2397-0627-89CFD939E3BD}"/>
                  </a:ext>
                </a:extLst>
              </p:cNvPr>
              <p:cNvSpPr>
                <a:spLocks noChangeShapeType="1"/>
              </p:cNvSpPr>
              <p:nvPr/>
            </p:nvSpPr>
            <p:spPr bwMode="auto">
              <a:xfrm>
                <a:off x="1308" y="1726"/>
                <a:ext cx="179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545" name="Line 131">
              <a:extLst>
                <a:ext uri="{FF2B5EF4-FFF2-40B4-BE49-F238E27FC236}">
                  <a16:creationId xmlns:a16="http://schemas.microsoft.com/office/drawing/2014/main" id="{3BF03745-5BE2-28E3-5662-B53E25A87DC2}"/>
                </a:ext>
              </a:extLst>
            </p:cNvPr>
            <p:cNvSpPr>
              <a:spLocks noChangeShapeType="1"/>
            </p:cNvSpPr>
            <p:nvPr/>
          </p:nvSpPr>
          <p:spPr bwMode="auto">
            <a:xfrm>
              <a:off x="696" y="3072"/>
              <a:ext cx="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6" name="Line 132">
              <a:extLst>
                <a:ext uri="{FF2B5EF4-FFF2-40B4-BE49-F238E27FC236}">
                  <a16:creationId xmlns:a16="http://schemas.microsoft.com/office/drawing/2014/main" id="{5ABA4A3F-64A8-62A2-C9CE-2DDCE267F09E}"/>
                </a:ext>
              </a:extLst>
            </p:cNvPr>
            <p:cNvSpPr>
              <a:spLocks noChangeShapeType="1"/>
            </p:cNvSpPr>
            <p:nvPr/>
          </p:nvSpPr>
          <p:spPr bwMode="auto">
            <a:xfrm>
              <a:off x="2489" y="1805"/>
              <a:ext cx="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47" name="Group 133">
              <a:extLst>
                <a:ext uri="{FF2B5EF4-FFF2-40B4-BE49-F238E27FC236}">
                  <a16:creationId xmlns:a16="http://schemas.microsoft.com/office/drawing/2014/main" id="{D0C099B0-13A2-38EA-4024-ABAF594D2D8B}"/>
                </a:ext>
              </a:extLst>
            </p:cNvPr>
            <p:cNvGrpSpPr>
              <a:grpSpLocks/>
            </p:cNvGrpSpPr>
            <p:nvPr/>
          </p:nvGrpSpPr>
          <p:grpSpPr bwMode="auto">
            <a:xfrm>
              <a:off x="592" y="1924"/>
              <a:ext cx="57" cy="1186"/>
              <a:chOff x="1204" y="1845"/>
              <a:chExt cx="57" cy="1186"/>
            </a:xfrm>
          </p:grpSpPr>
          <p:sp>
            <p:nvSpPr>
              <p:cNvPr id="22588" name="Rectangle 134">
                <a:extLst>
                  <a:ext uri="{FF2B5EF4-FFF2-40B4-BE49-F238E27FC236}">
                    <a16:creationId xmlns:a16="http://schemas.microsoft.com/office/drawing/2014/main" id="{7EA15D34-C221-FE0E-B826-6ABC66084B0C}"/>
                  </a:ext>
                </a:extLst>
              </p:cNvPr>
              <p:cNvSpPr>
                <a:spLocks noChangeArrowheads="1"/>
              </p:cNvSpPr>
              <p:nvPr/>
            </p:nvSpPr>
            <p:spPr bwMode="auto">
              <a:xfrm>
                <a:off x="1217" y="2935"/>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89" name="Rectangle 135">
                <a:extLst>
                  <a:ext uri="{FF2B5EF4-FFF2-40B4-BE49-F238E27FC236}">
                    <a16:creationId xmlns:a16="http://schemas.microsoft.com/office/drawing/2014/main" id="{6C0DC0C1-B984-0212-2336-8F139C487750}"/>
                  </a:ext>
                </a:extLst>
              </p:cNvPr>
              <p:cNvSpPr>
                <a:spLocks noChangeArrowheads="1"/>
              </p:cNvSpPr>
              <p:nvPr/>
            </p:nvSpPr>
            <p:spPr bwMode="auto">
              <a:xfrm>
                <a:off x="1204" y="2563"/>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1</a:t>
                </a:r>
                <a:endParaRPr lang="en-US" altLang="en-US">
                  <a:solidFill>
                    <a:schemeClr val="tx1"/>
                  </a:solidFill>
                  <a:latin typeface="Times" panose="02020603050405020304" pitchFamily="18" charset="0"/>
                </a:endParaRPr>
              </a:p>
            </p:txBody>
          </p:sp>
          <p:sp>
            <p:nvSpPr>
              <p:cNvPr id="22590" name="Rectangle 136">
                <a:extLst>
                  <a:ext uri="{FF2B5EF4-FFF2-40B4-BE49-F238E27FC236}">
                    <a16:creationId xmlns:a16="http://schemas.microsoft.com/office/drawing/2014/main" id="{A91B8726-2F69-422C-70B0-6C88BD4175ED}"/>
                  </a:ext>
                </a:extLst>
              </p:cNvPr>
              <p:cNvSpPr>
                <a:spLocks noChangeArrowheads="1"/>
              </p:cNvSpPr>
              <p:nvPr/>
            </p:nvSpPr>
            <p:spPr bwMode="auto">
              <a:xfrm>
                <a:off x="1210" y="220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2</a:t>
                </a:r>
                <a:endParaRPr lang="en-US" altLang="en-US">
                  <a:solidFill>
                    <a:schemeClr val="tx1"/>
                  </a:solidFill>
                  <a:latin typeface="Times" panose="02020603050405020304" pitchFamily="18" charset="0"/>
                </a:endParaRPr>
              </a:p>
            </p:txBody>
          </p:sp>
          <p:sp>
            <p:nvSpPr>
              <p:cNvPr id="22591" name="Rectangle 137">
                <a:extLst>
                  <a:ext uri="{FF2B5EF4-FFF2-40B4-BE49-F238E27FC236}">
                    <a16:creationId xmlns:a16="http://schemas.microsoft.com/office/drawing/2014/main" id="{0F7C77AA-5CE8-41CD-0B2F-64472E153D88}"/>
                  </a:ext>
                </a:extLst>
              </p:cNvPr>
              <p:cNvSpPr>
                <a:spLocks noChangeArrowheads="1"/>
              </p:cNvSpPr>
              <p:nvPr/>
            </p:nvSpPr>
            <p:spPr bwMode="auto">
              <a:xfrm>
                <a:off x="1210" y="1845"/>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3</a:t>
                </a:r>
                <a:endParaRPr lang="en-US" altLang="en-US">
                  <a:solidFill>
                    <a:schemeClr val="tx1"/>
                  </a:solidFill>
                  <a:latin typeface="Times" panose="02020603050405020304" pitchFamily="18" charset="0"/>
                </a:endParaRPr>
              </a:p>
            </p:txBody>
          </p:sp>
        </p:grpSp>
        <p:grpSp>
          <p:nvGrpSpPr>
            <p:cNvPr id="22548" name="Group 138">
              <a:extLst>
                <a:ext uri="{FF2B5EF4-FFF2-40B4-BE49-F238E27FC236}">
                  <a16:creationId xmlns:a16="http://schemas.microsoft.com/office/drawing/2014/main" id="{30EAC182-D001-DDB7-7A80-29B7CA31DE08}"/>
                </a:ext>
              </a:extLst>
            </p:cNvPr>
            <p:cNvGrpSpPr>
              <a:grpSpLocks/>
            </p:cNvGrpSpPr>
            <p:nvPr/>
          </p:nvGrpSpPr>
          <p:grpSpPr bwMode="auto">
            <a:xfrm>
              <a:off x="661" y="3099"/>
              <a:ext cx="1855" cy="96"/>
              <a:chOff x="1273" y="3020"/>
              <a:chExt cx="1855" cy="96"/>
            </a:xfrm>
          </p:grpSpPr>
          <p:sp>
            <p:nvSpPr>
              <p:cNvPr id="22569" name="Rectangle 139">
                <a:extLst>
                  <a:ext uri="{FF2B5EF4-FFF2-40B4-BE49-F238E27FC236}">
                    <a16:creationId xmlns:a16="http://schemas.microsoft.com/office/drawing/2014/main" id="{F2F91632-6363-2284-7048-09C59AEA6138}"/>
                  </a:ext>
                </a:extLst>
              </p:cNvPr>
              <p:cNvSpPr>
                <a:spLocks noChangeArrowheads="1"/>
              </p:cNvSpPr>
              <p:nvPr/>
            </p:nvSpPr>
            <p:spPr bwMode="auto">
              <a:xfrm>
                <a:off x="1273"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70" name="Rectangle 140">
                <a:extLst>
                  <a:ext uri="{FF2B5EF4-FFF2-40B4-BE49-F238E27FC236}">
                    <a16:creationId xmlns:a16="http://schemas.microsoft.com/office/drawing/2014/main" id="{8EF39A1E-41D1-7276-4644-A2CCE2FA8F2E}"/>
                  </a:ext>
                </a:extLst>
              </p:cNvPr>
              <p:cNvSpPr>
                <a:spLocks noChangeArrowheads="1"/>
              </p:cNvSpPr>
              <p:nvPr/>
            </p:nvSpPr>
            <p:spPr bwMode="auto">
              <a:xfrm>
                <a:off x="1450"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1</a:t>
                </a:r>
                <a:endParaRPr lang="en-US" altLang="en-US">
                  <a:solidFill>
                    <a:schemeClr val="tx1"/>
                  </a:solidFill>
                  <a:latin typeface="Times" panose="02020603050405020304" pitchFamily="18" charset="0"/>
                </a:endParaRPr>
              </a:p>
            </p:txBody>
          </p:sp>
          <p:sp>
            <p:nvSpPr>
              <p:cNvPr id="22571" name="Rectangle 141">
                <a:extLst>
                  <a:ext uri="{FF2B5EF4-FFF2-40B4-BE49-F238E27FC236}">
                    <a16:creationId xmlns:a16="http://schemas.microsoft.com/office/drawing/2014/main" id="{974D6887-2490-C30C-7388-E153C8116DB2}"/>
                  </a:ext>
                </a:extLst>
              </p:cNvPr>
              <p:cNvSpPr>
                <a:spLocks noChangeArrowheads="1"/>
              </p:cNvSpPr>
              <p:nvPr/>
            </p:nvSpPr>
            <p:spPr bwMode="auto">
              <a:xfrm>
                <a:off x="1494"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72" name="Rectangle 142">
                <a:extLst>
                  <a:ext uri="{FF2B5EF4-FFF2-40B4-BE49-F238E27FC236}">
                    <a16:creationId xmlns:a16="http://schemas.microsoft.com/office/drawing/2014/main" id="{89546810-147C-E705-33F2-A8DF4CFA8587}"/>
                  </a:ext>
                </a:extLst>
              </p:cNvPr>
              <p:cNvSpPr>
                <a:spLocks noChangeArrowheads="1"/>
              </p:cNvSpPr>
              <p:nvPr/>
            </p:nvSpPr>
            <p:spPr bwMode="auto">
              <a:xfrm>
                <a:off x="1644"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2</a:t>
                </a:r>
                <a:endParaRPr lang="en-US" altLang="en-US">
                  <a:solidFill>
                    <a:schemeClr val="tx1"/>
                  </a:solidFill>
                  <a:latin typeface="Times" panose="02020603050405020304" pitchFamily="18" charset="0"/>
                </a:endParaRPr>
              </a:p>
            </p:txBody>
          </p:sp>
          <p:sp>
            <p:nvSpPr>
              <p:cNvPr id="22573" name="Rectangle 143">
                <a:extLst>
                  <a:ext uri="{FF2B5EF4-FFF2-40B4-BE49-F238E27FC236}">
                    <a16:creationId xmlns:a16="http://schemas.microsoft.com/office/drawing/2014/main" id="{13C17327-2D99-322D-6D0B-106305F86669}"/>
                  </a:ext>
                </a:extLst>
              </p:cNvPr>
              <p:cNvSpPr>
                <a:spLocks noChangeArrowheads="1"/>
              </p:cNvSpPr>
              <p:nvPr/>
            </p:nvSpPr>
            <p:spPr bwMode="auto">
              <a:xfrm>
                <a:off x="1690"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74" name="Rectangle 144">
                <a:extLst>
                  <a:ext uri="{FF2B5EF4-FFF2-40B4-BE49-F238E27FC236}">
                    <a16:creationId xmlns:a16="http://schemas.microsoft.com/office/drawing/2014/main" id="{9D117827-4F5E-1F29-A310-A49D2CCBA9E0}"/>
                  </a:ext>
                </a:extLst>
              </p:cNvPr>
              <p:cNvSpPr>
                <a:spLocks noChangeArrowheads="1"/>
              </p:cNvSpPr>
              <p:nvPr/>
            </p:nvSpPr>
            <p:spPr bwMode="auto">
              <a:xfrm>
                <a:off x="1847"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3</a:t>
                </a:r>
                <a:endParaRPr lang="en-US" altLang="en-US">
                  <a:solidFill>
                    <a:schemeClr val="tx1"/>
                  </a:solidFill>
                  <a:latin typeface="Times" panose="02020603050405020304" pitchFamily="18" charset="0"/>
                </a:endParaRPr>
              </a:p>
            </p:txBody>
          </p:sp>
          <p:sp>
            <p:nvSpPr>
              <p:cNvPr id="22575" name="Rectangle 145">
                <a:extLst>
                  <a:ext uri="{FF2B5EF4-FFF2-40B4-BE49-F238E27FC236}">
                    <a16:creationId xmlns:a16="http://schemas.microsoft.com/office/drawing/2014/main" id="{B6B636C1-1BFC-749D-5CC1-C8D36ED34AC5}"/>
                  </a:ext>
                </a:extLst>
              </p:cNvPr>
              <p:cNvSpPr>
                <a:spLocks noChangeArrowheads="1"/>
              </p:cNvSpPr>
              <p:nvPr/>
            </p:nvSpPr>
            <p:spPr bwMode="auto">
              <a:xfrm>
                <a:off x="1891"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76" name="Rectangle 146">
                <a:extLst>
                  <a:ext uri="{FF2B5EF4-FFF2-40B4-BE49-F238E27FC236}">
                    <a16:creationId xmlns:a16="http://schemas.microsoft.com/office/drawing/2014/main" id="{FB32D1C2-1314-4F6E-4940-E0BD983ACEB6}"/>
                  </a:ext>
                </a:extLst>
              </p:cNvPr>
              <p:cNvSpPr>
                <a:spLocks noChangeArrowheads="1"/>
              </p:cNvSpPr>
              <p:nvPr/>
            </p:nvSpPr>
            <p:spPr bwMode="auto">
              <a:xfrm>
                <a:off x="2041"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4</a:t>
                </a:r>
                <a:endParaRPr lang="en-US" altLang="en-US">
                  <a:solidFill>
                    <a:schemeClr val="tx1"/>
                  </a:solidFill>
                  <a:latin typeface="Times" panose="02020603050405020304" pitchFamily="18" charset="0"/>
                </a:endParaRPr>
              </a:p>
            </p:txBody>
          </p:sp>
          <p:sp>
            <p:nvSpPr>
              <p:cNvPr id="22577" name="Rectangle 147">
                <a:extLst>
                  <a:ext uri="{FF2B5EF4-FFF2-40B4-BE49-F238E27FC236}">
                    <a16:creationId xmlns:a16="http://schemas.microsoft.com/office/drawing/2014/main" id="{E3EB254E-126B-BF21-4062-B9334A77D7E8}"/>
                  </a:ext>
                </a:extLst>
              </p:cNvPr>
              <p:cNvSpPr>
                <a:spLocks noChangeArrowheads="1"/>
              </p:cNvSpPr>
              <p:nvPr/>
            </p:nvSpPr>
            <p:spPr bwMode="auto">
              <a:xfrm>
                <a:off x="2087"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78" name="Rectangle 148">
                <a:extLst>
                  <a:ext uri="{FF2B5EF4-FFF2-40B4-BE49-F238E27FC236}">
                    <a16:creationId xmlns:a16="http://schemas.microsoft.com/office/drawing/2014/main" id="{ACD3913C-7481-063D-A20F-95706F2AD544}"/>
                  </a:ext>
                </a:extLst>
              </p:cNvPr>
              <p:cNvSpPr>
                <a:spLocks noChangeArrowheads="1"/>
              </p:cNvSpPr>
              <p:nvPr/>
            </p:nvSpPr>
            <p:spPr bwMode="auto">
              <a:xfrm>
                <a:off x="2244"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5</a:t>
                </a:r>
                <a:endParaRPr lang="en-US" altLang="en-US">
                  <a:solidFill>
                    <a:schemeClr val="tx1"/>
                  </a:solidFill>
                  <a:latin typeface="Times" panose="02020603050405020304" pitchFamily="18" charset="0"/>
                </a:endParaRPr>
              </a:p>
            </p:txBody>
          </p:sp>
          <p:sp>
            <p:nvSpPr>
              <p:cNvPr id="22579" name="Rectangle 149">
                <a:extLst>
                  <a:ext uri="{FF2B5EF4-FFF2-40B4-BE49-F238E27FC236}">
                    <a16:creationId xmlns:a16="http://schemas.microsoft.com/office/drawing/2014/main" id="{21F6CE2E-2CFC-0A12-5F21-A2C21F4140CB}"/>
                  </a:ext>
                </a:extLst>
              </p:cNvPr>
              <p:cNvSpPr>
                <a:spLocks noChangeArrowheads="1"/>
              </p:cNvSpPr>
              <p:nvPr/>
            </p:nvSpPr>
            <p:spPr bwMode="auto">
              <a:xfrm>
                <a:off x="2289"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80" name="Rectangle 150">
                <a:extLst>
                  <a:ext uri="{FF2B5EF4-FFF2-40B4-BE49-F238E27FC236}">
                    <a16:creationId xmlns:a16="http://schemas.microsoft.com/office/drawing/2014/main" id="{EBF6F0EA-E915-6759-5792-4D8E124898D2}"/>
                  </a:ext>
                </a:extLst>
              </p:cNvPr>
              <p:cNvSpPr>
                <a:spLocks noChangeArrowheads="1"/>
              </p:cNvSpPr>
              <p:nvPr/>
            </p:nvSpPr>
            <p:spPr bwMode="auto">
              <a:xfrm>
                <a:off x="2438"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6</a:t>
                </a:r>
                <a:endParaRPr lang="en-US" altLang="en-US">
                  <a:solidFill>
                    <a:schemeClr val="tx1"/>
                  </a:solidFill>
                  <a:latin typeface="Times" panose="02020603050405020304" pitchFamily="18" charset="0"/>
                </a:endParaRPr>
              </a:p>
            </p:txBody>
          </p:sp>
          <p:sp>
            <p:nvSpPr>
              <p:cNvPr id="22581" name="Rectangle 151">
                <a:extLst>
                  <a:ext uri="{FF2B5EF4-FFF2-40B4-BE49-F238E27FC236}">
                    <a16:creationId xmlns:a16="http://schemas.microsoft.com/office/drawing/2014/main" id="{55957E59-359F-BD17-62F0-09CDABD241C6}"/>
                  </a:ext>
                </a:extLst>
              </p:cNvPr>
              <p:cNvSpPr>
                <a:spLocks noChangeArrowheads="1"/>
              </p:cNvSpPr>
              <p:nvPr/>
            </p:nvSpPr>
            <p:spPr bwMode="auto">
              <a:xfrm>
                <a:off x="2484"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82" name="Rectangle 152">
                <a:extLst>
                  <a:ext uri="{FF2B5EF4-FFF2-40B4-BE49-F238E27FC236}">
                    <a16:creationId xmlns:a16="http://schemas.microsoft.com/office/drawing/2014/main" id="{A3038498-F739-A5FC-2583-A1F87EF5708A}"/>
                  </a:ext>
                </a:extLst>
              </p:cNvPr>
              <p:cNvSpPr>
                <a:spLocks noChangeArrowheads="1"/>
              </p:cNvSpPr>
              <p:nvPr/>
            </p:nvSpPr>
            <p:spPr bwMode="auto">
              <a:xfrm>
                <a:off x="2642"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7</a:t>
                </a:r>
                <a:endParaRPr lang="en-US" altLang="en-US">
                  <a:solidFill>
                    <a:schemeClr val="tx1"/>
                  </a:solidFill>
                  <a:latin typeface="Times" panose="02020603050405020304" pitchFamily="18" charset="0"/>
                </a:endParaRPr>
              </a:p>
            </p:txBody>
          </p:sp>
          <p:sp>
            <p:nvSpPr>
              <p:cNvPr id="22583" name="Rectangle 153">
                <a:extLst>
                  <a:ext uri="{FF2B5EF4-FFF2-40B4-BE49-F238E27FC236}">
                    <a16:creationId xmlns:a16="http://schemas.microsoft.com/office/drawing/2014/main" id="{9DFC0791-F0A9-E809-00F0-F8D712D703A7}"/>
                  </a:ext>
                </a:extLst>
              </p:cNvPr>
              <p:cNvSpPr>
                <a:spLocks noChangeArrowheads="1"/>
              </p:cNvSpPr>
              <p:nvPr/>
            </p:nvSpPr>
            <p:spPr bwMode="auto">
              <a:xfrm>
                <a:off x="2686"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84" name="Rectangle 154">
                <a:extLst>
                  <a:ext uri="{FF2B5EF4-FFF2-40B4-BE49-F238E27FC236}">
                    <a16:creationId xmlns:a16="http://schemas.microsoft.com/office/drawing/2014/main" id="{790AEAF8-5403-EABE-78ED-E440B18C220F}"/>
                  </a:ext>
                </a:extLst>
              </p:cNvPr>
              <p:cNvSpPr>
                <a:spLocks noChangeArrowheads="1"/>
              </p:cNvSpPr>
              <p:nvPr/>
            </p:nvSpPr>
            <p:spPr bwMode="auto">
              <a:xfrm>
                <a:off x="2836"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8</a:t>
                </a:r>
                <a:endParaRPr lang="en-US" altLang="en-US">
                  <a:solidFill>
                    <a:schemeClr val="tx1"/>
                  </a:solidFill>
                  <a:latin typeface="Times" panose="02020603050405020304" pitchFamily="18" charset="0"/>
                </a:endParaRPr>
              </a:p>
            </p:txBody>
          </p:sp>
          <p:sp>
            <p:nvSpPr>
              <p:cNvPr id="22585" name="Rectangle 155">
                <a:extLst>
                  <a:ext uri="{FF2B5EF4-FFF2-40B4-BE49-F238E27FC236}">
                    <a16:creationId xmlns:a16="http://schemas.microsoft.com/office/drawing/2014/main" id="{6A339758-0CB0-310B-CB9D-F79E822C58B8}"/>
                  </a:ext>
                </a:extLst>
              </p:cNvPr>
              <p:cNvSpPr>
                <a:spLocks noChangeArrowheads="1"/>
              </p:cNvSpPr>
              <p:nvPr/>
            </p:nvSpPr>
            <p:spPr bwMode="auto">
              <a:xfrm>
                <a:off x="2882"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86" name="Rectangle 156">
                <a:extLst>
                  <a:ext uri="{FF2B5EF4-FFF2-40B4-BE49-F238E27FC236}">
                    <a16:creationId xmlns:a16="http://schemas.microsoft.com/office/drawing/2014/main" id="{3F05FCCD-0165-272A-86C4-C61E86496D88}"/>
                  </a:ext>
                </a:extLst>
              </p:cNvPr>
              <p:cNvSpPr>
                <a:spLocks noChangeArrowheads="1"/>
              </p:cNvSpPr>
              <p:nvPr/>
            </p:nvSpPr>
            <p:spPr bwMode="auto">
              <a:xfrm>
                <a:off x="3039"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9</a:t>
                </a:r>
                <a:endParaRPr lang="en-US" altLang="en-US">
                  <a:solidFill>
                    <a:schemeClr val="tx1"/>
                  </a:solidFill>
                  <a:latin typeface="Times" panose="02020603050405020304" pitchFamily="18" charset="0"/>
                </a:endParaRPr>
              </a:p>
            </p:txBody>
          </p:sp>
          <p:sp>
            <p:nvSpPr>
              <p:cNvPr id="22587" name="Rectangle 157">
                <a:extLst>
                  <a:ext uri="{FF2B5EF4-FFF2-40B4-BE49-F238E27FC236}">
                    <a16:creationId xmlns:a16="http://schemas.microsoft.com/office/drawing/2014/main" id="{83A4FF09-5002-8CA2-DA6C-AF6FB6084733}"/>
                  </a:ext>
                </a:extLst>
              </p:cNvPr>
              <p:cNvSpPr>
                <a:spLocks noChangeArrowheads="1"/>
              </p:cNvSpPr>
              <p:nvPr/>
            </p:nvSpPr>
            <p:spPr bwMode="auto">
              <a:xfrm>
                <a:off x="3084" y="3020"/>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grpSp>
        <p:grpSp>
          <p:nvGrpSpPr>
            <p:cNvPr id="22549" name="Group 158">
              <a:extLst>
                <a:ext uri="{FF2B5EF4-FFF2-40B4-BE49-F238E27FC236}">
                  <a16:creationId xmlns:a16="http://schemas.microsoft.com/office/drawing/2014/main" id="{15BE35D6-93C3-5AD8-ADD0-0032F86E4F7E}"/>
                </a:ext>
              </a:extLst>
            </p:cNvPr>
            <p:cNvGrpSpPr>
              <a:grpSpLocks/>
            </p:cNvGrpSpPr>
            <p:nvPr/>
          </p:nvGrpSpPr>
          <p:grpSpPr bwMode="auto">
            <a:xfrm>
              <a:off x="2454" y="1974"/>
              <a:ext cx="25" cy="912"/>
              <a:chOff x="3066" y="1895"/>
              <a:chExt cx="25" cy="912"/>
            </a:xfrm>
          </p:grpSpPr>
          <p:sp>
            <p:nvSpPr>
              <p:cNvPr id="22557" name="Line 159">
                <a:extLst>
                  <a:ext uri="{FF2B5EF4-FFF2-40B4-BE49-F238E27FC236}">
                    <a16:creationId xmlns:a16="http://schemas.microsoft.com/office/drawing/2014/main" id="{19E82647-E004-46CD-7C17-724929B969F2}"/>
                  </a:ext>
                </a:extLst>
              </p:cNvPr>
              <p:cNvSpPr>
                <a:spLocks noChangeShapeType="1"/>
              </p:cNvSpPr>
              <p:nvPr/>
            </p:nvSpPr>
            <p:spPr bwMode="auto">
              <a:xfrm flipH="1">
                <a:off x="3066" y="2807"/>
                <a:ext cx="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8" name="Line 160">
                <a:extLst>
                  <a:ext uri="{FF2B5EF4-FFF2-40B4-BE49-F238E27FC236}">
                    <a16:creationId xmlns:a16="http://schemas.microsoft.com/office/drawing/2014/main" id="{486E8E1C-C3EB-524C-28A7-E8E5CEDA26C9}"/>
                  </a:ext>
                </a:extLst>
              </p:cNvPr>
              <p:cNvSpPr>
                <a:spLocks noChangeShapeType="1"/>
              </p:cNvSpPr>
              <p:nvPr/>
            </p:nvSpPr>
            <p:spPr bwMode="auto">
              <a:xfrm>
                <a:off x="3074" y="2807"/>
                <a:ext cx="1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9" name="Line 161">
                <a:extLst>
                  <a:ext uri="{FF2B5EF4-FFF2-40B4-BE49-F238E27FC236}">
                    <a16:creationId xmlns:a16="http://schemas.microsoft.com/office/drawing/2014/main" id="{682B3339-2342-AE07-1E1C-7B37909F9726}"/>
                  </a:ext>
                </a:extLst>
              </p:cNvPr>
              <p:cNvSpPr>
                <a:spLocks noChangeShapeType="1"/>
              </p:cNvSpPr>
              <p:nvPr/>
            </p:nvSpPr>
            <p:spPr bwMode="auto">
              <a:xfrm flipH="1">
                <a:off x="3066" y="2622"/>
                <a:ext cx="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0" name="Line 162">
                <a:extLst>
                  <a:ext uri="{FF2B5EF4-FFF2-40B4-BE49-F238E27FC236}">
                    <a16:creationId xmlns:a16="http://schemas.microsoft.com/office/drawing/2014/main" id="{54D94030-F054-B6E2-CEBB-5FB8F8DFAE75}"/>
                  </a:ext>
                </a:extLst>
              </p:cNvPr>
              <p:cNvSpPr>
                <a:spLocks noChangeShapeType="1"/>
              </p:cNvSpPr>
              <p:nvPr/>
            </p:nvSpPr>
            <p:spPr bwMode="auto">
              <a:xfrm>
                <a:off x="3074" y="2622"/>
                <a:ext cx="1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1" name="Line 163">
                <a:extLst>
                  <a:ext uri="{FF2B5EF4-FFF2-40B4-BE49-F238E27FC236}">
                    <a16:creationId xmlns:a16="http://schemas.microsoft.com/office/drawing/2014/main" id="{717249EA-6B4A-BAFF-4061-6E9CA4D260F1}"/>
                  </a:ext>
                </a:extLst>
              </p:cNvPr>
              <p:cNvSpPr>
                <a:spLocks noChangeShapeType="1"/>
              </p:cNvSpPr>
              <p:nvPr/>
            </p:nvSpPr>
            <p:spPr bwMode="auto">
              <a:xfrm flipH="1">
                <a:off x="3066" y="2444"/>
                <a:ext cx="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2" name="Line 164">
                <a:extLst>
                  <a:ext uri="{FF2B5EF4-FFF2-40B4-BE49-F238E27FC236}">
                    <a16:creationId xmlns:a16="http://schemas.microsoft.com/office/drawing/2014/main" id="{1FE8388D-E4F7-6CAC-F0F1-B2B78A42A345}"/>
                  </a:ext>
                </a:extLst>
              </p:cNvPr>
              <p:cNvSpPr>
                <a:spLocks noChangeShapeType="1"/>
              </p:cNvSpPr>
              <p:nvPr/>
            </p:nvSpPr>
            <p:spPr bwMode="auto">
              <a:xfrm>
                <a:off x="3074" y="2444"/>
                <a:ext cx="1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3" name="Line 165">
                <a:extLst>
                  <a:ext uri="{FF2B5EF4-FFF2-40B4-BE49-F238E27FC236}">
                    <a16:creationId xmlns:a16="http://schemas.microsoft.com/office/drawing/2014/main" id="{02FA3871-1912-6410-71F8-627646433EAE}"/>
                  </a:ext>
                </a:extLst>
              </p:cNvPr>
              <p:cNvSpPr>
                <a:spLocks noChangeShapeType="1"/>
              </p:cNvSpPr>
              <p:nvPr/>
            </p:nvSpPr>
            <p:spPr bwMode="auto">
              <a:xfrm flipH="1">
                <a:off x="3066" y="2258"/>
                <a:ext cx="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4" name="Line 166">
                <a:extLst>
                  <a:ext uri="{FF2B5EF4-FFF2-40B4-BE49-F238E27FC236}">
                    <a16:creationId xmlns:a16="http://schemas.microsoft.com/office/drawing/2014/main" id="{17856D4B-CC20-5ADF-B646-23DA1D390508}"/>
                  </a:ext>
                </a:extLst>
              </p:cNvPr>
              <p:cNvSpPr>
                <a:spLocks noChangeShapeType="1"/>
              </p:cNvSpPr>
              <p:nvPr/>
            </p:nvSpPr>
            <p:spPr bwMode="auto">
              <a:xfrm>
                <a:off x="3074" y="2258"/>
                <a:ext cx="1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5" name="Line 167">
                <a:extLst>
                  <a:ext uri="{FF2B5EF4-FFF2-40B4-BE49-F238E27FC236}">
                    <a16:creationId xmlns:a16="http://schemas.microsoft.com/office/drawing/2014/main" id="{B8D4A8DB-274D-DFBD-28B5-F78E139332F6}"/>
                  </a:ext>
                </a:extLst>
              </p:cNvPr>
              <p:cNvSpPr>
                <a:spLocks noChangeShapeType="1"/>
              </p:cNvSpPr>
              <p:nvPr/>
            </p:nvSpPr>
            <p:spPr bwMode="auto">
              <a:xfrm flipH="1">
                <a:off x="3066" y="2081"/>
                <a:ext cx="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6" name="Line 168">
                <a:extLst>
                  <a:ext uri="{FF2B5EF4-FFF2-40B4-BE49-F238E27FC236}">
                    <a16:creationId xmlns:a16="http://schemas.microsoft.com/office/drawing/2014/main" id="{68B7C630-5D20-E352-0300-4854B2B93B83}"/>
                  </a:ext>
                </a:extLst>
              </p:cNvPr>
              <p:cNvSpPr>
                <a:spLocks noChangeShapeType="1"/>
              </p:cNvSpPr>
              <p:nvPr/>
            </p:nvSpPr>
            <p:spPr bwMode="auto">
              <a:xfrm>
                <a:off x="3074" y="2081"/>
                <a:ext cx="1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7" name="Line 169">
                <a:extLst>
                  <a:ext uri="{FF2B5EF4-FFF2-40B4-BE49-F238E27FC236}">
                    <a16:creationId xmlns:a16="http://schemas.microsoft.com/office/drawing/2014/main" id="{0D15C90E-728B-FA11-E3E9-E095F7119326}"/>
                  </a:ext>
                </a:extLst>
              </p:cNvPr>
              <p:cNvSpPr>
                <a:spLocks noChangeShapeType="1"/>
              </p:cNvSpPr>
              <p:nvPr/>
            </p:nvSpPr>
            <p:spPr bwMode="auto">
              <a:xfrm flipH="1">
                <a:off x="3066" y="1895"/>
                <a:ext cx="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8" name="Line 170">
                <a:extLst>
                  <a:ext uri="{FF2B5EF4-FFF2-40B4-BE49-F238E27FC236}">
                    <a16:creationId xmlns:a16="http://schemas.microsoft.com/office/drawing/2014/main" id="{6048B6DF-DA01-CFF6-90F1-597AFA4220FC}"/>
                  </a:ext>
                </a:extLst>
              </p:cNvPr>
              <p:cNvSpPr>
                <a:spLocks noChangeShapeType="1"/>
              </p:cNvSpPr>
              <p:nvPr/>
            </p:nvSpPr>
            <p:spPr bwMode="auto">
              <a:xfrm>
                <a:off x="3074" y="1895"/>
                <a:ext cx="1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550" name="Freeform 171">
              <a:extLst>
                <a:ext uri="{FF2B5EF4-FFF2-40B4-BE49-F238E27FC236}">
                  <a16:creationId xmlns:a16="http://schemas.microsoft.com/office/drawing/2014/main" id="{F89E6207-E4A4-B100-D0B0-DF409557C0AA}"/>
                </a:ext>
              </a:extLst>
            </p:cNvPr>
            <p:cNvSpPr>
              <a:spLocks/>
            </p:cNvSpPr>
            <p:nvPr/>
          </p:nvSpPr>
          <p:spPr bwMode="auto">
            <a:xfrm>
              <a:off x="1258" y="2145"/>
              <a:ext cx="102" cy="71"/>
            </a:xfrm>
            <a:custGeom>
              <a:avLst/>
              <a:gdLst>
                <a:gd name="T0" fmla="*/ 181 w 53"/>
                <a:gd name="T1" fmla="*/ 136 h 37"/>
                <a:gd name="T2" fmla="*/ 196 w 53"/>
                <a:gd name="T3" fmla="*/ 69 h 37"/>
                <a:gd name="T4" fmla="*/ 181 w 53"/>
                <a:gd name="T5" fmla="*/ 0 h 37"/>
                <a:gd name="T6" fmla="*/ 0 w 53"/>
                <a:gd name="T7" fmla="*/ 69 h 37"/>
                <a:gd name="T8" fmla="*/ 181 w 53"/>
                <a:gd name="T9" fmla="*/ 136 h 37"/>
                <a:gd name="T10" fmla="*/ 0 60000 65536"/>
                <a:gd name="T11" fmla="*/ 0 60000 65536"/>
                <a:gd name="T12" fmla="*/ 0 60000 65536"/>
                <a:gd name="T13" fmla="*/ 0 60000 65536"/>
                <a:gd name="T14" fmla="*/ 0 60000 65536"/>
                <a:gd name="T15" fmla="*/ 0 w 53"/>
                <a:gd name="T16" fmla="*/ 0 h 37"/>
                <a:gd name="T17" fmla="*/ 53 w 53"/>
                <a:gd name="T18" fmla="*/ 37 h 37"/>
              </a:gdLst>
              <a:ahLst/>
              <a:cxnLst>
                <a:cxn ang="T10">
                  <a:pos x="T0" y="T1"/>
                </a:cxn>
                <a:cxn ang="T11">
                  <a:pos x="T2" y="T3"/>
                </a:cxn>
                <a:cxn ang="T12">
                  <a:pos x="T4" y="T5"/>
                </a:cxn>
                <a:cxn ang="T13">
                  <a:pos x="T6" y="T7"/>
                </a:cxn>
                <a:cxn ang="T14">
                  <a:pos x="T8" y="T9"/>
                </a:cxn>
              </a:cxnLst>
              <a:rect l="T15" t="T16" r="T17" b="T18"/>
              <a:pathLst>
                <a:path w="53" h="37">
                  <a:moveTo>
                    <a:pt x="49" y="37"/>
                  </a:moveTo>
                  <a:cubicBezTo>
                    <a:pt x="51" y="31"/>
                    <a:pt x="53" y="25"/>
                    <a:pt x="53" y="19"/>
                  </a:cubicBezTo>
                  <a:cubicBezTo>
                    <a:pt x="53" y="12"/>
                    <a:pt x="51" y="6"/>
                    <a:pt x="49" y="0"/>
                  </a:cubicBezTo>
                  <a:lnTo>
                    <a:pt x="0" y="19"/>
                  </a:lnTo>
                  <a:lnTo>
                    <a:pt x="49" y="37"/>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1" name="Freeform 172">
              <a:extLst>
                <a:ext uri="{FF2B5EF4-FFF2-40B4-BE49-F238E27FC236}">
                  <a16:creationId xmlns:a16="http://schemas.microsoft.com/office/drawing/2014/main" id="{65675CB2-FEFD-0849-10E8-FB2B27BB890A}"/>
                </a:ext>
              </a:extLst>
            </p:cNvPr>
            <p:cNvSpPr>
              <a:spLocks/>
            </p:cNvSpPr>
            <p:nvPr/>
          </p:nvSpPr>
          <p:spPr bwMode="auto">
            <a:xfrm>
              <a:off x="2118" y="2500"/>
              <a:ext cx="104" cy="71"/>
            </a:xfrm>
            <a:custGeom>
              <a:avLst/>
              <a:gdLst>
                <a:gd name="T0" fmla="*/ 15 w 54"/>
                <a:gd name="T1" fmla="*/ 0 h 37"/>
                <a:gd name="T2" fmla="*/ 4 w 54"/>
                <a:gd name="T3" fmla="*/ 67 h 37"/>
                <a:gd name="T4" fmla="*/ 15 w 54"/>
                <a:gd name="T5" fmla="*/ 136 h 37"/>
                <a:gd name="T6" fmla="*/ 200 w 54"/>
                <a:gd name="T7" fmla="*/ 69 h 37"/>
                <a:gd name="T8" fmla="*/ 15 w 54"/>
                <a:gd name="T9" fmla="*/ 0 h 37"/>
                <a:gd name="T10" fmla="*/ 0 60000 65536"/>
                <a:gd name="T11" fmla="*/ 0 60000 65536"/>
                <a:gd name="T12" fmla="*/ 0 60000 65536"/>
                <a:gd name="T13" fmla="*/ 0 60000 65536"/>
                <a:gd name="T14" fmla="*/ 0 60000 65536"/>
                <a:gd name="T15" fmla="*/ 0 w 54"/>
                <a:gd name="T16" fmla="*/ 0 h 37"/>
                <a:gd name="T17" fmla="*/ 54 w 54"/>
                <a:gd name="T18" fmla="*/ 37 h 37"/>
              </a:gdLst>
              <a:ahLst/>
              <a:cxnLst>
                <a:cxn ang="T10">
                  <a:pos x="T0" y="T1"/>
                </a:cxn>
                <a:cxn ang="T11">
                  <a:pos x="T2" y="T3"/>
                </a:cxn>
                <a:cxn ang="T12">
                  <a:pos x="T4" y="T5"/>
                </a:cxn>
                <a:cxn ang="T13">
                  <a:pos x="T6" y="T7"/>
                </a:cxn>
                <a:cxn ang="T14">
                  <a:pos x="T8" y="T9"/>
                </a:cxn>
              </a:cxnLst>
              <a:rect l="T15" t="T16" r="T17" b="T18"/>
              <a:pathLst>
                <a:path w="54" h="37">
                  <a:moveTo>
                    <a:pt x="4" y="0"/>
                  </a:moveTo>
                  <a:cubicBezTo>
                    <a:pt x="2" y="6"/>
                    <a:pt x="1" y="12"/>
                    <a:pt x="1" y="18"/>
                  </a:cubicBezTo>
                  <a:cubicBezTo>
                    <a:pt x="0" y="25"/>
                    <a:pt x="2" y="31"/>
                    <a:pt x="4" y="37"/>
                  </a:cubicBezTo>
                  <a:lnTo>
                    <a:pt x="54" y="19"/>
                  </a:lnTo>
                  <a:lnTo>
                    <a:pt x="4"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2552" name="Group 173">
              <a:extLst>
                <a:ext uri="{FF2B5EF4-FFF2-40B4-BE49-F238E27FC236}">
                  <a16:creationId xmlns:a16="http://schemas.microsoft.com/office/drawing/2014/main" id="{C290E507-888E-229B-ABB2-37FA486622FE}"/>
                </a:ext>
              </a:extLst>
            </p:cNvPr>
            <p:cNvGrpSpPr>
              <a:grpSpLocks/>
            </p:cNvGrpSpPr>
            <p:nvPr/>
          </p:nvGrpSpPr>
          <p:grpSpPr bwMode="auto">
            <a:xfrm>
              <a:off x="2520" y="1924"/>
              <a:ext cx="57" cy="1186"/>
              <a:chOff x="3132" y="1845"/>
              <a:chExt cx="57" cy="1186"/>
            </a:xfrm>
          </p:grpSpPr>
          <p:sp>
            <p:nvSpPr>
              <p:cNvPr id="22553" name="Rectangle 174">
                <a:extLst>
                  <a:ext uri="{FF2B5EF4-FFF2-40B4-BE49-F238E27FC236}">
                    <a16:creationId xmlns:a16="http://schemas.microsoft.com/office/drawing/2014/main" id="{BFDA2B61-54A2-5866-29CA-68B8814D20F7}"/>
                  </a:ext>
                </a:extLst>
              </p:cNvPr>
              <p:cNvSpPr>
                <a:spLocks noChangeArrowheads="1"/>
              </p:cNvSpPr>
              <p:nvPr/>
            </p:nvSpPr>
            <p:spPr bwMode="auto">
              <a:xfrm>
                <a:off x="3145" y="2935"/>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0</a:t>
                </a:r>
                <a:endParaRPr lang="en-US" altLang="en-US">
                  <a:solidFill>
                    <a:schemeClr val="tx1"/>
                  </a:solidFill>
                  <a:latin typeface="Times" panose="02020603050405020304" pitchFamily="18" charset="0"/>
                </a:endParaRPr>
              </a:p>
            </p:txBody>
          </p:sp>
          <p:sp>
            <p:nvSpPr>
              <p:cNvPr id="22554" name="Rectangle 175">
                <a:extLst>
                  <a:ext uri="{FF2B5EF4-FFF2-40B4-BE49-F238E27FC236}">
                    <a16:creationId xmlns:a16="http://schemas.microsoft.com/office/drawing/2014/main" id="{74ACB3BE-C1E9-D6B7-8509-10213A183F86}"/>
                  </a:ext>
                </a:extLst>
              </p:cNvPr>
              <p:cNvSpPr>
                <a:spLocks noChangeArrowheads="1"/>
              </p:cNvSpPr>
              <p:nvPr/>
            </p:nvSpPr>
            <p:spPr bwMode="auto">
              <a:xfrm>
                <a:off x="3132" y="2563"/>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1</a:t>
                </a:r>
                <a:endParaRPr lang="en-US" altLang="en-US">
                  <a:solidFill>
                    <a:schemeClr val="tx1"/>
                  </a:solidFill>
                  <a:latin typeface="Times" panose="02020603050405020304" pitchFamily="18" charset="0"/>
                </a:endParaRPr>
              </a:p>
            </p:txBody>
          </p:sp>
          <p:sp>
            <p:nvSpPr>
              <p:cNvPr id="22555" name="Rectangle 176">
                <a:extLst>
                  <a:ext uri="{FF2B5EF4-FFF2-40B4-BE49-F238E27FC236}">
                    <a16:creationId xmlns:a16="http://schemas.microsoft.com/office/drawing/2014/main" id="{0E68431D-57FA-0728-95B9-447A1249145E}"/>
                  </a:ext>
                </a:extLst>
              </p:cNvPr>
              <p:cNvSpPr>
                <a:spLocks noChangeArrowheads="1"/>
              </p:cNvSpPr>
              <p:nvPr/>
            </p:nvSpPr>
            <p:spPr bwMode="auto">
              <a:xfrm>
                <a:off x="3135" y="2208"/>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2</a:t>
                </a:r>
                <a:endParaRPr lang="en-US" altLang="en-US">
                  <a:solidFill>
                    <a:schemeClr val="tx1"/>
                  </a:solidFill>
                  <a:latin typeface="Times" panose="02020603050405020304" pitchFamily="18" charset="0"/>
                </a:endParaRPr>
              </a:p>
            </p:txBody>
          </p:sp>
          <p:sp>
            <p:nvSpPr>
              <p:cNvPr id="22556" name="Rectangle 177">
                <a:extLst>
                  <a:ext uri="{FF2B5EF4-FFF2-40B4-BE49-F238E27FC236}">
                    <a16:creationId xmlns:a16="http://schemas.microsoft.com/office/drawing/2014/main" id="{2B657A8A-DC22-69D7-4D90-45EE08F4890F}"/>
                  </a:ext>
                </a:extLst>
              </p:cNvPr>
              <p:cNvSpPr>
                <a:spLocks noChangeArrowheads="1"/>
              </p:cNvSpPr>
              <p:nvPr/>
            </p:nvSpPr>
            <p:spPr bwMode="auto">
              <a:xfrm>
                <a:off x="3135" y="1845"/>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000" b="1">
                    <a:latin typeface="Helvetica" panose="020B0604020202020204" pitchFamily="34" charset="0"/>
                  </a:rPr>
                  <a:t>3</a:t>
                </a:r>
                <a:endParaRPr lang="en-US" altLang="en-US">
                  <a:solidFill>
                    <a:schemeClr val="tx1"/>
                  </a:solidFill>
                  <a:latin typeface="Times" panose="02020603050405020304" pitchFamily="18" charset="0"/>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C145B780-51C5-FE44-EC38-42C8750DF9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DD176DB-42AA-453B-84EE-A9B71A3062C5}" type="slidenum">
              <a:rPr lang="en-US" altLang="en-US" sz="800"/>
              <a:pPr>
                <a:lnSpc>
                  <a:spcPct val="100000"/>
                </a:lnSpc>
                <a:spcBef>
                  <a:spcPct val="0"/>
                </a:spcBef>
                <a:buClr>
                  <a:srgbClr val="F68933"/>
                </a:buClr>
                <a:buFontTx/>
                <a:buNone/>
              </a:pPr>
              <a:t>13</a:t>
            </a:fld>
            <a:endParaRPr lang="en-US" altLang="en-US" sz="800"/>
          </a:p>
        </p:txBody>
      </p:sp>
      <p:sp>
        <p:nvSpPr>
          <p:cNvPr id="23555" name="Rectangle 2">
            <a:extLst>
              <a:ext uri="{FF2B5EF4-FFF2-40B4-BE49-F238E27FC236}">
                <a16:creationId xmlns:a16="http://schemas.microsoft.com/office/drawing/2014/main" id="{26D5615C-D4B9-C774-330D-4A7F00656482}"/>
              </a:ext>
            </a:extLst>
          </p:cNvPr>
          <p:cNvSpPr>
            <a:spLocks noChangeArrowheads="1"/>
          </p:cNvSpPr>
          <p:nvPr/>
        </p:nvSpPr>
        <p:spPr bwMode="auto">
          <a:xfrm>
            <a:off x="1524000" y="3071813"/>
            <a:ext cx="4572000" cy="3027362"/>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3556" name="Rectangle 3">
            <a:extLst>
              <a:ext uri="{FF2B5EF4-FFF2-40B4-BE49-F238E27FC236}">
                <a16:creationId xmlns:a16="http://schemas.microsoft.com/office/drawing/2014/main" id="{9F9CE99A-3990-0ED6-DEF3-D5003EF2AD6F}"/>
              </a:ext>
            </a:extLst>
          </p:cNvPr>
          <p:cNvSpPr>
            <a:spLocks noGrp="1" noChangeArrowheads="1"/>
          </p:cNvSpPr>
          <p:nvPr>
            <p:ph type="title"/>
          </p:nvPr>
        </p:nvSpPr>
        <p:spPr/>
        <p:txBody>
          <a:bodyPr/>
          <a:lstStyle/>
          <a:p>
            <a:pPr eaLnBrk="1" hangingPunct="1"/>
            <a:r>
              <a:rPr lang="en-GB" altLang="en-US"/>
              <a:t>Plasma etching basic mechanisms</a:t>
            </a:r>
            <a:endParaRPr lang="en-US" altLang="en-US"/>
          </a:p>
        </p:txBody>
      </p:sp>
      <p:sp>
        <p:nvSpPr>
          <p:cNvPr id="23557" name="Rectangle 4">
            <a:extLst>
              <a:ext uri="{FF2B5EF4-FFF2-40B4-BE49-F238E27FC236}">
                <a16:creationId xmlns:a16="http://schemas.microsoft.com/office/drawing/2014/main" id="{B0463497-1162-0FA2-7463-591DA4E54EB1}"/>
              </a:ext>
            </a:extLst>
          </p:cNvPr>
          <p:cNvSpPr>
            <a:spLocks noGrp="1" noChangeArrowheads="1"/>
          </p:cNvSpPr>
          <p:nvPr>
            <p:ph type="body" idx="1"/>
          </p:nvPr>
        </p:nvSpPr>
        <p:spPr>
          <a:xfrm>
            <a:off x="1524000" y="1120775"/>
            <a:ext cx="8402638" cy="4114800"/>
          </a:xfrm>
        </p:spPr>
        <p:txBody>
          <a:bodyPr/>
          <a:lstStyle/>
          <a:p>
            <a:pPr eaLnBrk="1" hangingPunct="1"/>
            <a:r>
              <a:rPr lang="en-GB" altLang="en-US" b="1"/>
              <a:t>Ion enhanced etching</a:t>
            </a:r>
            <a:endParaRPr lang="en-US" altLang="en-US" b="1"/>
          </a:p>
        </p:txBody>
      </p:sp>
      <p:graphicFrame>
        <p:nvGraphicFramePr>
          <p:cNvPr id="23558" name="Object 5">
            <a:extLst>
              <a:ext uri="{FF2B5EF4-FFF2-40B4-BE49-F238E27FC236}">
                <a16:creationId xmlns:a16="http://schemas.microsoft.com/office/drawing/2014/main" id="{E208670C-3DBC-2D78-28F5-F7DB4A6C518C}"/>
              </a:ext>
            </a:extLst>
          </p:cNvPr>
          <p:cNvGraphicFramePr>
            <a:graphicFrameLocks noChangeAspect="1"/>
          </p:cNvGraphicFramePr>
          <p:nvPr/>
        </p:nvGraphicFramePr>
        <p:xfrm>
          <a:off x="1852613" y="3290888"/>
          <a:ext cx="3852862" cy="2768600"/>
        </p:xfrm>
        <a:graphic>
          <a:graphicData uri="http://schemas.openxmlformats.org/presentationml/2006/ole">
            <mc:AlternateContent xmlns:mc="http://schemas.openxmlformats.org/markup-compatibility/2006">
              <mc:Choice xmlns:v="urn:schemas-microsoft-com:vml" Requires="v">
                <p:oleObj name="Document" r:id="rId2" imgW="3834384" imgH="2755392" progId="Word.Document.8">
                  <p:embed/>
                </p:oleObj>
              </mc:Choice>
              <mc:Fallback>
                <p:oleObj name="Document" r:id="rId2" imgW="3834384" imgH="2755392" progId="Word.Document.8">
                  <p:embed/>
                  <p:pic>
                    <p:nvPicPr>
                      <p:cNvPr id="23558" name="Object 5">
                        <a:extLst>
                          <a:ext uri="{FF2B5EF4-FFF2-40B4-BE49-F238E27FC236}">
                            <a16:creationId xmlns:a16="http://schemas.microsoft.com/office/drawing/2014/main" id="{E208670C-3DBC-2D78-28F5-F7DB4A6C5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2613" y="3290888"/>
                        <a:ext cx="3852862" cy="276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9" name="Text Box 6">
            <a:extLst>
              <a:ext uri="{FF2B5EF4-FFF2-40B4-BE49-F238E27FC236}">
                <a16:creationId xmlns:a16="http://schemas.microsoft.com/office/drawing/2014/main" id="{B352402B-774C-69C0-B9A5-C2B4C3C3D8A5}"/>
              </a:ext>
            </a:extLst>
          </p:cNvPr>
          <p:cNvSpPr txBox="1">
            <a:spLocks noChangeArrowheads="1"/>
          </p:cNvSpPr>
          <p:nvPr/>
        </p:nvSpPr>
        <p:spPr bwMode="auto">
          <a:xfrm>
            <a:off x="2163764" y="1828800"/>
            <a:ext cx="7864475"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Ion bombardment and chemical etching seem to work in a synergetic way:</a:t>
            </a:r>
            <a:endParaRPr lang="en-US" altLang="en-US" sz="2000"/>
          </a:p>
        </p:txBody>
      </p:sp>
      <p:sp>
        <p:nvSpPr>
          <p:cNvPr id="23560" name="Text Box 7">
            <a:extLst>
              <a:ext uri="{FF2B5EF4-FFF2-40B4-BE49-F238E27FC236}">
                <a16:creationId xmlns:a16="http://schemas.microsoft.com/office/drawing/2014/main" id="{C5EDCE9E-FBC3-C190-3C8E-CB40EFC574F9}"/>
              </a:ext>
            </a:extLst>
          </p:cNvPr>
          <p:cNvSpPr txBox="1">
            <a:spLocks noChangeArrowheads="1"/>
          </p:cNvSpPr>
          <p:nvPr/>
        </p:nvSpPr>
        <p:spPr bwMode="auto">
          <a:xfrm>
            <a:off x="6096000" y="2689225"/>
            <a:ext cx="4572000"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Resulting etch rate is higher than the sum of single etch rates</a:t>
            </a:r>
          </a:p>
          <a:p>
            <a:pPr eaLnBrk="1" hangingPunct="1">
              <a:spcBef>
                <a:spcPct val="50000"/>
              </a:spcBef>
            </a:pPr>
            <a:r>
              <a:rPr lang="en-GB" altLang="en-US" sz="2000"/>
              <a:t>Anisotropy is very high</a:t>
            </a:r>
          </a:p>
          <a:p>
            <a:pPr eaLnBrk="1" hangingPunct="1">
              <a:spcBef>
                <a:spcPct val="50000"/>
              </a:spcBef>
            </a:pPr>
            <a:r>
              <a:rPr lang="en-GB" altLang="en-US" sz="2000"/>
              <a:t>Unexplained mechanism:</a:t>
            </a:r>
          </a:p>
          <a:p>
            <a:pPr lvl="1" eaLnBrk="1" hangingPunct="1">
              <a:spcBef>
                <a:spcPct val="50000"/>
              </a:spcBef>
              <a:buFont typeface="Times" panose="02020603050405020304" pitchFamily="18" charset="0"/>
              <a:buChar char="•"/>
            </a:pPr>
            <a:r>
              <a:rPr lang="en-GB" altLang="en-US"/>
              <a:t>Chemical reaction enhancement (e.g. bonds breaking)</a:t>
            </a:r>
          </a:p>
          <a:p>
            <a:pPr lvl="1" eaLnBrk="1" hangingPunct="1">
              <a:spcBef>
                <a:spcPct val="50000"/>
              </a:spcBef>
              <a:buFont typeface="Times" panose="02020603050405020304" pitchFamily="18" charset="0"/>
              <a:buChar char="•"/>
            </a:pPr>
            <a:r>
              <a:rPr lang="en-GB" altLang="en-US"/>
              <a:t>Inhibitor removal (see next slide)</a:t>
            </a:r>
          </a:p>
          <a:p>
            <a:pPr lvl="1" eaLnBrk="1" hangingPunct="1">
              <a:spcBef>
                <a:spcPct val="50000"/>
              </a:spcBef>
              <a:buFont typeface="Times" panose="02020603050405020304" pitchFamily="18" charset="0"/>
              <a:buChar char="•"/>
            </a:pPr>
            <a:endParaRPr lang="en-GB" altLang="en-US"/>
          </a:p>
          <a:p>
            <a:pPr eaLnBrk="1" hangingPunct="1">
              <a:spcBef>
                <a:spcPct val="50000"/>
              </a:spcBef>
            </a:pPr>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a:extLst>
              <a:ext uri="{FF2B5EF4-FFF2-40B4-BE49-F238E27FC236}">
                <a16:creationId xmlns:a16="http://schemas.microsoft.com/office/drawing/2014/main" id="{9FDF3DD3-1222-D8B0-B671-61E5F943E0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3E940CA-7C8C-45BF-89EF-E9703AD1219F}" type="slidenum">
              <a:rPr lang="en-US" altLang="en-US" sz="800"/>
              <a:pPr>
                <a:lnSpc>
                  <a:spcPct val="100000"/>
                </a:lnSpc>
                <a:spcBef>
                  <a:spcPct val="0"/>
                </a:spcBef>
                <a:buClr>
                  <a:srgbClr val="F68933"/>
                </a:buClr>
                <a:buFontTx/>
                <a:buNone/>
              </a:pPr>
              <a:t>14</a:t>
            </a:fld>
            <a:endParaRPr lang="en-US" altLang="en-US" sz="800"/>
          </a:p>
        </p:txBody>
      </p:sp>
      <p:sp>
        <p:nvSpPr>
          <p:cNvPr id="24579" name="Rectangle 2">
            <a:extLst>
              <a:ext uri="{FF2B5EF4-FFF2-40B4-BE49-F238E27FC236}">
                <a16:creationId xmlns:a16="http://schemas.microsoft.com/office/drawing/2014/main" id="{4053F036-EEE7-1F96-9282-2D3E0264DF39}"/>
              </a:ext>
            </a:extLst>
          </p:cNvPr>
          <p:cNvSpPr>
            <a:spLocks noGrp="1" noChangeArrowheads="1"/>
          </p:cNvSpPr>
          <p:nvPr>
            <p:ph type="title"/>
          </p:nvPr>
        </p:nvSpPr>
        <p:spPr>
          <a:xfrm>
            <a:off x="1873250" y="187325"/>
            <a:ext cx="4433888" cy="1143000"/>
          </a:xfrm>
        </p:spPr>
        <p:txBody>
          <a:bodyPr/>
          <a:lstStyle/>
          <a:p>
            <a:pPr eaLnBrk="1" hangingPunct="1"/>
            <a:r>
              <a:rPr lang="en-GB" altLang="en-US"/>
              <a:t>Plasma etching basic mechanisms</a:t>
            </a:r>
            <a:endParaRPr lang="en-US" altLang="en-US"/>
          </a:p>
        </p:txBody>
      </p:sp>
      <p:sp>
        <p:nvSpPr>
          <p:cNvPr id="24580" name="Rectangle 3">
            <a:extLst>
              <a:ext uri="{FF2B5EF4-FFF2-40B4-BE49-F238E27FC236}">
                <a16:creationId xmlns:a16="http://schemas.microsoft.com/office/drawing/2014/main" id="{B5DBFA0D-93FB-00C5-DEF1-F6D76B60507A}"/>
              </a:ext>
            </a:extLst>
          </p:cNvPr>
          <p:cNvSpPr>
            <a:spLocks noGrp="1" noChangeArrowheads="1"/>
          </p:cNvSpPr>
          <p:nvPr>
            <p:ph type="body" idx="1"/>
          </p:nvPr>
        </p:nvSpPr>
        <p:spPr>
          <a:xfrm>
            <a:off x="1524000" y="1231900"/>
            <a:ext cx="8402638" cy="4114800"/>
          </a:xfrm>
        </p:spPr>
        <p:txBody>
          <a:bodyPr/>
          <a:lstStyle/>
          <a:p>
            <a:pPr eaLnBrk="1" hangingPunct="1"/>
            <a:r>
              <a:rPr lang="en-GB" altLang="en-US" b="1"/>
              <a:t>Ion enhanced inhibitor etching</a:t>
            </a:r>
            <a:endParaRPr lang="en-US" altLang="en-US" b="1"/>
          </a:p>
        </p:txBody>
      </p:sp>
      <p:sp>
        <p:nvSpPr>
          <p:cNvPr id="24581" name="Text Box 6">
            <a:extLst>
              <a:ext uri="{FF2B5EF4-FFF2-40B4-BE49-F238E27FC236}">
                <a16:creationId xmlns:a16="http://schemas.microsoft.com/office/drawing/2014/main" id="{5CBD1F8E-2908-8AFC-9B67-728E90E4E806}"/>
              </a:ext>
            </a:extLst>
          </p:cNvPr>
          <p:cNvSpPr txBox="1">
            <a:spLocks noChangeArrowheads="1"/>
          </p:cNvSpPr>
          <p:nvPr/>
        </p:nvSpPr>
        <p:spPr bwMode="auto">
          <a:xfrm>
            <a:off x="1524001" y="1831975"/>
            <a:ext cx="4156075"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A inhibitor or a “passivation” layer is formed and removed by ion bombardment (but stays on structures sidewalls)</a:t>
            </a:r>
            <a:endParaRPr lang="en-US" altLang="en-US" sz="2000"/>
          </a:p>
        </p:txBody>
      </p:sp>
      <p:graphicFrame>
        <p:nvGraphicFramePr>
          <p:cNvPr id="24582" name="Object 8">
            <a:extLst>
              <a:ext uri="{FF2B5EF4-FFF2-40B4-BE49-F238E27FC236}">
                <a16:creationId xmlns:a16="http://schemas.microsoft.com/office/drawing/2014/main" id="{BD3BB3F0-83C8-359E-1688-9B460EB5C23E}"/>
              </a:ext>
            </a:extLst>
          </p:cNvPr>
          <p:cNvGraphicFramePr>
            <a:graphicFrameLocks noChangeAspect="1"/>
          </p:cNvGraphicFramePr>
          <p:nvPr/>
        </p:nvGraphicFramePr>
        <p:xfrm>
          <a:off x="1949450" y="3429000"/>
          <a:ext cx="2971800" cy="2533650"/>
        </p:xfrm>
        <a:graphic>
          <a:graphicData uri="http://schemas.openxmlformats.org/presentationml/2006/ole">
            <mc:AlternateContent xmlns:mc="http://schemas.openxmlformats.org/markup-compatibility/2006">
              <mc:Choice xmlns:v="urn:schemas-microsoft-com:vml" Requires="v">
                <p:oleObj name="Document" r:id="rId2" imgW="5257800" imgH="2081784" progId="Word.Document.8">
                  <p:embed/>
                </p:oleObj>
              </mc:Choice>
              <mc:Fallback>
                <p:oleObj name="Document" r:id="rId2" imgW="5257800" imgH="2081784" progId="Word.Document.8">
                  <p:embed/>
                  <p:pic>
                    <p:nvPicPr>
                      <p:cNvPr id="24582" name="Object 8">
                        <a:extLst>
                          <a:ext uri="{FF2B5EF4-FFF2-40B4-BE49-F238E27FC236}">
                            <a16:creationId xmlns:a16="http://schemas.microsoft.com/office/drawing/2014/main" id="{BD3BB3F0-83C8-359E-1688-9B460EB5C2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3572"/>
                      <a:stretch>
                        <a:fillRect/>
                      </a:stretch>
                    </p:blipFill>
                    <p:spPr bwMode="auto">
                      <a:xfrm>
                        <a:off x="1949450" y="3429000"/>
                        <a:ext cx="2971800" cy="2533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3" name="Object 9">
            <a:extLst>
              <a:ext uri="{FF2B5EF4-FFF2-40B4-BE49-F238E27FC236}">
                <a16:creationId xmlns:a16="http://schemas.microsoft.com/office/drawing/2014/main" id="{9D9E5D83-B05E-FA9A-A6F0-DCE0CFBF79CC}"/>
              </a:ext>
            </a:extLst>
          </p:cNvPr>
          <p:cNvGraphicFramePr>
            <a:graphicFrameLocks noChangeAspect="1"/>
          </p:cNvGraphicFramePr>
          <p:nvPr/>
        </p:nvGraphicFramePr>
        <p:xfrm>
          <a:off x="6238875" y="412750"/>
          <a:ext cx="4229100" cy="6032500"/>
        </p:xfrm>
        <a:graphic>
          <a:graphicData uri="http://schemas.openxmlformats.org/presentationml/2006/ole">
            <mc:AlternateContent xmlns:mc="http://schemas.openxmlformats.org/markup-compatibility/2006">
              <mc:Choice xmlns:v="urn:schemas-microsoft-com:vml" Requires="v">
                <p:oleObj name="Document" r:id="rId4" imgW="4611624" imgH="6577584" progId="Word.Document.8">
                  <p:embed/>
                </p:oleObj>
              </mc:Choice>
              <mc:Fallback>
                <p:oleObj name="Document" r:id="rId4" imgW="4611624" imgH="6577584" progId="Word.Document.8">
                  <p:embed/>
                  <p:pic>
                    <p:nvPicPr>
                      <p:cNvPr id="24583" name="Object 9">
                        <a:extLst>
                          <a:ext uri="{FF2B5EF4-FFF2-40B4-BE49-F238E27FC236}">
                            <a16:creationId xmlns:a16="http://schemas.microsoft.com/office/drawing/2014/main" id="{9D9E5D83-B05E-FA9A-A6F0-DCE0CFBF79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8875" y="412750"/>
                        <a:ext cx="4229100" cy="603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68F930F9-9B2D-45D7-23D3-A3D41DAAA18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01C39A88-96E3-4D3B-B5F6-892A3241BE00}" type="slidenum">
              <a:rPr lang="en-US" altLang="en-US" sz="800"/>
              <a:pPr>
                <a:lnSpc>
                  <a:spcPct val="100000"/>
                </a:lnSpc>
                <a:spcBef>
                  <a:spcPct val="0"/>
                </a:spcBef>
                <a:buClr>
                  <a:srgbClr val="F68933"/>
                </a:buClr>
                <a:buFontTx/>
                <a:buNone/>
              </a:pPr>
              <a:t>15</a:t>
            </a:fld>
            <a:endParaRPr lang="en-US" altLang="en-US" sz="800"/>
          </a:p>
        </p:txBody>
      </p:sp>
      <p:sp>
        <p:nvSpPr>
          <p:cNvPr id="25603" name="Rectangle 2">
            <a:extLst>
              <a:ext uri="{FF2B5EF4-FFF2-40B4-BE49-F238E27FC236}">
                <a16:creationId xmlns:a16="http://schemas.microsoft.com/office/drawing/2014/main" id="{7D423CE9-1128-3BA3-1F00-11A4554A1188}"/>
              </a:ext>
            </a:extLst>
          </p:cNvPr>
          <p:cNvSpPr>
            <a:spLocks noGrp="1" noChangeArrowheads="1"/>
          </p:cNvSpPr>
          <p:nvPr>
            <p:ph type="title"/>
          </p:nvPr>
        </p:nvSpPr>
        <p:spPr/>
        <p:txBody>
          <a:bodyPr/>
          <a:lstStyle/>
          <a:p>
            <a:pPr eaLnBrk="1" hangingPunct="1"/>
            <a:r>
              <a:rPr lang="en-US" altLang="en-US"/>
              <a:t>Etching tools</a:t>
            </a:r>
          </a:p>
        </p:txBody>
      </p:sp>
      <p:sp>
        <p:nvSpPr>
          <p:cNvPr id="25604" name="Rectangle 3">
            <a:extLst>
              <a:ext uri="{FF2B5EF4-FFF2-40B4-BE49-F238E27FC236}">
                <a16:creationId xmlns:a16="http://schemas.microsoft.com/office/drawing/2014/main" id="{91A2A25B-C7BF-8201-CD6F-3E11E55FB8B0}"/>
              </a:ext>
            </a:extLst>
          </p:cNvPr>
          <p:cNvSpPr>
            <a:spLocks noGrp="1" noChangeArrowheads="1"/>
          </p:cNvSpPr>
          <p:nvPr>
            <p:ph type="body" idx="1"/>
          </p:nvPr>
        </p:nvSpPr>
        <p:spPr>
          <a:xfrm>
            <a:off x="1893889" y="1371600"/>
            <a:ext cx="8402637" cy="4114800"/>
          </a:xfrm>
        </p:spPr>
        <p:txBody>
          <a:bodyPr/>
          <a:lstStyle/>
          <a:p>
            <a:pPr eaLnBrk="1" hangingPunct="1"/>
            <a:r>
              <a:rPr lang="en-GB" altLang="en-US"/>
              <a:t>Barrel etcher</a:t>
            </a:r>
          </a:p>
          <a:p>
            <a:pPr lvl="1" eaLnBrk="1" hangingPunct="1"/>
            <a:r>
              <a:rPr lang="en-GB" altLang="en-US"/>
              <a:t>Plasma is kept separated by wafers </a:t>
            </a:r>
            <a:r>
              <a:rPr lang="en-GB" altLang="en-US">
                <a:sym typeface="Wingdings" panose="05000000000000000000" pitchFamily="2" charset="2"/>
              </a:rPr>
              <a:t> no ion bombardment </a:t>
            </a:r>
          </a:p>
          <a:p>
            <a:pPr lvl="2" eaLnBrk="1" hangingPunct="1"/>
            <a:r>
              <a:rPr lang="en-GB" altLang="en-US">
                <a:sym typeface="Wingdings" panose="05000000000000000000" pitchFamily="2" charset="2"/>
              </a:rPr>
              <a:t>High selectivity</a:t>
            </a:r>
          </a:p>
          <a:p>
            <a:pPr lvl="2" eaLnBrk="1" hangingPunct="1"/>
            <a:r>
              <a:rPr lang="en-GB" altLang="en-US">
                <a:sym typeface="Wingdings" panose="05000000000000000000" pitchFamily="2" charset="2"/>
              </a:rPr>
              <a:t>No anisotropy </a:t>
            </a:r>
          </a:p>
          <a:p>
            <a:pPr lvl="1" eaLnBrk="1" hangingPunct="1"/>
            <a:r>
              <a:rPr lang="en-GB" altLang="en-US">
                <a:sym typeface="Wingdings" panose="05000000000000000000" pitchFamily="2" charset="2"/>
              </a:rPr>
              <a:t>Not used in modern IC manufacturing</a:t>
            </a:r>
          </a:p>
          <a:p>
            <a:pPr lvl="1" eaLnBrk="1" hangingPunct="1"/>
            <a:r>
              <a:rPr lang="en-GB" altLang="en-US">
                <a:sym typeface="Wingdings" panose="05000000000000000000" pitchFamily="2" charset="2"/>
              </a:rPr>
              <a:t>Downstream plasma concept still used for resist ashing</a:t>
            </a:r>
            <a:endParaRPr lang="en-US" altLang="en-US"/>
          </a:p>
        </p:txBody>
      </p:sp>
      <p:graphicFrame>
        <p:nvGraphicFramePr>
          <p:cNvPr id="25605" name="Object 4">
            <a:extLst>
              <a:ext uri="{FF2B5EF4-FFF2-40B4-BE49-F238E27FC236}">
                <a16:creationId xmlns:a16="http://schemas.microsoft.com/office/drawing/2014/main" id="{C03A024A-008B-097D-624A-527F84740783}"/>
              </a:ext>
            </a:extLst>
          </p:cNvPr>
          <p:cNvGraphicFramePr>
            <a:graphicFrameLocks noChangeAspect="1"/>
          </p:cNvGraphicFramePr>
          <p:nvPr/>
        </p:nvGraphicFramePr>
        <p:xfrm>
          <a:off x="2457451" y="3767139"/>
          <a:ext cx="6786563" cy="2751137"/>
        </p:xfrm>
        <a:graphic>
          <a:graphicData uri="http://schemas.openxmlformats.org/presentationml/2006/ole">
            <mc:AlternateContent xmlns:mc="http://schemas.openxmlformats.org/markup-compatibility/2006">
              <mc:Choice xmlns:v="urn:schemas-microsoft-com:vml" Requires="v">
                <p:oleObj name="Document" r:id="rId2" imgW="5486400" imgH="2225040" progId="Word.Document.8">
                  <p:embed/>
                </p:oleObj>
              </mc:Choice>
              <mc:Fallback>
                <p:oleObj name="Document" r:id="rId2" imgW="5486400" imgH="2225040" progId="Word.Document.8">
                  <p:embed/>
                  <p:pic>
                    <p:nvPicPr>
                      <p:cNvPr id="25605" name="Object 4">
                        <a:extLst>
                          <a:ext uri="{FF2B5EF4-FFF2-40B4-BE49-F238E27FC236}">
                            <a16:creationId xmlns:a16="http://schemas.microsoft.com/office/drawing/2014/main" id="{C03A024A-008B-097D-624A-527F847407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451" y="3767139"/>
                        <a:ext cx="6786563" cy="2751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7832A5E0-1659-9E97-CFD0-90C8CDB5236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935FF34-8E1A-487E-9BC1-569171D448DC}" type="slidenum">
              <a:rPr lang="en-US" altLang="en-US" sz="800"/>
              <a:pPr>
                <a:lnSpc>
                  <a:spcPct val="100000"/>
                </a:lnSpc>
                <a:spcBef>
                  <a:spcPct val="0"/>
                </a:spcBef>
                <a:buClr>
                  <a:srgbClr val="F68933"/>
                </a:buClr>
                <a:buFontTx/>
                <a:buNone/>
              </a:pPr>
              <a:t>16</a:t>
            </a:fld>
            <a:endParaRPr lang="en-US" altLang="en-US" sz="800"/>
          </a:p>
        </p:txBody>
      </p:sp>
      <p:sp>
        <p:nvSpPr>
          <p:cNvPr id="26627" name="Rectangle 2">
            <a:extLst>
              <a:ext uri="{FF2B5EF4-FFF2-40B4-BE49-F238E27FC236}">
                <a16:creationId xmlns:a16="http://schemas.microsoft.com/office/drawing/2014/main" id="{4E6622EA-9242-BB71-60A2-074BA1B75A8C}"/>
              </a:ext>
            </a:extLst>
          </p:cNvPr>
          <p:cNvSpPr>
            <a:spLocks noGrp="1" noChangeArrowheads="1"/>
          </p:cNvSpPr>
          <p:nvPr>
            <p:ph type="title"/>
          </p:nvPr>
        </p:nvSpPr>
        <p:spPr/>
        <p:txBody>
          <a:bodyPr/>
          <a:lstStyle/>
          <a:p>
            <a:pPr eaLnBrk="1" hangingPunct="1"/>
            <a:r>
              <a:rPr lang="en-US" altLang="en-US"/>
              <a:t>Etching tools</a:t>
            </a:r>
          </a:p>
        </p:txBody>
      </p:sp>
      <p:sp>
        <p:nvSpPr>
          <p:cNvPr id="26628" name="Rectangle 3">
            <a:extLst>
              <a:ext uri="{FF2B5EF4-FFF2-40B4-BE49-F238E27FC236}">
                <a16:creationId xmlns:a16="http://schemas.microsoft.com/office/drawing/2014/main" id="{810C6647-39CA-C80F-2578-C276ACAE0307}"/>
              </a:ext>
            </a:extLst>
          </p:cNvPr>
          <p:cNvSpPr>
            <a:spLocks noGrp="1" noChangeArrowheads="1"/>
          </p:cNvSpPr>
          <p:nvPr>
            <p:ph type="body" idx="1"/>
          </p:nvPr>
        </p:nvSpPr>
        <p:spPr/>
        <p:txBody>
          <a:bodyPr/>
          <a:lstStyle/>
          <a:p>
            <a:pPr eaLnBrk="1" hangingPunct="1"/>
            <a:r>
              <a:rPr lang="en-GB" altLang="en-US"/>
              <a:t>Parallel plate etcher</a:t>
            </a:r>
          </a:p>
          <a:p>
            <a:pPr lvl="1" eaLnBrk="1" hangingPunct="1"/>
            <a:r>
              <a:rPr lang="en-GB" altLang="en-US"/>
              <a:t>Very similar to PE-CVD chambers we already described.</a:t>
            </a:r>
          </a:p>
          <a:p>
            <a:pPr lvl="1" eaLnBrk="1" hangingPunct="1"/>
            <a:r>
              <a:rPr lang="en-GB" altLang="en-US"/>
              <a:t>Can be operated in:</a:t>
            </a:r>
          </a:p>
          <a:p>
            <a:pPr lvl="2" eaLnBrk="1" hangingPunct="1"/>
            <a:r>
              <a:rPr lang="en-GB" altLang="en-US"/>
              <a:t>Plasma mode: symmetrical electrodes lead to poor ion bombardment, small sheath voltage drop at wafer surface.</a:t>
            </a:r>
          </a:p>
          <a:p>
            <a:pPr lvl="2" eaLnBrk="1" hangingPunct="1"/>
            <a:r>
              <a:rPr lang="en-GB" altLang="en-US"/>
              <a:t>RIE (Reactive Ion Etching) mode: asymmetric electrodes guarantee enhanced ion bombardment</a:t>
            </a:r>
            <a:endParaRPr lang="en-US" altLang="en-US"/>
          </a:p>
        </p:txBody>
      </p:sp>
      <p:graphicFrame>
        <p:nvGraphicFramePr>
          <p:cNvPr id="26629" name="Object 4">
            <a:extLst>
              <a:ext uri="{FF2B5EF4-FFF2-40B4-BE49-F238E27FC236}">
                <a16:creationId xmlns:a16="http://schemas.microsoft.com/office/drawing/2014/main" id="{920B44E6-E3ED-8123-CE70-A1B7D4DA0A64}"/>
              </a:ext>
            </a:extLst>
          </p:cNvPr>
          <p:cNvGraphicFramePr>
            <a:graphicFrameLocks noChangeAspect="1"/>
          </p:cNvGraphicFramePr>
          <p:nvPr/>
        </p:nvGraphicFramePr>
        <p:xfrm>
          <a:off x="5849939" y="3657600"/>
          <a:ext cx="4340225" cy="2782888"/>
        </p:xfrm>
        <a:graphic>
          <a:graphicData uri="http://schemas.openxmlformats.org/presentationml/2006/ole">
            <mc:AlternateContent xmlns:mc="http://schemas.openxmlformats.org/markup-compatibility/2006">
              <mc:Choice xmlns:v="urn:schemas-microsoft-com:vml" Requires="v">
                <p:oleObj name="Document" r:id="rId2" imgW="4788408" imgH="3069336" progId="Word.Document.8">
                  <p:embed/>
                </p:oleObj>
              </mc:Choice>
              <mc:Fallback>
                <p:oleObj name="Document" r:id="rId2" imgW="4788408" imgH="3069336" progId="Word.Document.8">
                  <p:embed/>
                  <p:pic>
                    <p:nvPicPr>
                      <p:cNvPr id="26629" name="Object 4">
                        <a:extLst>
                          <a:ext uri="{FF2B5EF4-FFF2-40B4-BE49-F238E27FC236}">
                            <a16:creationId xmlns:a16="http://schemas.microsoft.com/office/drawing/2014/main" id="{920B44E6-E3ED-8123-CE70-A1B7D4DA0A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9939" y="3657600"/>
                        <a:ext cx="4340225" cy="278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0" name="Object 5">
            <a:extLst>
              <a:ext uri="{FF2B5EF4-FFF2-40B4-BE49-F238E27FC236}">
                <a16:creationId xmlns:a16="http://schemas.microsoft.com/office/drawing/2014/main" id="{E541EBD4-4F19-F41A-9EDB-9CB6F1E7BEB0}"/>
              </a:ext>
            </a:extLst>
          </p:cNvPr>
          <p:cNvGraphicFramePr>
            <a:graphicFrameLocks noChangeAspect="1"/>
          </p:cNvGraphicFramePr>
          <p:nvPr/>
        </p:nvGraphicFramePr>
        <p:xfrm>
          <a:off x="2057401" y="4148138"/>
          <a:ext cx="3186113" cy="2239962"/>
        </p:xfrm>
        <a:graphic>
          <a:graphicData uri="http://schemas.openxmlformats.org/presentationml/2006/ole">
            <mc:AlternateContent xmlns:mc="http://schemas.openxmlformats.org/markup-compatibility/2006">
              <mc:Choice xmlns:v="urn:schemas-microsoft-com:vml" Requires="v">
                <p:oleObj name="Document" r:id="rId4" imgW="3468624" imgH="2438400" progId="Word.Document.8">
                  <p:embed/>
                </p:oleObj>
              </mc:Choice>
              <mc:Fallback>
                <p:oleObj name="Document" r:id="rId4" imgW="3468624" imgH="2438400" progId="Word.Document.8">
                  <p:embed/>
                  <p:pic>
                    <p:nvPicPr>
                      <p:cNvPr id="26630" name="Object 5">
                        <a:extLst>
                          <a:ext uri="{FF2B5EF4-FFF2-40B4-BE49-F238E27FC236}">
                            <a16:creationId xmlns:a16="http://schemas.microsoft.com/office/drawing/2014/main" id="{E541EBD4-4F19-F41A-9EDB-9CB6F1E7BE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1" y="4148138"/>
                        <a:ext cx="3186113" cy="223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1" name="Text Box 6">
            <a:extLst>
              <a:ext uri="{FF2B5EF4-FFF2-40B4-BE49-F238E27FC236}">
                <a16:creationId xmlns:a16="http://schemas.microsoft.com/office/drawing/2014/main" id="{3AD5952C-6D5A-A979-ABC3-E3F1D6C29F97}"/>
              </a:ext>
            </a:extLst>
          </p:cNvPr>
          <p:cNvSpPr txBox="1">
            <a:spLocks noChangeArrowheads="1"/>
          </p:cNvSpPr>
          <p:nvPr/>
        </p:nvSpPr>
        <p:spPr bwMode="auto">
          <a:xfrm>
            <a:off x="6096000" y="1109664"/>
            <a:ext cx="4343400" cy="885825"/>
          </a:xfrm>
          <a:prstGeom prst="rect">
            <a:avLst/>
          </a:prstGeom>
          <a:solidFill>
            <a:schemeClr val="bg1"/>
          </a:solidFill>
          <a:ln w="12700" algn="ctr">
            <a:solidFill>
              <a:schemeClr val="accent1"/>
            </a:solidFill>
            <a:miter lim="800000"/>
            <a:headEnd/>
            <a:tailEnd/>
          </a:ln>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b="1">
                <a:solidFill>
                  <a:schemeClr val="tx2"/>
                </a:solidFill>
              </a:rPr>
              <a:t>NOTE</a:t>
            </a:r>
            <a:r>
              <a:rPr lang="en-GB" altLang="en-US" sz="1800" b="1"/>
              <a:t>: All the etching systems in modern IC manufacturing are SINGLE WAFER TOOLS</a:t>
            </a:r>
            <a:endParaRPr lang="en-US" altLang="en-US" sz="18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205EA1CD-304D-3B58-D93C-DFCA9E175B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99C674BB-8CFB-4496-A268-7ADA97F3EA74}" type="slidenum">
              <a:rPr lang="en-US" altLang="en-US" sz="800"/>
              <a:pPr>
                <a:lnSpc>
                  <a:spcPct val="100000"/>
                </a:lnSpc>
                <a:spcBef>
                  <a:spcPct val="0"/>
                </a:spcBef>
                <a:buClr>
                  <a:srgbClr val="F68933"/>
                </a:buClr>
                <a:buFontTx/>
                <a:buNone/>
              </a:pPr>
              <a:t>17</a:t>
            </a:fld>
            <a:endParaRPr lang="en-US" altLang="en-US" sz="800"/>
          </a:p>
        </p:txBody>
      </p:sp>
      <p:sp>
        <p:nvSpPr>
          <p:cNvPr id="27651" name="Rectangle 2">
            <a:extLst>
              <a:ext uri="{FF2B5EF4-FFF2-40B4-BE49-F238E27FC236}">
                <a16:creationId xmlns:a16="http://schemas.microsoft.com/office/drawing/2014/main" id="{1F208347-3B98-112C-76CC-6F7353A400BB}"/>
              </a:ext>
            </a:extLst>
          </p:cNvPr>
          <p:cNvSpPr>
            <a:spLocks noGrp="1" noChangeArrowheads="1"/>
          </p:cNvSpPr>
          <p:nvPr>
            <p:ph type="title"/>
          </p:nvPr>
        </p:nvSpPr>
        <p:spPr/>
        <p:txBody>
          <a:bodyPr/>
          <a:lstStyle/>
          <a:p>
            <a:pPr eaLnBrk="1" hangingPunct="1"/>
            <a:r>
              <a:rPr lang="en-US" altLang="en-US"/>
              <a:t>Etching tools</a:t>
            </a:r>
          </a:p>
        </p:txBody>
      </p:sp>
      <p:sp>
        <p:nvSpPr>
          <p:cNvPr id="27652" name="Rectangle 3">
            <a:extLst>
              <a:ext uri="{FF2B5EF4-FFF2-40B4-BE49-F238E27FC236}">
                <a16:creationId xmlns:a16="http://schemas.microsoft.com/office/drawing/2014/main" id="{14A8E86F-A1E8-D0CB-8BFF-214B9E29F452}"/>
              </a:ext>
            </a:extLst>
          </p:cNvPr>
          <p:cNvSpPr>
            <a:spLocks noGrp="1" noChangeArrowheads="1"/>
          </p:cNvSpPr>
          <p:nvPr>
            <p:ph type="body" idx="1"/>
          </p:nvPr>
        </p:nvSpPr>
        <p:spPr>
          <a:xfrm>
            <a:off x="1485900" y="1371600"/>
            <a:ext cx="4610100" cy="4114800"/>
          </a:xfrm>
        </p:spPr>
        <p:txBody>
          <a:bodyPr/>
          <a:lstStyle/>
          <a:p>
            <a:pPr eaLnBrk="1" hangingPunct="1"/>
            <a:r>
              <a:rPr lang="en-GB" altLang="en-US"/>
              <a:t>High density plasma systems</a:t>
            </a:r>
          </a:p>
          <a:p>
            <a:pPr lvl="1" eaLnBrk="1" hangingPunct="1"/>
            <a:r>
              <a:rPr lang="en-GB" altLang="en-US"/>
              <a:t>Plasma density and ion energy control are “decoupled”</a:t>
            </a:r>
          </a:p>
          <a:p>
            <a:pPr lvl="2" eaLnBrk="1" hangingPunct="1"/>
            <a:r>
              <a:rPr lang="en-GB" altLang="en-US"/>
              <a:t>Bottom (wafer holding) electrode is controlled by an RF source</a:t>
            </a:r>
          </a:p>
          <a:p>
            <a:pPr lvl="2" eaLnBrk="1" hangingPunct="1"/>
            <a:r>
              <a:rPr lang="en-GB" altLang="en-US"/>
              <a:t>Plasma is ignited by ECR (Electron Cyclotron Resonance) or ICP (Inductively Coupled Plasma) systems</a:t>
            </a:r>
          </a:p>
          <a:p>
            <a:pPr lvl="2" eaLnBrk="1" hangingPunct="1"/>
            <a:r>
              <a:rPr lang="en-GB" altLang="en-US"/>
              <a:t>Can be operated in th 1-10 mTorr range </a:t>
            </a:r>
          </a:p>
          <a:p>
            <a:pPr lvl="2" eaLnBrk="1" hangingPunct="1"/>
            <a:r>
              <a:rPr lang="en-GB" altLang="en-US"/>
              <a:t>High ion density and relatively low ion bombardment can be achieved simultaneously  </a:t>
            </a:r>
            <a:endParaRPr lang="en-US" altLang="en-US"/>
          </a:p>
        </p:txBody>
      </p:sp>
      <p:pic>
        <p:nvPicPr>
          <p:cNvPr id="27653" name="Picture 6">
            <a:extLst>
              <a:ext uri="{FF2B5EF4-FFF2-40B4-BE49-F238E27FC236}">
                <a16:creationId xmlns:a16="http://schemas.microsoft.com/office/drawing/2014/main" id="{47751AE1-4273-9AB0-6E26-99D797A9B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3651" y="1552576"/>
            <a:ext cx="3783013"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a:extLst>
              <a:ext uri="{FF2B5EF4-FFF2-40B4-BE49-F238E27FC236}">
                <a16:creationId xmlns:a16="http://schemas.microsoft.com/office/drawing/2014/main" id="{66768E8D-6903-944E-8325-0194E4B86B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6609768-A40E-42B7-BE49-6F2CBE9C26E5}" type="slidenum">
              <a:rPr lang="en-US" altLang="en-US" sz="800"/>
              <a:pPr>
                <a:lnSpc>
                  <a:spcPct val="100000"/>
                </a:lnSpc>
                <a:spcBef>
                  <a:spcPct val="0"/>
                </a:spcBef>
                <a:buClr>
                  <a:srgbClr val="F68933"/>
                </a:buClr>
                <a:buFontTx/>
                <a:buNone/>
              </a:pPr>
              <a:t>18</a:t>
            </a:fld>
            <a:endParaRPr lang="en-US" altLang="en-US" sz="800"/>
          </a:p>
        </p:txBody>
      </p:sp>
      <p:sp>
        <p:nvSpPr>
          <p:cNvPr id="28675" name="Rectangle 2">
            <a:extLst>
              <a:ext uri="{FF2B5EF4-FFF2-40B4-BE49-F238E27FC236}">
                <a16:creationId xmlns:a16="http://schemas.microsoft.com/office/drawing/2014/main" id="{01F81174-9A6D-A3F1-EFDF-CF32E2E67D7A}"/>
              </a:ext>
            </a:extLst>
          </p:cNvPr>
          <p:cNvSpPr>
            <a:spLocks noGrp="1" noChangeArrowheads="1"/>
          </p:cNvSpPr>
          <p:nvPr>
            <p:ph type="title"/>
          </p:nvPr>
        </p:nvSpPr>
        <p:spPr/>
        <p:txBody>
          <a:bodyPr/>
          <a:lstStyle/>
          <a:p>
            <a:pPr eaLnBrk="1" hangingPunct="1"/>
            <a:r>
              <a:rPr lang="en-US" altLang="en-US"/>
              <a:t>Etching tools</a:t>
            </a:r>
          </a:p>
        </p:txBody>
      </p:sp>
      <p:sp>
        <p:nvSpPr>
          <p:cNvPr id="28676" name="Rectangle 3">
            <a:extLst>
              <a:ext uri="{FF2B5EF4-FFF2-40B4-BE49-F238E27FC236}">
                <a16:creationId xmlns:a16="http://schemas.microsoft.com/office/drawing/2014/main" id="{CFB264D2-B831-8113-D805-2E3CB01748F3}"/>
              </a:ext>
            </a:extLst>
          </p:cNvPr>
          <p:cNvSpPr>
            <a:spLocks noGrp="1" noChangeArrowheads="1"/>
          </p:cNvSpPr>
          <p:nvPr>
            <p:ph type="body" idx="1"/>
          </p:nvPr>
        </p:nvSpPr>
        <p:spPr>
          <a:xfrm>
            <a:off x="1893889" y="2236788"/>
            <a:ext cx="8402637" cy="4114800"/>
          </a:xfrm>
        </p:spPr>
        <p:txBody>
          <a:bodyPr/>
          <a:lstStyle/>
          <a:p>
            <a:pPr eaLnBrk="1" hangingPunct="1"/>
            <a:r>
              <a:rPr lang="en-GB" altLang="en-US"/>
              <a:t>Sputter etching and Ion milling</a:t>
            </a:r>
          </a:p>
          <a:p>
            <a:pPr lvl="1" eaLnBrk="1" hangingPunct="1"/>
            <a:r>
              <a:rPr lang="en-GB" altLang="en-US"/>
              <a:t>In sputter etching, only the sputtering component is exploited. </a:t>
            </a:r>
          </a:p>
          <a:p>
            <a:pPr lvl="1" eaLnBrk="1" hangingPunct="1"/>
            <a:endParaRPr lang="en-GB" altLang="en-US"/>
          </a:p>
          <a:p>
            <a:pPr lvl="1" eaLnBrk="1" hangingPunct="1"/>
            <a:r>
              <a:rPr lang="en-GB" altLang="en-US"/>
              <a:t>In Ion Milling a confined plasma is used to generate ions (es. Ar</a:t>
            </a:r>
            <a:r>
              <a:rPr lang="en-GB" altLang="en-US" baseline="30000"/>
              <a:t>+</a:t>
            </a:r>
            <a:r>
              <a:rPr lang="en-GB" altLang="en-US"/>
              <a:t>), grids are then used to accelerate ions toward the target (electron are eventually used to neutralize the beam). The Ar beam can also be focused ( used for mask repairing and TEM sample preparation).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A2B275B9-16C5-0EF6-DB34-E5F16DA3ACF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F6C0772B-B806-49D9-948B-D9B7B33EAFF2}" type="slidenum">
              <a:rPr lang="en-US" altLang="en-US" sz="800"/>
              <a:pPr>
                <a:lnSpc>
                  <a:spcPct val="100000"/>
                </a:lnSpc>
                <a:spcBef>
                  <a:spcPct val="0"/>
                </a:spcBef>
                <a:buClr>
                  <a:srgbClr val="F68933"/>
                </a:buClr>
                <a:buFontTx/>
                <a:buNone/>
              </a:pPr>
              <a:t>19</a:t>
            </a:fld>
            <a:endParaRPr lang="en-US" altLang="en-US" sz="800"/>
          </a:p>
        </p:txBody>
      </p:sp>
      <p:sp>
        <p:nvSpPr>
          <p:cNvPr id="29699" name="Rectangle 2">
            <a:extLst>
              <a:ext uri="{FF2B5EF4-FFF2-40B4-BE49-F238E27FC236}">
                <a16:creationId xmlns:a16="http://schemas.microsoft.com/office/drawing/2014/main" id="{0D6C22C2-F29B-BEE2-6643-A8294C346C62}"/>
              </a:ext>
            </a:extLst>
          </p:cNvPr>
          <p:cNvSpPr>
            <a:spLocks noGrp="1" noChangeArrowheads="1"/>
          </p:cNvSpPr>
          <p:nvPr>
            <p:ph type="title"/>
          </p:nvPr>
        </p:nvSpPr>
        <p:spPr/>
        <p:txBody>
          <a:bodyPr/>
          <a:lstStyle/>
          <a:p>
            <a:pPr eaLnBrk="1" hangingPunct="1"/>
            <a:r>
              <a:rPr lang="en-GB" altLang="en-US"/>
              <a:t>Summary of etching tools/techniques</a:t>
            </a:r>
            <a:endParaRPr lang="en-US" altLang="en-US"/>
          </a:p>
        </p:txBody>
      </p:sp>
      <p:graphicFrame>
        <p:nvGraphicFramePr>
          <p:cNvPr id="29700" name="Object 4">
            <a:extLst>
              <a:ext uri="{FF2B5EF4-FFF2-40B4-BE49-F238E27FC236}">
                <a16:creationId xmlns:a16="http://schemas.microsoft.com/office/drawing/2014/main" id="{B89C18E6-C095-00E8-9796-BF250DEF7A57}"/>
              </a:ext>
            </a:extLst>
          </p:cNvPr>
          <p:cNvGraphicFramePr>
            <a:graphicFrameLocks noChangeAspect="1"/>
          </p:cNvGraphicFramePr>
          <p:nvPr/>
        </p:nvGraphicFramePr>
        <p:xfrm>
          <a:off x="2949576" y="2176463"/>
          <a:ext cx="6291263" cy="3319462"/>
        </p:xfrm>
        <a:graphic>
          <a:graphicData uri="http://schemas.openxmlformats.org/presentationml/2006/ole">
            <mc:AlternateContent xmlns:mc="http://schemas.openxmlformats.org/markup-compatibility/2006">
              <mc:Choice xmlns:v="urn:schemas-microsoft-com:vml" Requires="v">
                <p:oleObj name="Document" r:id="rId2" imgW="5053584" imgH="2667000" progId="Word.Document.8">
                  <p:embed/>
                </p:oleObj>
              </mc:Choice>
              <mc:Fallback>
                <p:oleObj name="Document" r:id="rId2" imgW="5053584" imgH="2667000" progId="Word.Document.8">
                  <p:embed/>
                  <p:pic>
                    <p:nvPicPr>
                      <p:cNvPr id="29700" name="Object 4">
                        <a:extLst>
                          <a:ext uri="{FF2B5EF4-FFF2-40B4-BE49-F238E27FC236}">
                            <a16:creationId xmlns:a16="http://schemas.microsoft.com/office/drawing/2014/main" id="{B89C18E6-C095-00E8-9796-BF250DEF7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9576" y="2176463"/>
                        <a:ext cx="6291263" cy="3319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0C6C0999-1BB5-79E9-3CE5-644455DDAD0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F0BF2D0-F0E6-490E-ABB7-7015E2C19B70}" type="slidenum">
              <a:rPr lang="en-US" altLang="en-US" sz="800"/>
              <a:pPr>
                <a:lnSpc>
                  <a:spcPct val="100000"/>
                </a:lnSpc>
                <a:spcBef>
                  <a:spcPct val="0"/>
                </a:spcBef>
                <a:buClr>
                  <a:srgbClr val="F68933"/>
                </a:buClr>
                <a:buFontTx/>
                <a:buNone/>
              </a:pPr>
              <a:t>20</a:t>
            </a:fld>
            <a:endParaRPr lang="en-US" altLang="en-US" sz="800"/>
          </a:p>
        </p:txBody>
      </p:sp>
      <p:sp>
        <p:nvSpPr>
          <p:cNvPr id="30723" name="Rectangle 2">
            <a:extLst>
              <a:ext uri="{FF2B5EF4-FFF2-40B4-BE49-F238E27FC236}">
                <a16:creationId xmlns:a16="http://schemas.microsoft.com/office/drawing/2014/main" id="{A1905FAC-C850-D07C-0B2C-D0DBB660C981}"/>
              </a:ext>
            </a:extLst>
          </p:cNvPr>
          <p:cNvSpPr>
            <a:spLocks noGrp="1" noChangeArrowheads="1"/>
          </p:cNvSpPr>
          <p:nvPr>
            <p:ph type="title"/>
          </p:nvPr>
        </p:nvSpPr>
        <p:spPr/>
        <p:txBody>
          <a:bodyPr/>
          <a:lstStyle/>
          <a:p>
            <a:pPr eaLnBrk="1" hangingPunct="1"/>
            <a:r>
              <a:rPr lang="en-US" altLang="en-US"/>
              <a:t>End point detection</a:t>
            </a:r>
          </a:p>
        </p:txBody>
      </p:sp>
      <p:sp>
        <p:nvSpPr>
          <p:cNvPr id="30724" name="Rectangle 3">
            <a:extLst>
              <a:ext uri="{FF2B5EF4-FFF2-40B4-BE49-F238E27FC236}">
                <a16:creationId xmlns:a16="http://schemas.microsoft.com/office/drawing/2014/main" id="{01F51E5D-7FDA-E3D2-F065-58F3F9064DD7}"/>
              </a:ext>
            </a:extLst>
          </p:cNvPr>
          <p:cNvSpPr>
            <a:spLocks noGrp="1" noChangeArrowheads="1"/>
          </p:cNvSpPr>
          <p:nvPr>
            <p:ph type="body" idx="1"/>
          </p:nvPr>
        </p:nvSpPr>
        <p:spPr/>
        <p:txBody>
          <a:bodyPr/>
          <a:lstStyle/>
          <a:p>
            <a:pPr eaLnBrk="1" hangingPunct="1"/>
            <a:r>
              <a:rPr lang="en-GB" altLang="en-US"/>
              <a:t>Species in plasma are excited and emit photons at specific wavelengths.</a:t>
            </a:r>
          </a:p>
          <a:p>
            <a:pPr eaLnBrk="1" hangingPunct="1"/>
            <a:r>
              <a:rPr lang="en-GB" altLang="en-US"/>
              <a:t>Using Optical Emission Spectroscopy, a specific wavelength relative to a reactant or to a reaction product can be tracked. </a:t>
            </a:r>
            <a:endParaRPr lang="en-US" altLang="en-US"/>
          </a:p>
        </p:txBody>
      </p:sp>
      <p:pic>
        <p:nvPicPr>
          <p:cNvPr id="30725" name="Picture 4">
            <a:extLst>
              <a:ext uri="{FF2B5EF4-FFF2-40B4-BE49-F238E27FC236}">
                <a16:creationId xmlns:a16="http://schemas.microsoft.com/office/drawing/2014/main" id="{4B23461A-5F54-90F7-CA01-CB15142010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4589" y="3429000"/>
            <a:ext cx="3703637"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02439586-384F-31F7-598A-21B02350A72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B7E7BAF-4749-4CB5-9A48-D504DFAA4011}" type="slidenum">
              <a:rPr lang="en-US" altLang="en-US" sz="800"/>
              <a:pPr>
                <a:lnSpc>
                  <a:spcPct val="100000"/>
                </a:lnSpc>
                <a:spcBef>
                  <a:spcPct val="0"/>
                </a:spcBef>
                <a:buClr>
                  <a:srgbClr val="F68933"/>
                </a:buClr>
                <a:buFontTx/>
                <a:buNone/>
              </a:pPr>
              <a:t>21</a:t>
            </a:fld>
            <a:endParaRPr lang="en-US" altLang="en-US" sz="800"/>
          </a:p>
        </p:txBody>
      </p:sp>
      <p:sp>
        <p:nvSpPr>
          <p:cNvPr id="31747" name="Rectangle 2">
            <a:extLst>
              <a:ext uri="{FF2B5EF4-FFF2-40B4-BE49-F238E27FC236}">
                <a16:creationId xmlns:a16="http://schemas.microsoft.com/office/drawing/2014/main" id="{7A586CB7-0FF0-74D8-3BE4-18F1BBAD9914}"/>
              </a:ext>
            </a:extLst>
          </p:cNvPr>
          <p:cNvSpPr>
            <a:spLocks noGrp="1" noChangeArrowheads="1"/>
          </p:cNvSpPr>
          <p:nvPr>
            <p:ph type="title"/>
          </p:nvPr>
        </p:nvSpPr>
        <p:spPr/>
        <p:txBody>
          <a:bodyPr/>
          <a:lstStyle/>
          <a:p>
            <a:pPr eaLnBrk="1" hangingPunct="1"/>
            <a:r>
              <a:rPr lang="en-GB" altLang="en-US"/>
              <a:t>Plasma etching process “knobs”</a:t>
            </a:r>
            <a:endParaRPr lang="en-US" altLang="en-US"/>
          </a:p>
        </p:txBody>
      </p:sp>
      <p:sp>
        <p:nvSpPr>
          <p:cNvPr id="31748" name="Rectangle 3">
            <a:extLst>
              <a:ext uri="{FF2B5EF4-FFF2-40B4-BE49-F238E27FC236}">
                <a16:creationId xmlns:a16="http://schemas.microsoft.com/office/drawing/2014/main" id="{8BA65957-E49B-D125-F448-8F83617162A2}"/>
              </a:ext>
            </a:extLst>
          </p:cNvPr>
          <p:cNvSpPr>
            <a:spLocks noGrp="1" noChangeArrowheads="1"/>
          </p:cNvSpPr>
          <p:nvPr>
            <p:ph type="body" idx="1"/>
          </p:nvPr>
        </p:nvSpPr>
        <p:spPr>
          <a:xfrm>
            <a:off x="1893889" y="1371600"/>
            <a:ext cx="8402637" cy="4114800"/>
          </a:xfrm>
        </p:spPr>
        <p:txBody>
          <a:bodyPr/>
          <a:lstStyle/>
          <a:p>
            <a:pPr eaLnBrk="1" hangingPunct="1"/>
            <a:r>
              <a:rPr lang="en-GB" altLang="en-US"/>
              <a:t>Power.</a:t>
            </a:r>
          </a:p>
          <a:p>
            <a:pPr lvl="1" eaLnBrk="1" hangingPunct="1"/>
            <a:r>
              <a:rPr lang="en-GB" altLang="en-US"/>
              <a:t>RIE: 0.1/5 Wcm</a:t>
            </a:r>
            <a:r>
              <a:rPr lang="en-GB" altLang="en-US" baseline="30000"/>
              <a:t>-2</a:t>
            </a:r>
            <a:r>
              <a:rPr lang="en-GB" altLang="en-US"/>
              <a:t> , ion energy =10/700 eV</a:t>
            </a:r>
          </a:p>
          <a:p>
            <a:pPr lvl="1" eaLnBrk="1" hangingPunct="1"/>
            <a:r>
              <a:rPr lang="en-GB" altLang="en-US"/>
              <a:t>HDP: 0.1/3 Wcm</a:t>
            </a:r>
            <a:r>
              <a:rPr lang="en-GB" altLang="en-US" baseline="30000"/>
              <a:t>-2</a:t>
            </a:r>
            <a:r>
              <a:rPr lang="en-GB" altLang="en-US"/>
              <a:t>, ion energy = 10/500 eV</a:t>
            </a:r>
          </a:p>
          <a:p>
            <a:pPr eaLnBrk="1" hangingPunct="1"/>
            <a:r>
              <a:rPr lang="en-GB" altLang="en-US"/>
              <a:t>Pressure</a:t>
            </a:r>
          </a:p>
          <a:p>
            <a:pPr lvl="1" eaLnBrk="1" hangingPunct="1"/>
            <a:r>
              <a:rPr lang="en-GB" altLang="en-US"/>
              <a:t>RIE: 10/100 mTorr </a:t>
            </a:r>
          </a:p>
          <a:p>
            <a:pPr lvl="1" eaLnBrk="1" hangingPunct="1"/>
            <a:r>
              <a:rPr lang="en-GB" altLang="en-US"/>
              <a:t>HDP: 1/10 mTorr</a:t>
            </a:r>
          </a:p>
          <a:p>
            <a:pPr eaLnBrk="1" hangingPunct="1"/>
            <a:r>
              <a:rPr lang="en-GB" altLang="en-US"/>
              <a:t>Gas species, flow rate and distribution</a:t>
            </a:r>
          </a:p>
          <a:p>
            <a:pPr eaLnBrk="1" hangingPunct="1"/>
            <a:r>
              <a:rPr lang="en-GB" altLang="en-US"/>
              <a:t>Wafer and chamber temperature</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AD01E632-1DA0-A536-B618-7D133EA49D6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09E3293-4FD8-4BEF-81B5-E051F2F201E6}" type="slidenum">
              <a:rPr lang="en-US" altLang="en-US" sz="800"/>
              <a:pPr>
                <a:lnSpc>
                  <a:spcPct val="100000"/>
                </a:lnSpc>
                <a:spcBef>
                  <a:spcPct val="0"/>
                </a:spcBef>
                <a:buClr>
                  <a:srgbClr val="F68933"/>
                </a:buClr>
                <a:buFontTx/>
                <a:buNone/>
              </a:pPr>
              <a:t>22</a:t>
            </a:fld>
            <a:endParaRPr lang="en-US" altLang="en-US" sz="800"/>
          </a:p>
        </p:txBody>
      </p:sp>
      <p:sp>
        <p:nvSpPr>
          <p:cNvPr id="32771" name="Rectangle 2">
            <a:extLst>
              <a:ext uri="{FF2B5EF4-FFF2-40B4-BE49-F238E27FC236}">
                <a16:creationId xmlns:a16="http://schemas.microsoft.com/office/drawing/2014/main" id="{C6FAD2AE-4216-7AA8-70DE-BBB3CC27257B}"/>
              </a:ext>
            </a:extLst>
          </p:cNvPr>
          <p:cNvSpPr>
            <a:spLocks noGrp="1" noChangeArrowheads="1"/>
          </p:cNvSpPr>
          <p:nvPr>
            <p:ph type="title"/>
          </p:nvPr>
        </p:nvSpPr>
        <p:spPr/>
        <p:txBody>
          <a:bodyPr/>
          <a:lstStyle/>
          <a:p>
            <a:pPr eaLnBrk="1" hangingPunct="1"/>
            <a:r>
              <a:rPr lang="en-GB" altLang="en-US"/>
              <a:t>Etch rate dependence on “knobs”</a:t>
            </a:r>
            <a:endParaRPr lang="en-US" altLang="en-US"/>
          </a:p>
        </p:txBody>
      </p:sp>
      <p:sp>
        <p:nvSpPr>
          <p:cNvPr id="32772" name="Rectangle 3">
            <a:extLst>
              <a:ext uri="{FF2B5EF4-FFF2-40B4-BE49-F238E27FC236}">
                <a16:creationId xmlns:a16="http://schemas.microsoft.com/office/drawing/2014/main" id="{1D91A85B-81E2-DB62-C6A9-E96B66D4AFCF}"/>
              </a:ext>
            </a:extLst>
          </p:cNvPr>
          <p:cNvSpPr>
            <a:spLocks noGrp="1" noChangeArrowheads="1"/>
          </p:cNvSpPr>
          <p:nvPr>
            <p:ph type="body" idx="1"/>
          </p:nvPr>
        </p:nvSpPr>
        <p:spPr>
          <a:xfrm>
            <a:off x="1893889" y="1371600"/>
            <a:ext cx="8402637" cy="4114800"/>
          </a:xfrm>
        </p:spPr>
        <p:txBody>
          <a:bodyPr/>
          <a:lstStyle/>
          <a:p>
            <a:pPr eaLnBrk="1" hangingPunct="1"/>
            <a:r>
              <a:rPr lang="en-GB" altLang="en-US"/>
              <a:t>Etch rate dependence on power, pressure, flow rate an T is quite complicated, and can strongly depend on etch systems design. Generally speaking:</a:t>
            </a:r>
          </a:p>
          <a:p>
            <a:pPr eaLnBrk="1" hangingPunct="1">
              <a:buFont typeface="Times" panose="02020603050405020304" pitchFamily="18" charset="0"/>
              <a:buNone/>
            </a:pPr>
            <a:endParaRPr lang="en-GB" altLang="en-US"/>
          </a:p>
          <a:p>
            <a:pPr lvl="1" eaLnBrk="1" hangingPunct="1"/>
            <a:r>
              <a:rPr lang="en-GB" altLang="en-US"/>
              <a:t>Etch rate obviously depends on gas species</a:t>
            </a:r>
          </a:p>
          <a:p>
            <a:pPr lvl="1" eaLnBrk="1" hangingPunct="1"/>
            <a:r>
              <a:rPr lang="en-GB" altLang="en-US"/>
              <a:t>Increasing power increases etch rate (in HDP systems ion bombardment can also be independently controlled)</a:t>
            </a:r>
          </a:p>
          <a:p>
            <a:pPr lvl="1" eaLnBrk="1" hangingPunct="1"/>
            <a:r>
              <a:rPr lang="en-GB" altLang="en-US"/>
              <a:t>Increasing pressure decreases ion density, but increases chemical flux </a:t>
            </a:r>
            <a:r>
              <a:rPr lang="en-GB" altLang="en-US">
                <a:sym typeface="Wingdings" panose="05000000000000000000" pitchFamily="2" charset="2"/>
              </a:rPr>
              <a:t> etch rate dependence on pressure is not easily predictable</a:t>
            </a:r>
          </a:p>
          <a:p>
            <a:pPr lvl="1" eaLnBrk="1" hangingPunct="1"/>
            <a:r>
              <a:rPr lang="en-GB" altLang="en-US">
                <a:sym typeface="Wingdings" panose="05000000000000000000" pitchFamily="2" charset="2"/>
              </a:rPr>
              <a:t>Flow rate has a minor impact on etch rate ( can be increased to supply more reactant species, but high flow rate can decrease too much the residence time)</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a:extLst>
              <a:ext uri="{FF2B5EF4-FFF2-40B4-BE49-F238E27FC236}">
                <a16:creationId xmlns:a16="http://schemas.microsoft.com/office/drawing/2014/main" id="{19B2762C-4486-9402-3562-9CE056996A3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CF82F48-7A1D-4320-BE49-E1FF85F31E42}" type="slidenum">
              <a:rPr lang="en-US" altLang="en-US" sz="800"/>
              <a:pPr>
                <a:lnSpc>
                  <a:spcPct val="100000"/>
                </a:lnSpc>
                <a:spcBef>
                  <a:spcPct val="0"/>
                </a:spcBef>
                <a:buClr>
                  <a:srgbClr val="F68933"/>
                </a:buClr>
                <a:buFontTx/>
                <a:buNone/>
              </a:pPr>
              <a:t>23</a:t>
            </a:fld>
            <a:endParaRPr lang="en-US" altLang="en-US" sz="800"/>
          </a:p>
        </p:txBody>
      </p:sp>
      <p:sp>
        <p:nvSpPr>
          <p:cNvPr id="33795" name="Rectangle 2">
            <a:extLst>
              <a:ext uri="{FF2B5EF4-FFF2-40B4-BE49-F238E27FC236}">
                <a16:creationId xmlns:a16="http://schemas.microsoft.com/office/drawing/2014/main" id="{C2E3E659-7C50-9A8B-2FC7-084CF303797C}"/>
              </a:ext>
            </a:extLst>
          </p:cNvPr>
          <p:cNvSpPr>
            <a:spLocks noGrp="1" noChangeArrowheads="1"/>
          </p:cNvSpPr>
          <p:nvPr>
            <p:ph type="title"/>
          </p:nvPr>
        </p:nvSpPr>
        <p:spPr/>
        <p:txBody>
          <a:bodyPr/>
          <a:lstStyle/>
          <a:p>
            <a:pPr eaLnBrk="1" hangingPunct="1"/>
            <a:r>
              <a:rPr lang="en-GB" altLang="en-US"/>
              <a:t>Etch profile dependence on “knobs”</a:t>
            </a:r>
            <a:endParaRPr lang="en-US" altLang="en-US"/>
          </a:p>
        </p:txBody>
      </p:sp>
      <p:sp>
        <p:nvSpPr>
          <p:cNvPr id="33796" name="Rectangle 3">
            <a:extLst>
              <a:ext uri="{FF2B5EF4-FFF2-40B4-BE49-F238E27FC236}">
                <a16:creationId xmlns:a16="http://schemas.microsoft.com/office/drawing/2014/main" id="{A479411D-9F87-D841-14FF-97B82C9C0098}"/>
              </a:ext>
            </a:extLst>
          </p:cNvPr>
          <p:cNvSpPr>
            <a:spLocks noGrp="1" noChangeArrowheads="1"/>
          </p:cNvSpPr>
          <p:nvPr>
            <p:ph type="body" idx="1"/>
          </p:nvPr>
        </p:nvSpPr>
        <p:spPr/>
        <p:txBody>
          <a:bodyPr/>
          <a:lstStyle/>
          <a:p>
            <a:pPr eaLnBrk="1" hangingPunct="1"/>
            <a:r>
              <a:rPr lang="en-GB" altLang="en-US"/>
              <a:t>Etch profile can be controlled by:</a:t>
            </a:r>
          </a:p>
          <a:p>
            <a:pPr lvl="1" eaLnBrk="1" hangingPunct="1"/>
            <a:r>
              <a:rPr lang="en-GB" altLang="en-US"/>
              <a:t>Increasing/decreasing ion bombardment ( power )</a:t>
            </a:r>
          </a:p>
          <a:p>
            <a:pPr lvl="1" eaLnBrk="1" hangingPunct="1"/>
            <a:r>
              <a:rPr lang="en-GB" altLang="en-US"/>
              <a:t>Using different etchant gases, to control by-product formation and passivation layers deposition/removal process </a:t>
            </a: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00BE15E0-0057-C3B9-1542-3EAE796AF9B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F6CE42B-09E6-48CA-BCB8-3591C72E8967}" type="slidenum">
              <a:rPr lang="en-US" altLang="en-US" sz="800"/>
              <a:pPr>
                <a:lnSpc>
                  <a:spcPct val="100000"/>
                </a:lnSpc>
                <a:spcBef>
                  <a:spcPct val="0"/>
                </a:spcBef>
                <a:buClr>
                  <a:srgbClr val="F68933"/>
                </a:buClr>
                <a:buFontTx/>
                <a:buNone/>
              </a:pPr>
              <a:t>24</a:t>
            </a:fld>
            <a:endParaRPr lang="en-US" altLang="en-US" sz="800"/>
          </a:p>
        </p:txBody>
      </p:sp>
      <p:sp>
        <p:nvSpPr>
          <p:cNvPr id="34819" name="Rectangle 2">
            <a:extLst>
              <a:ext uri="{FF2B5EF4-FFF2-40B4-BE49-F238E27FC236}">
                <a16:creationId xmlns:a16="http://schemas.microsoft.com/office/drawing/2014/main" id="{D03FE554-A3D7-0200-F4F3-EE02F79DE335}"/>
              </a:ext>
            </a:extLst>
          </p:cNvPr>
          <p:cNvSpPr>
            <a:spLocks noGrp="1" noChangeArrowheads="1"/>
          </p:cNvSpPr>
          <p:nvPr>
            <p:ph type="title"/>
          </p:nvPr>
        </p:nvSpPr>
        <p:spPr/>
        <p:txBody>
          <a:bodyPr/>
          <a:lstStyle/>
          <a:p>
            <a:pPr eaLnBrk="1" hangingPunct="1"/>
            <a:r>
              <a:rPr lang="en-US" altLang="en-US"/>
              <a:t>Plasma etching issues</a:t>
            </a:r>
          </a:p>
        </p:txBody>
      </p:sp>
      <p:sp>
        <p:nvSpPr>
          <p:cNvPr id="34820" name="Rectangle 3">
            <a:extLst>
              <a:ext uri="{FF2B5EF4-FFF2-40B4-BE49-F238E27FC236}">
                <a16:creationId xmlns:a16="http://schemas.microsoft.com/office/drawing/2014/main" id="{9E0AA347-33F6-7028-2AF1-A746B419C1FF}"/>
              </a:ext>
            </a:extLst>
          </p:cNvPr>
          <p:cNvSpPr>
            <a:spLocks noGrp="1" noChangeArrowheads="1"/>
          </p:cNvSpPr>
          <p:nvPr>
            <p:ph type="body" idx="1"/>
          </p:nvPr>
        </p:nvSpPr>
        <p:spPr/>
        <p:txBody>
          <a:bodyPr/>
          <a:lstStyle/>
          <a:p>
            <a:pPr eaLnBrk="1" hangingPunct="1"/>
            <a:r>
              <a:rPr lang="en-GB" altLang="en-US"/>
              <a:t>Loading effects</a:t>
            </a:r>
          </a:p>
          <a:p>
            <a:pPr lvl="1" eaLnBrk="1" hangingPunct="1"/>
            <a:r>
              <a:rPr lang="en-GB" altLang="en-US"/>
              <a:t>Etch rate dependence on local plasma density</a:t>
            </a:r>
          </a:p>
          <a:p>
            <a:pPr eaLnBrk="1" hangingPunct="1"/>
            <a:r>
              <a:rPr lang="en-GB" altLang="en-US"/>
              <a:t>Micro-loading effect</a:t>
            </a:r>
          </a:p>
          <a:p>
            <a:pPr lvl="1" eaLnBrk="1" hangingPunct="1"/>
            <a:r>
              <a:rPr lang="en-GB" altLang="en-US"/>
              <a:t>Structures with different mask openings or aspect ratios are etched with different etch rates </a:t>
            </a:r>
            <a:endParaRPr lang="en-US" altLang="en-US"/>
          </a:p>
        </p:txBody>
      </p:sp>
      <p:sp>
        <p:nvSpPr>
          <p:cNvPr id="34821" name="Text Box 5">
            <a:extLst>
              <a:ext uri="{FF2B5EF4-FFF2-40B4-BE49-F238E27FC236}">
                <a16:creationId xmlns:a16="http://schemas.microsoft.com/office/drawing/2014/main" id="{279D45B8-E447-CF25-6C0A-BDE85459E2C5}"/>
              </a:ext>
            </a:extLst>
          </p:cNvPr>
          <p:cNvSpPr txBox="1">
            <a:spLocks noChangeArrowheads="1"/>
          </p:cNvSpPr>
          <p:nvPr/>
        </p:nvSpPr>
        <p:spPr bwMode="auto">
          <a:xfrm>
            <a:off x="6096001" y="3654425"/>
            <a:ext cx="4244975" cy="275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Can be due to:</a:t>
            </a:r>
          </a:p>
          <a:p>
            <a:pPr eaLnBrk="1" hangingPunct="1">
              <a:spcBef>
                <a:spcPct val="50000"/>
              </a:spcBef>
            </a:pPr>
            <a:r>
              <a:rPr lang="en-GB" altLang="en-US" sz="2000"/>
              <a:t> Depletion or trapping of reactant species</a:t>
            </a:r>
          </a:p>
          <a:p>
            <a:pPr eaLnBrk="1" hangingPunct="1">
              <a:spcBef>
                <a:spcPct val="50000"/>
              </a:spcBef>
            </a:pPr>
            <a:r>
              <a:rPr lang="en-GB" altLang="en-US" sz="2000"/>
              <a:t>Distortion of ion paths due to charging</a:t>
            </a:r>
          </a:p>
          <a:p>
            <a:pPr eaLnBrk="1" hangingPunct="1">
              <a:spcBef>
                <a:spcPct val="50000"/>
              </a:spcBef>
            </a:pPr>
            <a:r>
              <a:rPr lang="en-GB" altLang="en-US" sz="2000"/>
              <a:t>Shadowing effects</a:t>
            </a:r>
          </a:p>
          <a:p>
            <a:pPr eaLnBrk="1" hangingPunct="1">
              <a:spcBef>
                <a:spcPct val="50000"/>
              </a:spcBef>
            </a:pPr>
            <a:endParaRPr lang="en-US" altLang="en-US" sz="2000"/>
          </a:p>
        </p:txBody>
      </p:sp>
      <p:pic>
        <p:nvPicPr>
          <p:cNvPr id="34822" name="Picture 6" descr="1438820">
            <a:extLst>
              <a:ext uri="{FF2B5EF4-FFF2-40B4-BE49-F238E27FC236}">
                <a16:creationId xmlns:a16="http://schemas.microsoft.com/office/drawing/2014/main" id="{431DD278-09D5-D8E0-6F01-A071465C417A}"/>
              </a:ext>
            </a:extLst>
          </p:cNvPr>
          <p:cNvPicPr>
            <a:picLocks noChangeAspect="1" noChangeArrowheads="1"/>
          </p:cNvPicPr>
          <p:nvPr/>
        </p:nvPicPr>
        <p:blipFill>
          <a:blip r:embed="rId2">
            <a:lum bright="6000"/>
            <a:extLst>
              <a:ext uri="{28A0092B-C50C-407E-A947-70E740481C1C}">
                <a14:useLocalDpi xmlns:a14="http://schemas.microsoft.com/office/drawing/2010/main" val="0"/>
              </a:ext>
            </a:extLst>
          </a:blip>
          <a:srcRect t="10052" b="10704"/>
          <a:stretch>
            <a:fillRect/>
          </a:stretch>
        </p:blipFill>
        <p:spPr bwMode="auto">
          <a:xfrm>
            <a:off x="2093913" y="3860800"/>
            <a:ext cx="3579812"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E9E09ED0-ECC1-1ABC-5744-756AF5D83DC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053BAE7-8430-4C9D-A5AB-91A6895ECA8C}" type="slidenum">
              <a:rPr lang="en-US" altLang="en-US" sz="800"/>
              <a:pPr>
                <a:lnSpc>
                  <a:spcPct val="100000"/>
                </a:lnSpc>
                <a:spcBef>
                  <a:spcPct val="0"/>
                </a:spcBef>
                <a:buClr>
                  <a:srgbClr val="F68933"/>
                </a:buClr>
                <a:buFontTx/>
                <a:buNone/>
              </a:pPr>
              <a:t>25</a:t>
            </a:fld>
            <a:endParaRPr lang="en-US" altLang="en-US" sz="800"/>
          </a:p>
        </p:txBody>
      </p:sp>
      <p:sp>
        <p:nvSpPr>
          <p:cNvPr id="35843" name="Rectangle 2">
            <a:extLst>
              <a:ext uri="{FF2B5EF4-FFF2-40B4-BE49-F238E27FC236}">
                <a16:creationId xmlns:a16="http://schemas.microsoft.com/office/drawing/2014/main" id="{07A6A3EA-92D8-129C-9738-2A7F0B41E27E}"/>
              </a:ext>
            </a:extLst>
          </p:cNvPr>
          <p:cNvSpPr>
            <a:spLocks noGrp="1" noChangeArrowheads="1"/>
          </p:cNvSpPr>
          <p:nvPr>
            <p:ph type="title"/>
          </p:nvPr>
        </p:nvSpPr>
        <p:spPr/>
        <p:txBody>
          <a:bodyPr/>
          <a:lstStyle/>
          <a:p>
            <a:pPr eaLnBrk="1" hangingPunct="1"/>
            <a:r>
              <a:rPr lang="en-US" altLang="en-US"/>
              <a:t>Plasma etching issues</a:t>
            </a:r>
          </a:p>
        </p:txBody>
      </p:sp>
      <p:sp>
        <p:nvSpPr>
          <p:cNvPr id="35844" name="Rectangle 3">
            <a:extLst>
              <a:ext uri="{FF2B5EF4-FFF2-40B4-BE49-F238E27FC236}">
                <a16:creationId xmlns:a16="http://schemas.microsoft.com/office/drawing/2014/main" id="{BED3CE9C-0BAD-0BBF-8685-28DF82C77F9F}"/>
              </a:ext>
            </a:extLst>
          </p:cNvPr>
          <p:cNvSpPr>
            <a:spLocks noGrp="1" noChangeArrowheads="1"/>
          </p:cNvSpPr>
          <p:nvPr>
            <p:ph type="body" idx="1"/>
          </p:nvPr>
        </p:nvSpPr>
        <p:spPr/>
        <p:txBody>
          <a:bodyPr/>
          <a:lstStyle/>
          <a:p>
            <a:pPr eaLnBrk="1" hangingPunct="1"/>
            <a:r>
              <a:rPr lang="en-GB" altLang="en-US"/>
              <a:t>Micro trenching (ion physical deflection)</a:t>
            </a:r>
          </a:p>
          <a:p>
            <a:pPr eaLnBrk="1" hangingPunct="1"/>
            <a:r>
              <a:rPr lang="en-GB" altLang="en-US"/>
              <a:t>Resist re-sputtering</a:t>
            </a:r>
          </a:p>
          <a:p>
            <a:pPr eaLnBrk="1" hangingPunct="1"/>
            <a:r>
              <a:rPr lang="en-GB" altLang="en-US"/>
              <a:t>Ion trajectory distortion due to resist charging</a:t>
            </a:r>
            <a:endParaRPr lang="en-US" altLang="en-US"/>
          </a:p>
        </p:txBody>
      </p:sp>
      <p:graphicFrame>
        <p:nvGraphicFramePr>
          <p:cNvPr id="35845" name="Object 4">
            <a:extLst>
              <a:ext uri="{FF2B5EF4-FFF2-40B4-BE49-F238E27FC236}">
                <a16:creationId xmlns:a16="http://schemas.microsoft.com/office/drawing/2014/main" id="{BB16EB92-F66B-9725-D6B5-94C837ED65C9}"/>
              </a:ext>
            </a:extLst>
          </p:cNvPr>
          <p:cNvGraphicFramePr>
            <a:graphicFrameLocks noChangeAspect="1"/>
          </p:cNvGraphicFramePr>
          <p:nvPr/>
        </p:nvGraphicFramePr>
        <p:xfrm>
          <a:off x="2471738" y="3429000"/>
          <a:ext cx="6115050" cy="2698750"/>
        </p:xfrm>
        <a:graphic>
          <a:graphicData uri="http://schemas.openxmlformats.org/presentationml/2006/ole">
            <mc:AlternateContent xmlns:mc="http://schemas.openxmlformats.org/markup-compatibility/2006">
              <mc:Choice xmlns:v="urn:schemas-microsoft-com:vml" Requires="v">
                <p:oleObj name="Document" r:id="rId2" imgW="5068824" imgH="1923288" progId="Word.Document.8">
                  <p:embed/>
                </p:oleObj>
              </mc:Choice>
              <mc:Fallback>
                <p:oleObj name="Document" r:id="rId2" imgW="5068824" imgH="1923288" progId="Word.Document.8">
                  <p:embed/>
                  <p:pic>
                    <p:nvPicPr>
                      <p:cNvPr id="35845" name="Object 4">
                        <a:extLst>
                          <a:ext uri="{FF2B5EF4-FFF2-40B4-BE49-F238E27FC236}">
                            <a16:creationId xmlns:a16="http://schemas.microsoft.com/office/drawing/2014/main" id="{BB16EB92-F66B-9725-D6B5-94C837ED65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738" y="3429000"/>
                        <a:ext cx="6115050" cy="269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28412106-EFCE-4B6C-FFEF-D21A383A5D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804A6D1-BD60-47E5-B306-85A0459B9F40}" type="slidenum">
              <a:rPr lang="en-US" altLang="en-US" sz="800"/>
              <a:pPr>
                <a:lnSpc>
                  <a:spcPct val="100000"/>
                </a:lnSpc>
                <a:spcBef>
                  <a:spcPct val="0"/>
                </a:spcBef>
                <a:buClr>
                  <a:srgbClr val="F68933"/>
                </a:buClr>
                <a:buFontTx/>
                <a:buNone/>
              </a:pPr>
              <a:t>26</a:t>
            </a:fld>
            <a:endParaRPr lang="en-US" altLang="en-US" sz="800"/>
          </a:p>
        </p:txBody>
      </p:sp>
      <p:sp>
        <p:nvSpPr>
          <p:cNvPr id="36867" name="Rectangle 2">
            <a:extLst>
              <a:ext uri="{FF2B5EF4-FFF2-40B4-BE49-F238E27FC236}">
                <a16:creationId xmlns:a16="http://schemas.microsoft.com/office/drawing/2014/main" id="{1EF1D29E-2587-682D-FF82-F0ED22BC8AA2}"/>
              </a:ext>
            </a:extLst>
          </p:cNvPr>
          <p:cNvSpPr>
            <a:spLocks noGrp="1" noChangeArrowheads="1"/>
          </p:cNvSpPr>
          <p:nvPr>
            <p:ph type="title"/>
          </p:nvPr>
        </p:nvSpPr>
        <p:spPr/>
        <p:txBody>
          <a:bodyPr/>
          <a:lstStyle/>
          <a:p>
            <a:pPr eaLnBrk="1" hangingPunct="1"/>
            <a:r>
              <a:rPr lang="en-GB" altLang="en-US"/>
              <a:t>Plasma etching issues</a:t>
            </a:r>
            <a:endParaRPr lang="en-US" altLang="en-US"/>
          </a:p>
        </p:txBody>
      </p:sp>
      <p:sp>
        <p:nvSpPr>
          <p:cNvPr id="36868" name="Rectangle 3">
            <a:extLst>
              <a:ext uri="{FF2B5EF4-FFF2-40B4-BE49-F238E27FC236}">
                <a16:creationId xmlns:a16="http://schemas.microsoft.com/office/drawing/2014/main" id="{CE0984E4-D274-BFA4-756B-ED617FC245D1}"/>
              </a:ext>
            </a:extLst>
          </p:cNvPr>
          <p:cNvSpPr>
            <a:spLocks noGrp="1" noChangeArrowheads="1"/>
          </p:cNvSpPr>
          <p:nvPr>
            <p:ph type="body" idx="1"/>
          </p:nvPr>
        </p:nvSpPr>
        <p:spPr>
          <a:xfrm>
            <a:off x="1879600" y="1524000"/>
            <a:ext cx="8402638" cy="4800600"/>
          </a:xfrm>
        </p:spPr>
        <p:txBody>
          <a:bodyPr/>
          <a:lstStyle/>
          <a:p>
            <a:pPr eaLnBrk="1" hangingPunct="1">
              <a:lnSpc>
                <a:spcPct val="85000"/>
              </a:lnSpc>
            </a:pPr>
            <a:r>
              <a:rPr lang="en-GB" altLang="en-US"/>
              <a:t>Radiation damage</a:t>
            </a:r>
          </a:p>
          <a:p>
            <a:pPr lvl="1" eaLnBrk="1" hangingPunct="1">
              <a:lnSpc>
                <a:spcPct val="85000"/>
              </a:lnSpc>
            </a:pPr>
            <a:r>
              <a:rPr lang="en-GB" altLang="en-US"/>
              <a:t>Wafer surface can suffer from displaced atoms and implanted species such as H and C.</a:t>
            </a:r>
          </a:p>
          <a:p>
            <a:pPr eaLnBrk="1" hangingPunct="1">
              <a:lnSpc>
                <a:spcPct val="85000"/>
              </a:lnSpc>
            </a:pPr>
            <a:r>
              <a:rPr lang="en-GB" altLang="en-US"/>
              <a:t>Active oxides plasma damage (antenna effect)</a:t>
            </a:r>
          </a:p>
          <a:p>
            <a:pPr eaLnBrk="1" hangingPunct="1">
              <a:lnSpc>
                <a:spcPct val="85000"/>
              </a:lnSpc>
            </a:pPr>
            <a:endParaRPr lang="en-GB" altLang="en-US"/>
          </a:p>
          <a:p>
            <a:pPr eaLnBrk="1" hangingPunct="1">
              <a:lnSpc>
                <a:spcPct val="85000"/>
              </a:lnSpc>
            </a:pPr>
            <a:endParaRPr lang="en-GB" altLang="en-US"/>
          </a:p>
          <a:p>
            <a:pPr eaLnBrk="1" hangingPunct="1">
              <a:lnSpc>
                <a:spcPct val="85000"/>
              </a:lnSpc>
            </a:pPr>
            <a:endParaRPr lang="en-GB" altLang="en-US"/>
          </a:p>
          <a:p>
            <a:pPr eaLnBrk="1" hangingPunct="1">
              <a:lnSpc>
                <a:spcPct val="85000"/>
              </a:lnSpc>
            </a:pPr>
            <a:endParaRPr lang="en-GB" altLang="en-US"/>
          </a:p>
          <a:p>
            <a:pPr eaLnBrk="1" hangingPunct="1">
              <a:lnSpc>
                <a:spcPct val="85000"/>
              </a:lnSpc>
            </a:pPr>
            <a:endParaRPr lang="en-GB" altLang="en-US"/>
          </a:p>
          <a:p>
            <a:pPr eaLnBrk="1" hangingPunct="1">
              <a:lnSpc>
                <a:spcPct val="85000"/>
              </a:lnSpc>
            </a:pPr>
            <a:endParaRPr lang="en-GB" altLang="en-US"/>
          </a:p>
          <a:p>
            <a:pPr eaLnBrk="1" hangingPunct="1">
              <a:lnSpc>
                <a:spcPct val="85000"/>
              </a:lnSpc>
            </a:pPr>
            <a:r>
              <a:rPr lang="en-GB" altLang="en-US"/>
              <a:t>Substrate doping dependence</a:t>
            </a:r>
            <a:endParaRPr lang="en-US" altLang="en-US"/>
          </a:p>
        </p:txBody>
      </p:sp>
      <p:pic>
        <p:nvPicPr>
          <p:cNvPr id="36869" name="Picture 7">
            <a:extLst>
              <a:ext uri="{FF2B5EF4-FFF2-40B4-BE49-F238E27FC236}">
                <a16:creationId xmlns:a16="http://schemas.microsoft.com/office/drawing/2014/main" id="{C4D32387-BFFA-B52A-391C-72B43C5F74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349626"/>
            <a:ext cx="4572000" cy="22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9410F02B-CF9C-73A1-F6D2-C4F9FDED50B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8D2C8E16-A23B-46C5-8540-946505EBE1C6}" type="slidenum">
              <a:rPr lang="en-US" altLang="en-US" sz="800"/>
              <a:pPr>
                <a:lnSpc>
                  <a:spcPct val="100000"/>
                </a:lnSpc>
                <a:spcBef>
                  <a:spcPct val="0"/>
                </a:spcBef>
                <a:buClr>
                  <a:srgbClr val="F68933"/>
                </a:buClr>
                <a:buFontTx/>
                <a:buNone/>
              </a:pPr>
              <a:t>27</a:t>
            </a:fld>
            <a:endParaRPr lang="en-US" altLang="en-US" sz="800"/>
          </a:p>
        </p:txBody>
      </p:sp>
      <p:graphicFrame>
        <p:nvGraphicFramePr>
          <p:cNvPr id="37891" name="Object 4">
            <a:extLst>
              <a:ext uri="{FF2B5EF4-FFF2-40B4-BE49-F238E27FC236}">
                <a16:creationId xmlns:a16="http://schemas.microsoft.com/office/drawing/2014/main" id="{B954AC87-F07D-1C32-2750-41037060D7D6}"/>
              </a:ext>
            </a:extLst>
          </p:cNvPr>
          <p:cNvGraphicFramePr>
            <a:graphicFrameLocks noChangeAspect="1"/>
          </p:cNvGraphicFramePr>
          <p:nvPr/>
        </p:nvGraphicFramePr>
        <p:xfrm>
          <a:off x="2673350" y="614364"/>
          <a:ext cx="6324600" cy="5629275"/>
        </p:xfrm>
        <a:graphic>
          <a:graphicData uri="http://schemas.openxmlformats.org/presentationml/2006/ole">
            <mc:AlternateContent xmlns:mc="http://schemas.openxmlformats.org/markup-compatibility/2006">
              <mc:Choice xmlns:v="urn:schemas-microsoft-com:vml" Requires="v">
                <p:oleObj name="Document" r:id="rId2" imgW="4953000" imgH="4407408" progId="Word.Document.8">
                  <p:embed/>
                </p:oleObj>
              </mc:Choice>
              <mc:Fallback>
                <p:oleObj name="Document" r:id="rId2" imgW="4953000" imgH="4407408" progId="Word.Document.8">
                  <p:embed/>
                  <p:pic>
                    <p:nvPicPr>
                      <p:cNvPr id="37891" name="Object 4">
                        <a:extLst>
                          <a:ext uri="{FF2B5EF4-FFF2-40B4-BE49-F238E27FC236}">
                            <a16:creationId xmlns:a16="http://schemas.microsoft.com/office/drawing/2014/main" id="{B954AC87-F07D-1C32-2750-41037060D7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3350" y="614364"/>
                        <a:ext cx="6324600" cy="562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E045B2D4-807C-49DB-6541-84264749FBC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80BC0F4-44CA-44F5-A893-1D26A4C22152}" type="slidenum">
              <a:rPr lang="en-US" altLang="en-US" sz="800"/>
              <a:pPr>
                <a:lnSpc>
                  <a:spcPct val="100000"/>
                </a:lnSpc>
                <a:spcBef>
                  <a:spcPct val="0"/>
                </a:spcBef>
                <a:buClr>
                  <a:srgbClr val="F68933"/>
                </a:buClr>
                <a:buFontTx/>
                <a:buNone/>
              </a:pPr>
              <a:t>28</a:t>
            </a:fld>
            <a:endParaRPr lang="en-US" altLang="en-US" sz="800"/>
          </a:p>
        </p:txBody>
      </p:sp>
      <p:sp>
        <p:nvSpPr>
          <p:cNvPr id="38915" name="Rectangle 2">
            <a:extLst>
              <a:ext uri="{FF2B5EF4-FFF2-40B4-BE49-F238E27FC236}">
                <a16:creationId xmlns:a16="http://schemas.microsoft.com/office/drawing/2014/main" id="{C8B3C101-2DAC-7158-8AF9-B6291C094C29}"/>
              </a:ext>
            </a:extLst>
          </p:cNvPr>
          <p:cNvSpPr>
            <a:spLocks noGrp="1" noChangeArrowheads="1"/>
          </p:cNvSpPr>
          <p:nvPr>
            <p:ph type="title"/>
          </p:nvPr>
        </p:nvSpPr>
        <p:spPr>
          <a:xfrm>
            <a:off x="1893889" y="220663"/>
            <a:ext cx="8402637" cy="1143000"/>
          </a:xfrm>
        </p:spPr>
        <p:txBody>
          <a:bodyPr/>
          <a:lstStyle/>
          <a:p>
            <a:pPr eaLnBrk="1" hangingPunct="1"/>
            <a:r>
              <a:rPr lang="en-US" altLang="en-US"/>
              <a:t>Plasma etching chemistries</a:t>
            </a:r>
          </a:p>
        </p:txBody>
      </p:sp>
      <p:sp>
        <p:nvSpPr>
          <p:cNvPr id="38916" name="Rectangle 3">
            <a:extLst>
              <a:ext uri="{FF2B5EF4-FFF2-40B4-BE49-F238E27FC236}">
                <a16:creationId xmlns:a16="http://schemas.microsoft.com/office/drawing/2014/main" id="{317F3A01-80E7-3F6B-9D8B-4D6D4E8C0ADE}"/>
              </a:ext>
            </a:extLst>
          </p:cNvPr>
          <p:cNvSpPr>
            <a:spLocks noGrp="1" noChangeArrowheads="1"/>
          </p:cNvSpPr>
          <p:nvPr>
            <p:ph type="body" idx="1"/>
          </p:nvPr>
        </p:nvSpPr>
        <p:spPr>
          <a:xfrm>
            <a:off x="1893889" y="1371600"/>
            <a:ext cx="8402637" cy="4114800"/>
          </a:xfrm>
        </p:spPr>
        <p:txBody>
          <a:bodyPr/>
          <a:lstStyle/>
          <a:p>
            <a:pPr eaLnBrk="1" hangingPunct="1"/>
            <a:r>
              <a:rPr lang="en-GB" altLang="en-US"/>
              <a:t>Silicon oxide</a:t>
            </a:r>
            <a:endParaRPr lang="en-US" altLang="en-US"/>
          </a:p>
        </p:txBody>
      </p:sp>
      <p:sp>
        <p:nvSpPr>
          <p:cNvPr id="38917" name="Text Box 4">
            <a:extLst>
              <a:ext uri="{FF2B5EF4-FFF2-40B4-BE49-F238E27FC236}">
                <a16:creationId xmlns:a16="http://schemas.microsoft.com/office/drawing/2014/main" id="{517C7332-D29E-595B-92A9-2CA6B8170C93}"/>
              </a:ext>
            </a:extLst>
          </p:cNvPr>
          <p:cNvSpPr txBox="1">
            <a:spLocks noChangeArrowheads="1"/>
          </p:cNvSpPr>
          <p:nvPr/>
        </p:nvSpPr>
        <p:spPr bwMode="auto">
          <a:xfrm>
            <a:off x="2308225" y="2106613"/>
            <a:ext cx="77231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Fluorine based chemistries are used; F radicals are very reactive</a:t>
            </a:r>
            <a:endParaRPr lang="en-US" altLang="en-US" sz="2000"/>
          </a:p>
        </p:txBody>
      </p:sp>
      <p:graphicFrame>
        <p:nvGraphicFramePr>
          <p:cNvPr id="38918" name="Object 5">
            <a:extLst>
              <a:ext uri="{FF2B5EF4-FFF2-40B4-BE49-F238E27FC236}">
                <a16:creationId xmlns:a16="http://schemas.microsoft.com/office/drawing/2014/main" id="{1ACE614A-E28F-7D9C-27C3-08A7798B4421}"/>
              </a:ext>
            </a:extLst>
          </p:cNvPr>
          <p:cNvGraphicFramePr>
            <a:graphicFrameLocks noChangeAspect="1"/>
          </p:cNvGraphicFramePr>
          <p:nvPr/>
        </p:nvGraphicFramePr>
        <p:xfrm>
          <a:off x="4465639" y="2693989"/>
          <a:ext cx="3259137" cy="523875"/>
        </p:xfrm>
        <a:graphic>
          <a:graphicData uri="http://schemas.openxmlformats.org/presentationml/2006/ole">
            <mc:AlternateContent xmlns:mc="http://schemas.openxmlformats.org/markup-compatibility/2006">
              <mc:Choice xmlns:v="urn:schemas-microsoft-com:vml" Requires="v">
                <p:oleObj name="Equation" r:id="rId2" imgW="1422400" imgH="228600" progId="Equation.DSMT4">
                  <p:embed/>
                </p:oleObj>
              </mc:Choice>
              <mc:Fallback>
                <p:oleObj name="Equation" r:id="rId2" imgW="1422400" imgH="228600" progId="Equation.DSMT4">
                  <p:embed/>
                  <p:pic>
                    <p:nvPicPr>
                      <p:cNvPr id="38918" name="Object 5">
                        <a:extLst>
                          <a:ext uri="{FF2B5EF4-FFF2-40B4-BE49-F238E27FC236}">
                            <a16:creationId xmlns:a16="http://schemas.microsoft.com/office/drawing/2014/main" id="{1ACE614A-E28F-7D9C-27C3-08A7798B4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5639" y="2693989"/>
                        <a:ext cx="325913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9" name="Text Box 6">
            <a:extLst>
              <a:ext uri="{FF2B5EF4-FFF2-40B4-BE49-F238E27FC236}">
                <a16:creationId xmlns:a16="http://schemas.microsoft.com/office/drawing/2014/main" id="{8671AACA-451F-31C4-9039-A88B835D6BE9}"/>
              </a:ext>
            </a:extLst>
          </p:cNvPr>
          <p:cNvSpPr txBox="1">
            <a:spLocks noChangeArrowheads="1"/>
          </p:cNvSpPr>
          <p:nvPr/>
        </p:nvSpPr>
        <p:spPr bwMode="auto">
          <a:xfrm>
            <a:off x="2095501" y="3429001"/>
            <a:ext cx="7788275"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Gases like NF</a:t>
            </a:r>
            <a:r>
              <a:rPr lang="en-GB" altLang="en-US" sz="2000" baseline="-25000"/>
              <a:t>3</a:t>
            </a:r>
            <a:r>
              <a:rPr lang="en-GB" altLang="en-US" sz="2000"/>
              <a:t>,SF</a:t>
            </a:r>
            <a:r>
              <a:rPr lang="en-GB" altLang="en-US" sz="2000" baseline="-25000"/>
              <a:t>6</a:t>
            </a:r>
            <a:r>
              <a:rPr lang="en-GB" altLang="en-US" sz="2000"/>
              <a:t>,CF</a:t>
            </a:r>
            <a:r>
              <a:rPr lang="en-GB" altLang="en-US" sz="2000" baseline="-25000"/>
              <a:t>4</a:t>
            </a:r>
            <a:r>
              <a:rPr lang="en-GB" altLang="en-US" sz="2000"/>
              <a:t> result in very isotropic etching, silicon selectivity is also poor.</a:t>
            </a:r>
          </a:p>
          <a:p>
            <a:pPr eaLnBrk="1" hangingPunct="1">
              <a:spcBef>
                <a:spcPct val="50000"/>
              </a:spcBef>
              <a:buFont typeface="Times" panose="02020603050405020304" pitchFamily="18" charset="0"/>
              <a:buNone/>
            </a:pPr>
            <a:r>
              <a:rPr lang="en-GB" altLang="en-US" sz="2000"/>
              <a:t>Adding O</a:t>
            </a:r>
            <a:r>
              <a:rPr lang="en-GB" altLang="en-US" sz="2000" baseline="-25000"/>
              <a:t>2</a:t>
            </a:r>
            <a:r>
              <a:rPr lang="en-GB" altLang="en-US" sz="2000"/>
              <a:t> to CF</a:t>
            </a:r>
            <a:r>
              <a:rPr lang="en-GB" altLang="en-US" sz="2000" baseline="-25000"/>
              <a:t>4</a:t>
            </a:r>
            <a:r>
              <a:rPr lang="en-GB" altLang="en-US" sz="2000"/>
              <a:t> increases the density of F radicals ( reducing recombination of C and F).</a:t>
            </a:r>
          </a:p>
          <a:p>
            <a:pPr eaLnBrk="1" hangingPunct="1">
              <a:spcBef>
                <a:spcPct val="50000"/>
              </a:spcBef>
              <a:buFont typeface="Times" panose="02020603050405020304" pitchFamily="18" charset="0"/>
              <a:buNone/>
            </a:pPr>
            <a:r>
              <a:rPr lang="en-GB" altLang="en-US" sz="2000"/>
              <a:t>Fluorine-poor chemistries like CHF</a:t>
            </a:r>
            <a:r>
              <a:rPr lang="en-GB" altLang="en-US" sz="2000" baseline="-25000"/>
              <a:t>3</a:t>
            </a:r>
            <a:r>
              <a:rPr lang="en-GB" altLang="en-US" sz="2000"/>
              <a:t>, C</a:t>
            </a:r>
            <a:r>
              <a:rPr lang="en-GB" altLang="en-US" sz="2000" baseline="-25000"/>
              <a:t>3</a:t>
            </a:r>
            <a:r>
              <a:rPr lang="en-GB" altLang="en-US" sz="2000"/>
              <a:t>F</a:t>
            </a:r>
            <a:r>
              <a:rPr lang="en-GB" altLang="en-US" sz="2000" baseline="-25000"/>
              <a:t>8</a:t>
            </a:r>
            <a:r>
              <a:rPr lang="en-GB" altLang="en-US" sz="2000"/>
              <a:t> or C</a:t>
            </a:r>
            <a:r>
              <a:rPr lang="en-GB" altLang="en-US" sz="2000" baseline="-25000"/>
              <a:t>2</a:t>
            </a:r>
            <a:r>
              <a:rPr lang="en-GB" altLang="en-US" sz="2000"/>
              <a:t>F</a:t>
            </a:r>
            <a:r>
              <a:rPr lang="en-GB" altLang="en-US" sz="2000" baseline="-25000"/>
              <a:t>6</a:t>
            </a:r>
            <a:r>
              <a:rPr lang="en-GB" altLang="en-US" sz="2000"/>
              <a:t> can be used to reduce isotropy . Increasing C/F ratio also increases polymer deposition and profile control</a:t>
            </a:r>
          </a:p>
          <a:p>
            <a:pPr eaLnBrk="1" hangingPunct="1">
              <a:spcBef>
                <a:spcPct val="50000"/>
              </a:spcBef>
              <a:buFont typeface="Times" panose="02020603050405020304" pitchFamily="18" charset="0"/>
              <a:buNone/>
            </a:pPr>
            <a:endParaRPr lang="en-US" altLang="en-US"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a:extLst>
              <a:ext uri="{FF2B5EF4-FFF2-40B4-BE49-F238E27FC236}">
                <a16:creationId xmlns:a16="http://schemas.microsoft.com/office/drawing/2014/main" id="{EB74FD97-86DA-1EA3-97B5-2FCE6D75110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AF63F1C3-0BD6-4311-AAAE-1C758A4B2993}" type="slidenum">
              <a:rPr lang="en-US" altLang="en-US" sz="800"/>
              <a:pPr>
                <a:lnSpc>
                  <a:spcPct val="100000"/>
                </a:lnSpc>
                <a:spcBef>
                  <a:spcPct val="0"/>
                </a:spcBef>
                <a:buClr>
                  <a:srgbClr val="F68933"/>
                </a:buClr>
                <a:buFontTx/>
                <a:buNone/>
              </a:pPr>
              <a:t>29</a:t>
            </a:fld>
            <a:endParaRPr lang="en-US" altLang="en-US" sz="800"/>
          </a:p>
        </p:txBody>
      </p:sp>
      <p:sp>
        <p:nvSpPr>
          <p:cNvPr id="39939" name="Rectangle 2">
            <a:extLst>
              <a:ext uri="{FF2B5EF4-FFF2-40B4-BE49-F238E27FC236}">
                <a16:creationId xmlns:a16="http://schemas.microsoft.com/office/drawing/2014/main" id="{B411C603-F77E-224F-EE10-4051643D88A2}"/>
              </a:ext>
            </a:extLst>
          </p:cNvPr>
          <p:cNvSpPr>
            <a:spLocks noGrp="1" noChangeArrowheads="1"/>
          </p:cNvSpPr>
          <p:nvPr>
            <p:ph type="title"/>
          </p:nvPr>
        </p:nvSpPr>
        <p:spPr/>
        <p:txBody>
          <a:bodyPr/>
          <a:lstStyle/>
          <a:p>
            <a:pPr eaLnBrk="1" hangingPunct="1"/>
            <a:r>
              <a:rPr lang="en-US" altLang="en-US"/>
              <a:t>Plasma etching chemistries</a:t>
            </a:r>
          </a:p>
        </p:txBody>
      </p:sp>
      <p:sp>
        <p:nvSpPr>
          <p:cNvPr id="39940" name="Rectangle 3">
            <a:extLst>
              <a:ext uri="{FF2B5EF4-FFF2-40B4-BE49-F238E27FC236}">
                <a16:creationId xmlns:a16="http://schemas.microsoft.com/office/drawing/2014/main" id="{6A01FABD-49AF-0AAF-9D13-32695F707E20}"/>
              </a:ext>
            </a:extLst>
          </p:cNvPr>
          <p:cNvSpPr>
            <a:spLocks noGrp="1" noChangeArrowheads="1"/>
          </p:cNvSpPr>
          <p:nvPr>
            <p:ph type="body" idx="1"/>
          </p:nvPr>
        </p:nvSpPr>
        <p:spPr/>
        <p:txBody>
          <a:bodyPr/>
          <a:lstStyle/>
          <a:p>
            <a:pPr eaLnBrk="1" hangingPunct="1"/>
            <a:r>
              <a:rPr lang="en-GB" altLang="en-US"/>
              <a:t>Silicon and poly-silicon</a:t>
            </a:r>
          </a:p>
          <a:p>
            <a:pPr eaLnBrk="1" hangingPunct="1">
              <a:buFont typeface="Times" panose="02020603050405020304" pitchFamily="18" charset="0"/>
              <a:buNone/>
            </a:pPr>
            <a:r>
              <a:rPr lang="en-GB" altLang="en-US" sz="2000"/>
              <a:t>Due to SiF4 volatility, F-based chemistries can be used to etch Si as well.</a:t>
            </a:r>
          </a:p>
          <a:p>
            <a:pPr eaLnBrk="1" hangingPunct="1">
              <a:buFont typeface="Times" panose="02020603050405020304" pitchFamily="18" charset="0"/>
              <a:buNone/>
            </a:pPr>
            <a:r>
              <a:rPr lang="en-GB" altLang="en-US" sz="2000"/>
              <a:t>Problems:</a:t>
            </a:r>
          </a:p>
          <a:p>
            <a:pPr eaLnBrk="1" hangingPunct="1"/>
            <a:r>
              <a:rPr lang="en-GB" altLang="en-US" sz="2000"/>
              <a:t>SiO2 selectivity </a:t>
            </a:r>
          </a:p>
          <a:p>
            <a:pPr eaLnBrk="1" hangingPunct="1"/>
            <a:r>
              <a:rPr lang="en-GB" altLang="en-US" sz="2000"/>
              <a:t>Anisotropy</a:t>
            </a:r>
            <a:endParaRPr lang="en-US" altLang="en-US" sz="2000"/>
          </a:p>
        </p:txBody>
      </p:sp>
      <p:sp>
        <p:nvSpPr>
          <p:cNvPr id="39941" name="Text Box 4">
            <a:extLst>
              <a:ext uri="{FF2B5EF4-FFF2-40B4-BE49-F238E27FC236}">
                <a16:creationId xmlns:a16="http://schemas.microsoft.com/office/drawing/2014/main" id="{619C0F3A-CB35-9E8A-82F1-ACF06D3AB4F3}"/>
              </a:ext>
            </a:extLst>
          </p:cNvPr>
          <p:cNvSpPr txBox="1">
            <a:spLocks noChangeArrowheads="1"/>
          </p:cNvSpPr>
          <p:nvPr/>
        </p:nvSpPr>
        <p:spPr bwMode="auto">
          <a:xfrm>
            <a:off x="1981200" y="3992563"/>
            <a:ext cx="8034338"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Adding O</a:t>
            </a:r>
            <a:r>
              <a:rPr lang="en-GB" altLang="en-US" sz="2000" baseline="-25000"/>
              <a:t>2</a:t>
            </a:r>
            <a:r>
              <a:rPr lang="en-GB" altLang="en-US" sz="2000"/>
              <a:t> to CF</a:t>
            </a:r>
            <a:r>
              <a:rPr lang="en-GB" altLang="en-US" sz="2000" baseline="-25000"/>
              <a:t>4</a:t>
            </a:r>
            <a:r>
              <a:rPr lang="en-GB" altLang="en-US" sz="2000"/>
              <a:t> can increase oxide selectivity ( Si etch is enhanced much more than SiO</a:t>
            </a:r>
            <a:r>
              <a:rPr lang="en-GB" altLang="en-US" sz="2000" baseline="-25000"/>
              <a:t>2</a:t>
            </a:r>
            <a:r>
              <a:rPr lang="en-GB" altLang="en-US" sz="2000"/>
              <a:t> etch)</a:t>
            </a:r>
          </a:p>
          <a:p>
            <a:pPr eaLnBrk="1" hangingPunct="1">
              <a:spcBef>
                <a:spcPct val="50000"/>
              </a:spcBef>
              <a:buFont typeface="Times" panose="02020603050405020304" pitchFamily="18" charset="0"/>
              <a:buNone/>
            </a:pPr>
            <a:r>
              <a:rPr lang="en-GB" altLang="en-US" sz="2000"/>
              <a:t>Halogen gases are used to increase both selectivity and anisotropy (less chemical component)</a:t>
            </a:r>
          </a:p>
          <a:p>
            <a:pPr eaLnBrk="1" hangingPunct="1">
              <a:spcBef>
                <a:spcPct val="50000"/>
              </a:spcBef>
              <a:buFont typeface="Times" panose="02020603050405020304" pitchFamily="18" charset="0"/>
              <a:buNone/>
            </a:pPr>
            <a:r>
              <a:rPr lang="en-GB" altLang="en-US" sz="2000"/>
              <a:t>Cl</a:t>
            </a:r>
            <a:r>
              <a:rPr lang="en-GB" altLang="en-US" sz="2000" baseline="-25000"/>
              <a:t>2</a:t>
            </a:r>
            <a:r>
              <a:rPr lang="en-GB" altLang="en-US" sz="2000"/>
              <a:t> and HBr are the most commonly used gases. Adding O</a:t>
            </a:r>
            <a:r>
              <a:rPr lang="en-GB" altLang="en-US" sz="2000" baseline="-25000"/>
              <a:t>2</a:t>
            </a:r>
            <a:r>
              <a:rPr lang="en-GB" altLang="en-US" sz="2000"/>
              <a:t> can activate inhibitor deposition, allowing profile control </a:t>
            </a:r>
            <a:endParaRPr lang="en-US" alt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BA23734B-DEEB-209B-02CD-DE7AB6832E5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54B052E-6A64-4381-80C3-4EA950962725}" type="slidenum">
              <a:rPr lang="en-US" altLang="en-US" sz="800"/>
              <a:pPr>
                <a:lnSpc>
                  <a:spcPct val="100000"/>
                </a:lnSpc>
                <a:spcBef>
                  <a:spcPct val="0"/>
                </a:spcBef>
                <a:buClr>
                  <a:srgbClr val="F68933"/>
                </a:buClr>
                <a:buFontTx/>
                <a:buNone/>
              </a:pPr>
              <a:t>30</a:t>
            </a:fld>
            <a:endParaRPr lang="en-US" altLang="en-US" sz="800"/>
          </a:p>
        </p:txBody>
      </p:sp>
      <p:sp>
        <p:nvSpPr>
          <p:cNvPr id="40963" name="Rectangle 2">
            <a:extLst>
              <a:ext uri="{FF2B5EF4-FFF2-40B4-BE49-F238E27FC236}">
                <a16:creationId xmlns:a16="http://schemas.microsoft.com/office/drawing/2014/main" id="{A54A3050-13F4-5B1A-FF90-3D78FA0F83A1}"/>
              </a:ext>
            </a:extLst>
          </p:cNvPr>
          <p:cNvSpPr>
            <a:spLocks noGrp="1" noChangeArrowheads="1"/>
          </p:cNvSpPr>
          <p:nvPr>
            <p:ph type="title"/>
          </p:nvPr>
        </p:nvSpPr>
        <p:spPr/>
        <p:txBody>
          <a:bodyPr/>
          <a:lstStyle/>
          <a:p>
            <a:pPr eaLnBrk="1" hangingPunct="1"/>
            <a:r>
              <a:rPr lang="en-US" altLang="en-US"/>
              <a:t>Plasma etching chemistries</a:t>
            </a:r>
          </a:p>
        </p:txBody>
      </p:sp>
      <p:sp>
        <p:nvSpPr>
          <p:cNvPr id="40964" name="Rectangle 3">
            <a:extLst>
              <a:ext uri="{FF2B5EF4-FFF2-40B4-BE49-F238E27FC236}">
                <a16:creationId xmlns:a16="http://schemas.microsoft.com/office/drawing/2014/main" id="{8B9F8263-ECA8-DFA9-48BB-F912705EE703}"/>
              </a:ext>
            </a:extLst>
          </p:cNvPr>
          <p:cNvSpPr>
            <a:spLocks noGrp="1" noChangeArrowheads="1"/>
          </p:cNvSpPr>
          <p:nvPr>
            <p:ph type="body" idx="1"/>
          </p:nvPr>
        </p:nvSpPr>
        <p:spPr/>
        <p:txBody>
          <a:bodyPr/>
          <a:lstStyle/>
          <a:p>
            <a:pPr eaLnBrk="1" hangingPunct="1"/>
            <a:r>
              <a:rPr lang="en-US" altLang="en-US"/>
              <a:t>Aluminum</a:t>
            </a:r>
          </a:p>
          <a:p>
            <a:pPr lvl="1" eaLnBrk="1" hangingPunct="1"/>
            <a:r>
              <a:rPr lang="en-GB" altLang="en-US"/>
              <a:t>Ion bombardment/sputtering to get rid of native Al</a:t>
            </a:r>
            <a:r>
              <a:rPr lang="en-GB" altLang="en-US" baseline="-25000"/>
              <a:t>2</a:t>
            </a:r>
            <a:r>
              <a:rPr lang="en-GB" altLang="en-US"/>
              <a:t>O</a:t>
            </a:r>
            <a:r>
              <a:rPr lang="en-GB" altLang="en-US" baseline="-25000"/>
              <a:t>3</a:t>
            </a:r>
            <a:endParaRPr lang="en-GB" altLang="en-US"/>
          </a:p>
          <a:p>
            <a:pPr lvl="1" eaLnBrk="1" hangingPunct="1"/>
            <a:r>
              <a:rPr lang="en-GB" altLang="en-US"/>
              <a:t>Cl based chemistries to increase volatility of by-products </a:t>
            </a:r>
          </a:p>
          <a:p>
            <a:pPr lvl="1" eaLnBrk="1" hangingPunct="1"/>
            <a:r>
              <a:rPr lang="en-GB" altLang="en-US"/>
              <a:t>Strong inhibitor usage to avoid lateral erosion</a:t>
            </a:r>
          </a:p>
          <a:p>
            <a:pPr lvl="1" eaLnBrk="1" hangingPunct="1"/>
            <a:r>
              <a:rPr lang="en-GB" altLang="en-US"/>
              <a:t>Higher temperatures to allow for evaporation of Cu based by-products.</a:t>
            </a:r>
          </a:p>
          <a:p>
            <a:pPr lvl="1" eaLnBrk="1" hangingPunct="1"/>
            <a:r>
              <a:rPr lang="en-GB" altLang="en-US"/>
              <a:t>Post etch treatments needed to avoid Cl reacting with atmosphere H</a:t>
            </a:r>
            <a:r>
              <a:rPr lang="en-GB" altLang="en-US" baseline="-25000"/>
              <a:t>2</a:t>
            </a:r>
            <a:r>
              <a:rPr lang="en-GB" altLang="en-US"/>
              <a:t>O </a:t>
            </a:r>
            <a:r>
              <a:rPr lang="en-GB" altLang="en-US">
                <a:sym typeface="Wingdings" panose="05000000000000000000" pitchFamily="2" charset="2"/>
              </a:rPr>
              <a:t> HCl formation and Al corrosion,</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6EFDC1E0-77FF-0382-CBCF-107B6ABFE0C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02F519A-7FD8-49BA-A189-28D3E092A640}" type="slidenum">
              <a:rPr lang="en-US" altLang="en-US" sz="800"/>
              <a:pPr>
                <a:lnSpc>
                  <a:spcPct val="100000"/>
                </a:lnSpc>
                <a:spcBef>
                  <a:spcPct val="0"/>
                </a:spcBef>
                <a:buClr>
                  <a:srgbClr val="F68933"/>
                </a:buClr>
                <a:buFontTx/>
                <a:buNone/>
              </a:pPr>
              <a:t>31</a:t>
            </a:fld>
            <a:endParaRPr lang="en-US" altLang="en-US" sz="800"/>
          </a:p>
        </p:txBody>
      </p:sp>
      <p:sp>
        <p:nvSpPr>
          <p:cNvPr id="41987" name="Rectangle 2">
            <a:extLst>
              <a:ext uri="{FF2B5EF4-FFF2-40B4-BE49-F238E27FC236}">
                <a16:creationId xmlns:a16="http://schemas.microsoft.com/office/drawing/2014/main" id="{BCBE5053-DB91-AEBD-64B1-4C6DA576C1DB}"/>
              </a:ext>
            </a:extLst>
          </p:cNvPr>
          <p:cNvSpPr>
            <a:spLocks noGrp="1" noChangeArrowheads="1"/>
          </p:cNvSpPr>
          <p:nvPr>
            <p:ph type="title"/>
          </p:nvPr>
        </p:nvSpPr>
        <p:spPr/>
        <p:txBody>
          <a:bodyPr/>
          <a:lstStyle/>
          <a:p>
            <a:pPr eaLnBrk="1" hangingPunct="1"/>
            <a:r>
              <a:rPr lang="en-US" altLang="en-US"/>
              <a:t>Etching models</a:t>
            </a:r>
          </a:p>
        </p:txBody>
      </p:sp>
      <p:sp>
        <p:nvSpPr>
          <p:cNvPr id="41988" name="Rectangle 3">
            <a:extLst>
              <a:ext uri="{FF2B5EF4-FFF2-40B4-BE49-F238E27FC236}">
                <a16:creationId xmlns:a16="http://schemas.microsoft.com/office/drawing/2014/main" id="{8E525F2F-9185-943B-B8A7-6100F4AF42D1}"/>
              </a:ext>
            </a:extLst>
          </p:cNvPr>
          <p:cNvSpPr>
            <a:spLocks noGrp="1" noChangeArrowheads="1"/>
          </p:cNvSpPr>
          <p:nvPr>
            <p:ph type="body" idx="1"/>
          </p:nvPr>
        </p:nvSpPr>
        <p:spPr>
          <a:xfrm>
            <a:off x="1893889" y="1371600"/>
            <a:ext cx="8402637" cy="4114800"/>
          </a:xfrm>
        </p:spPr>
        <p:txBody>
          <a:bodyPr/>
          <a:lstStyle/>
          <a:p>
            <a:pPr eaLnBrk="1" hangingPunct="1"/>
            <a:r>
              <a:rPr lang="en-US" altLang="en-US" sz="2000" b="1"/>
              <a:t>Simple empirical models have to be derived for dry etching, since most of basic mechanisms are still not understood.</a:t>
            </a:r>
          </a:p>
        </p:txBody>
      </p:sp>
      <p:sp>
        <p:nvSpPr>
          <p:cNvPr id="41989" name="Text Box 4">
            <a:extLst>
              <a:ext uri="{FF2B5EF4-FFF2-40B4-BE49-F238E27FC236}">
                <a16:creationId xmlns:a16="http://schemas.microsoft.com/office/drawing/2014/main" id="{9EC9161B-543F-0EA3-8762-8D30E0950E9C}"/>
              </a:ext>
            </a:extLst>
          </p:cNvPr>
          <p:cNvSpPr txBox="1">
            <a:spLocks noChangeArrowheads="1"/>
          </p:cNvSpPr>
          <p:nvPr/>
        </p:nvSpPr>
        <p:spPr bwMode="auto">
          <a:xfrm>
            <a:off x="2324100" y="2122488"/>
            <a:ext cx="6580188"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As usual, we should model the arrival angle distribution for each point of the wafer.</a:t>
            </a:r>
            <a:endParaRPr lang="en-US" altLang="en-US" sz="2000"/>
          </a:p>
        </p:txBody>
      </p:sp>
      <p:graphicFrame>
        <p:nvGraphicFramePr>
          <p:cNvPr id="41990" name="Object 5">
            <a:extLst>
              <a:ext uri="{FF2B5EF4-FFF2-40B4-BE49-F238E27FC236}">
                <a16:creationId xmlns:a16="http://schemas.microsoft.com/office/drawing/2014/main" id="{D6A0FA00-FB18-3C9D-917F-7541A7B6AED4}"/>
              </a:ext>
            </a:extLst>
          </p:cNvPr>
          <p:cNvGraphicFramePr>
            <a:graphicFrameLocks noChangeAspect="1"/>
          </p:cNvGraphicFramePr>
          <p:nvPr/>
        </p:nvGraphicFramePr>
        <p:xfrm>
          <a:off x="4005263" y="2743200"/>
          <a:ext cx="2316162" cy="490538"/>
        </p:xfrm>
        <a:graphic>
          <a:graphicData uri="http://schemas.openxmlformats.org/presentationml/2006/ole">
            <mc:AlternateContent xmlns:mc="http://schemas.openxmlformats.org/markup-compatibility/2006">
              <mc:Choice xmlns:v="urn:schemas-microsoft-com:vml" Requires="v">
                <p:oleObj name="Equation" r:id="rId2" imgW="1079500" imgH="228600" progId="Equation.DSMT4">
                  <p:embed/>
                </p:oleObj>
              </mc:Choice>
              <mc:Fallback>
                <p:oleObj name="Equation" r:id="rId2" imgW="1079500" imgH="228600" progId="Equation.DSMT4">
                  <p:embed/>
                  <p:pic>
                    <p:nvPicPr>
                      <p:cNvPr id="41990" name="Object 5">
                        <a:extLst>
                          <a:ext uri="{FF2B5EF4-FFF2-40B4-BE49-F238E27FC236}">
                            <a16:creationId xmlns:a16="http://schemas.microsoft.com/office/drawing/2014/main" id="{D6A0FA00-FB18-3C9D-917F-7541A7B6AE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5263" y="2743200"/>
                        <a:ext cx="2316162"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1" name="Text Box 6">
            <a:extLst>
              <a:ext uri="{FF2B5EF4-FFF2-40B4-BE49-F238E27FC236}">
                <a16:creationId xmlns:a16="http://schemas.microsoft.com/office/drawing/2014/main" id="{516E6C21-9C38-7039-48DD-79845D7BDD6F}"/>
              </a:ext>
            </a:extLst>
          </p:cNvPr>
          <p:cNvSpPr txBox="1">
            <a:spLocks noChangeArrowheads="1"/>
          </p:cNvSpPr>
          <p:nvPr/>
        </p:nvSpPr>
        <p:spPr bwMode="auto">
          <a:xfrm>
            <a:off x="1955801" y="3429000"/>
            <a:ext cx="78533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n=1 for neutral chemical species, n=10 to 80 for ions</a:t>
            </a:r>
            <a:endParaRPr lang="en-US" altLang="en-US" sz="2000"/>
          </a:p>
        </p:txBody>
      </p:sp>
      <p:graphicFrame>
        <p:nvGraphicFramePr>
          <p:cNvPr id="41992" name="Object 7">
            <a:extLst>
              <a:ext uri="{FF2B5EF4-FFF2-40B4-BE49-F238E27FC236}">
                <a16:creationId xmlns:a16="http://schemas.microsoft.com/office/drawing/2014/main" id="{A86CD8BC-6D9B-2321-558B-10DDCB3607C0}"/>
              </a:ext>
            </a:extLst>
          </p:cNvPr>
          <p:cNvGraphicFramePr>
            <a:graphicFrameLocks noChangeAspect="1"/>
          </p:cNvGraphicFramePr>
          <p:nvPr/>
        </p:nvGraphicFramePr>
        <p:xfrm>
          <a:off x="1524000" y="4021139"/>
          <a:ext cx="4191000" cy="2566987"/>
        </p:xfrm>
        <a:graphic>
          <a:graphicData uri="http://schemas.openxmlformats.org/presentationml/2006/ole">
            <mc:AlternateContent xmlns:mc="http://schemas.openxmlformats.org/markup-compatibility/2006">
              <mc:Choice xmlns:v="urn:schemas-microsoft-com:vml" Requires="v">
                <p:oleObj name="Document" r:id="rId4" imgW="4191000" imgH="2566416" progId="Word.Document.8">
                  <p:embed/>
                </p:oleObj>
              </mc:Choice>
              <mc:Fallback>
                <p:oleObj name="Document" r:id="rId4" imgW="4191000" imgH="2566416" progId="Word.Document.8">
                  <p:embed/>
                  <p:pic>
                    <p:nvPicPr>
                      <p:cNvPr id="41992" name="Object 7">
                        <a:extLst>
                          <a:ext uri="{FF2B5EF4-FFF2-40B4-BE49-F238E27FC236}">
                            <a16:creationId xmlns:a16="http://schemas.microsoft.com/office/drawing/2014/main" id="{A86CD8BC-6D9B-2321-558B-10DDCB3607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021139"/>
                        <a:ext cx="4191000" cy="2566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3" name="Text Box 8">
            <a:extLst>
              <a:ext uri="{FF2B5EF4-FFF2-40B4-BE49-F238E27FC236}">
                <a16:creationId xmlns:a16="http://schemas.microsoft.com/office/drawing/2014/main" id="{C5CD88A5-EDC1-E1D7-694E-7A753E128433}"/>
              </a:ext>
            </a:extLst>
          </p:cNvPr>
          <p:cNvSpPr txBox="1">
            <a:spLocks noChangeArrowheads="1"/>
          </p:cNvSpPr>
          <p:nvPr/>
        </p:nvSpPr>
        <p:spPr bwMode="auto">
          <a:xfrm>
            <a:off x="6372225" y="4425950"/>
            <a:ext cx="385445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We will also use the sticking coefficient concept. With S</a:t>
            </a:r>
            <a:r>
              <a:rPr lang="en-GB" altLang="en-US" sz="2000" baseline="-25000"/>
              <a:t>c</a:t>
            </a:r>
            <a:r>
              <a:rPr lang="en-GB" altLang="en-US" sz="2000"/>
              <a:t>=1 for ionic species, and very low for neutral chemicals, that “bounce” around</a:t>
            </a:r>
            <a:endParaRPr lang="en-US" altLang="en-US"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F4ADB84C-3F9D-D53B-75CA-61718960701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8206DCE-C2FD-4503-82EB-7ED03C9DB0A3}" type="slidenum">
              <a:rPr lang="en-US" altLang="en-US" sz="800"/>
              <a:pPr>
                <a:lnSpc>
                  <a:spcPct val="100000"/>
                </a:lnSpc>
                <a:spcBef>
                  <a:spcPct val="0"/>
                </a:spcBef>
                <a:buClr>
                  <a:srgbClr val="F68933"/>
                </a:buClr>
                <a:buFontTx/>
                <a:buNone/>
              </a:pPr>
              <a:t>32</a:t>
            </a:fld>
            <a:endParaRPr lang="en-US" altLang="en-US" sz="800"/>
          </a:p>
        </p:txBody>
      </p:sp>
      <p:sp>
        <p:nvSpPr>
          <p:cNvPr id="43011" name="Rectangle 2">
            <a:extLst>
              <a:ext uri="{FF2B5EF4-FFF2-40B4-BE49-F238E27FC236}">
                <a16:creationId xmlns:a16="http://schemas.microsoft.com/office/drawing/2014/main" id="{76176B14-5E9A-3B5D-43AF-268E0BD22531}"/>
              </a:ext>
            </a:extLst>
          </p:cNvPr>
          <p:cNvSpPr>
            <a:spLocks noGrp="1" noChangeArrowheads="1"/>
          </p:cNvSpPr>
          <p:nvPr>
            <p:ph type="title"/>
          </p:nvPr>
        </p:nvSpPr>
        <p:spPr/>
        <p:txBody>
          <a:bodyPr/>
          <a:lstStyle/>
          <a:p>
            <a:pPr eaLnBrk="1" hangingPunct="1"/>
            <a:r>
              <a:rPr lang="en-US" altLang="en-US"/>
              <a:t>Etching models</a:t>
            </a:r>
          </a:p>
        </p:txBody>
      </p:sp>
      <p:sp>
        <p:nvSpPr>
          <p:cNvPr id="43012" name="Rectangle 3">
            <a:extLst>
              <a:ext uri="{FF2B5EF4-FFF2-40B4-BE49-F238E27FC236}">
                <a16:creationId xmlns:a16="http://schemas.microsoft.com/office/drawing/2014/main" id="{5EC36EB6-0D57-4178-D79A-8F668F30BCEE}"/>
              </a:ext>
            </a:extLst>
          </p:cNvPr>
          <p:cNvSpPr>
            <a:spLocks noGrp="1" noChangeArrowheads="1"/>
          </p:cNvSpPr>
          <p:nvPr>
            <p:ph type="body" idx="1"/>
          </p:nvPr>
        </p:nvSpPr>
        <p:spPr/>
        <p:txBody>
          <a:bodyPr/>
          <a:lstStyle/>
          <a:p>
            <a:pPr eaLnBrk="1" hangingPunct="1"/>
            <a:r>
              <a:rPr lang="en-US" altLang="en-US"/>
              <a:t>Simple linear model</a:t>
            </a:r>
          </a:p>
        </p:txBody>
      </p:sp>
      <p:sp>
        <p:nvSpPr>
          <p:cNvPr id="43013" name="Text Box 4">
            <a:extLst>
              <a:ext uri="{FF2B5EF4-FFF2-40B4-BE49-F238E27FC236}">
                <a16:creationId xmlns:a16="http://schemas.microsoft.com/office/drawing/2014/main" id="{FE230BBD-3458-317E-6998-82023A81EE7B}"/>
              </a:ext>
            </a:extLst>
          </p:cNvPr>
          <p:cNvSpPr txBox="1">
            <a:spLocks noChangeArrowheads="1"/>
          </p:cNvSpPr>
          <p:nvPr/>
        </p:nvSpPr>
        <p:spPr bwMode="auto">
          <a:xfrm>
            <a:off x="2259014" y="2449513"/>
            <a:ext cx="6727825"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The simplest way to proceed is to imagine that sputtering and chemical reaction act independently. We can thus write</a:t>
            </a:r>
            <a:endParaRPr lang="en-US" altLang="en-US" sz="2000"/>
          </a:p>
        </p:txBody>
      </p:sp>
      <p:graphicFrame>
        <p:nvGraphicFramePr>
          <p:cNvPr id="43014" name="Object 5">
            <a:extLst>
              <a:ext uri="{FF2B5EF4-FFF2-40B4-BE49-F238E27FC236}">
                <a16:creationId xmlns:a16="http://schemas.microsoft.com/office/drawing/2014/main" id="{CD24B2D3-E0F4-62EA-BC3A-65F78E0CA5F9}"/>
              </a:ext>
            </a:extLst>
          </p:cNvPr>
          <p:cNvGraphicFramePr>
            <a:graphicFrameLocks noChangeAspect="1"/>
          </p:cNvGraphicFramePr>
          <p:nvPr/>
        </p:nvGraphicFramePr>
        <p:xfrm>
          <a:off x="3924301" y="3429000"/>
          <a:ext cx="2951163" cy="744538"/>
        </p:xfrm>
        <a:graphic>
          <a:graphicData uri="http://schemas.openxmlformats.org/presentationml/2006/ole">
            <mc:AlternateContent xmlns:mc="http://schemas.openxmlformats.org/markup-compatibility/2006">
              <mc:Choice xmlns:v="urn:schemas-microsoft-com:vml" Requires="v">
                <p:oleObj name="Equation" r:id="rId2" imgW="1816100" imgH="457200" progId="Equation.DSMT4">
                  <p:embed/>
                </p:oleObj>
              </mc:Choice>
              <mc:Fallback>
                <p:oleObj name="Equation" r:id="rId2" imgW="1816100" imgH="457200" progId="Equation.DSMT4">
                  <p:embed/>
                  <p:pic>
                    <p:nvPicPr>
                      <p:cNvPr id="43014" name="Object 5">
                        <a:extLst>
                          <a:ext uri="{FF2B5EF4-FFF2-40B4-BE49-F238E27FC236}">
                            <a16:creationId xmlns:a16="http://schemas.microsoft.com/office/drawing/2014/main" id="{CD24B2D3-E0F4-62EA-BC3A-65F78E0CA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1" y="3429000"/>
                        <a:ext cx="2951163"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5" name="Text Box 6">
            <a:extLst>
              <a:ext uri="{FF2B5EF4-FFF2-40B4-BE49-F238E27FC236}">
                <a16:creationId xmlns:a16="http://schemas.microsoft.com/office/drawing/2014/main" id="{753642F1-18A2-9397-6A8A-0D7413E7858B}"/>
              </a:ext>
            </a:extLst>
          </p:cNvPr>
          <p:cNvSpPr txBox="1">
            <a:spLocks noChangeArrowheads="1"/>
          </p:cNvSpPr>
          <p:nvPr/>
        </p:nvSpPr>
        <p:spPr bwMode="auto">
          <a:xfrm>
            <a:off x="2259014" y="4359275"/>
            <a:ext cx="749458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K</a:t>
            </a:r>
            <a:r>
              <a:rPr lang="en-GB" altLang="en-US" sz="2000" baseline="-25000"/>
              <a:t>f</a:t>
            </a:r>
            <a:r>
              <a:rPr lang="en-GB" altLang="en-US" sz="2000"/>
              <a:t> is a reaction rate constant, K</a:t>
            </a:r>
            <a:r>
              <a:rPr lang="en-GB" altLang="en-US" sz="2000" baseline="-25000"/>
              <a:t>i</a:t>
            </a:r>
            <a:r>
              <a:rPr lang="en-GB" altLang="en-US" sz="2000"/>
              <a:t> is the effective sputtering yield, depending both on incident angle and ion energy.</a:t>
            </a:r>
          </a:p>
          <a:p>
            <a:pPr eaLnBrk="1" hangingPunct="1">
              <a:spcBef>
                <a:spcPct val="50000"/>
              </a:spcBef>
              <a:buFont typeface="Times" panose="02020603050405020304" pitchFamily="18" charset="0"/>
              <a:buNone/>
            </a:pPr>
            <a:r>
              <a:rPr lang="en-GB" altLang="en-US" sz="2000"/>
              <a:t>N is the density of the film to be etched.</a:t>
            </a:r>
          </a:p>
          <a:p>
            <a:pPr eaLnBrk="1" hangingPunct="1">
              <a:spcBef>
                <a:spcPct val="50000"/>
              </a:spcBef>
              <a:buFont typeface="Times" panose="02020603050405020304" pitchFamily="18" charset="0"/>
              <a:buNone/>
            </a:pPr>
            <a:r>
              <a:rPr lang="en-GB" altLang="en-US" sz="2000"/>
              <a:t>Micro-loading effects can be, for example, simulated</a:t>
            </a:r>
            <a:endParaRPr lang="en-US" altLang="en-US"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559A798F-949D-1898-FAE4-AB697074F9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DAC7B25-C692-4A22-8248-446C7C90DB53}" type="slidenum">
              <a:rPr lang="en-US" altLang="en-US" sz="800"/>
              <a:pPr>
                <a:lnSpc>
                  <a:spcPct val="100000"/>
                </a:lnSpc>
                <a:spcBef>
                  <a:spcPct val="0"/>
                </a:spcBef>
                <a:buClr>
                  <a:srgbClr val="F68933"/>
                </a:buClr>
                <a:buFontTx/>
                <a:buNone/>
              </a:pPr>
              <a:t>33</a:t>
            </a:fld>
            <a:endParaRPr lang="en-US" altLang="en-US" sz="800"/>
          </a:p>
        </p:txBody>
      </p:sp>
      <p:sp>
        <p:nvSpPr>
          <p:cNvPr id="44035" name="Rectangle 2">
            <a:extLst>
              <a:ext uri="{FF2B5EF4-FFF2-40B4-BE49-F238E27FC236}">
                <a16:creationId xmlns:a16="http://schemas.microsoft.com/office/drawing/2014/main" id="{91E68EB4-7AB0-E088-A933-DE341CC4EBD3}"/>
              </a:ext>
            </a:extLst>
          </p:cNvPr>
          <p:cNvSpPr>
            <a:spLocks noGrp="1" noChangeArrowheads="1"/>
          </p:cNvSpPr>
          <p:nvPr>
            <p:ph type="title"/>
          </p:nvPr>
        </p:nvSpPr>
        <p:spPr/>
        <p:txBody>
          <a:bodyPr/>
          <a:lstStyle/>
          <a:p>
            <a:pPr eaLnBrk="1" hangingPunct="1"/>
            <a:r>
              <a:rPr lang="en-US" altLang="en-US"/>
              <a:t>Etching models</a:t>
            </a:r>
          </a:p>
        </p:txBody>
      </p:sp>
      <p:sp>
        <p:nvSpPr>
          <p:cNvPr id="44036" name="Rectangle 3">
            <a:extLst>
              <a:ext uri="{FF2B5EF4-FFF2-40B4-BE49-F238E27FC236}">
                <a16:creationId xmlns:a16="http://schemas.microsoft.com/office/drawing/2014/main" id="{6C840536-FF4D-ECF4-B10A-6EA2267D9E42}"/>
              </a:ext>
            </a:extLst>
          </p:cNvPr>
          <p:cNvSpPr>
            <a:spLocks noGrp="1" noChangeArrowheads="1"/>
          </p:cNvSpPr>
          <p:nvPr>
            <p:ph type="body" idx="1"/>
          </p:nvPr>
        </p:nvSpPr>
        <p:spPr>
          <a:xfrm>
            <a:off x="1893889" y="1371600"/>
            <a:ext cx="8402637" cy="4114800"/>
          </a:xfrm>
        </p:spPr>
        <p:txBody>
          <a:bodyPr/>
          <a:lstStyle/>
          <a:p>
            <a:pPr eaLnBrk="1" hangingPunct="1"/>
            <a:r>
              <a:rPr lang="en-US" altLang="en-US"/>
              <a:t>Ion enhanced etching model:</a:t>
            </a:r>
          </a:p>
          <a:p>
            <a:pPr lvl="1" eaLnBrk="1" hangingPunct="1"/>
            <a:r>
              <a:rPr lang="en-GB" altLang="en-US" sz="1600"/>
              <a:t>Neutral species are adsorbed to the surface to chemically react with the film</a:t>
            </a:r>
          </a:p>
          <a:p>
            <a:pPr lvl="1" eaLnBrk="1" hangingPunct="1"/>
            <a:r>
              <a:rPr lang="en-GB" altLang="en-US" sz="1600"/>
              <a:t>Byproducts are removed by ion bombardment</a:t>
            </a:r>
          </a:p>
          <a:p>
            <a:pPr lvl="1" eaLnBrk="1" hangingPunct="1"/>
            <a:r>
              <a:rPr lang="en-GB" altLang="en-US" sz="1600"/>
              <a:t>Number of species adsorbed is proportional to number of sites available (i.e. how many sites are free from by-products)</a:t>
            </a:r>
          </a:p>
          <a:p>
            <a:pPr lvl="1" eaLnBrk="1" hangingPunct="1"/>
            <a:r>
              <a:rPr lang="en-GB" altLang="en-US" sz="1600"/>
              <a:t>Number of by-products removed is proportional to ion flux</a:t>
            </a:r>
            <a:endParaRPr lang="en-US" altLang="en-US" sz="1600"/>
          </a:p>
        </p:txBody>
      </p:sp>
      <p:graphicFrame>
        <p:nvGraphicFramePr>
          <p:cNvPr id="44037" name="Object 4">
            <a:extLst>
              <a:ext uri="{FF2B5EF4-FFF2-40B4-BE49-F238E27FC236}">
                <a16:creationId xmlns:a16="http://schemas.microsoft.com/office/drawing/2014/main" id="{A9697839-FA53-39D5-52F7-062AFE42716C}"/>
              </a:ext>
            </a:extLst>
          </p:cNvPr>
          <p:cNvGraphicFramePr>
            <a:graphicFrameLocks noChangeAspect="1"/>
          </p:cNvGraphicFramePr>
          <p:nvPr/>
        </p:nvGraphicFramePr>
        <p:xfrm>
          <a:off x="1751014" y="3429001"/>
          <a:ext cx="4344987" cy="549275"/>
        </p:xfrm>
        <a:graphic>
          <a:graphicData uri="http://schemas.openxmlformats.org/presentationml/2006/ole">
            <mc:AlternateContent xmlns:mc="http://schemas.openxmlformats.org/markup-compatibility/2006">
              <mc:Choice xmlns:v="urn:schemas-microsoft-com:vml" Requires="v">
                <p:oleObj name="Equation" r:id="rId2" imgW="3822700" imgH="482600" progId="Equation.DSMT4">
                  <p:embed/>
                </p:oleObj>
              </mc:Choice>
              <mc:Fallback>
                <p:oleObj name="Equation" r:id="rId2" imgW="3822700" imgH="482600" progId="Equation.DSMT4">
                  <p:embed/>
                  <p:pic>
                    <p:nvPicPr>
                      <p:cNvPr id="44037" name="Object 4">
                        <a:extLst>
                          <a:ext uri="{FF2B5EF4-FFF2-40B4-BE49-F238E27FC236}">
                            <a16:creationId xmlns:a16="http://schemas.microsoft.com/office/drawing/2014/main" id="{A9697839-FA53-39D5-52F7-062AFE427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1014" y="3429001"/>
                        <a:ext cx="4344987"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8" name="Text Box 5">
            <a:extLst>
              <a:ext uri="{FF2B5EF4-FFF2-40B4-BE49-F238E27FC236}">
                <a16:creationId xmlns:a16="http://schemas.microsoft.com/office/drawing/2014/main" id="{21C4ADD2-EE71-3177-87EE-971128676A1E}"/>
              </a:ext>
            </a:extLst>
          </p:cNvPr>
          <p:cNvSpPr txBox="1">
            <a:spLocks noChangeArrowheads="1"/>
          </p:cNvSpPr>
          <p:nvPr/>
        </p:nvSpPr>
        <p:spPr bwMode="auto">
          <a:xfrm>
            <a:off x="1900239" y="4164014"/>
            <a:ext cx="50942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Where 1-</a:t>
            </a:r>
            <a:r>
              <a:rPr lang="en-GB" altLang="en-US" sz="1800">
                <a:latin typeface="Symbol" panose="05050102010706020507" pitchFamily="18" charset="2"/>
              </a:rPr>
              <a:t>q</a:t>
            </a:r>
            <a:r>
              <a:rPr lang="en-GB" altLang="en-US" sz="1800"/>
              <a:t> is the fraction of available sites. Assuming steady state condition:</a:t>
            </a:r>
            <a:endParaRPr lang="en-US" altLang="en-US" sz="1800"/>
          </a:p>
        </p:txBody>
      </p:sp>
      <p:graphicFrame>
        <p:nvGraphicFramePr>
          <p:cNvPr id="44039" name="Object 6">
            <a:extLst>
              <a:ext uri="{FF2B5EF4-FFF2-40B4-BE49-F238E27FC236}">
                <a16:creationId xmlns:a16="http://schemas.microsoft.com/office/drawing/2014/main" id="{20FC9DC1-DE8D-442D-4AF8-04B233443FDE}"/>
              </a:ext>
            </a:extLst>
          </p:cNvPr>
          <p:cNvGraphicFramePr>
            <a:graphicFrameLocks noChangeAspect="1"/>
          </p:cNvGraphicFramePr>
          <p:nvPr/>
        </p:nvGraphicFramePr>
        <p:xfrm>
          <a:off x="6096001" y="4535488"/>
          <a:ext cx="3509963" cy="1917700"/>
        </p:xfrm>
        <a:graphic>
          <a:graphicData uri="http://schemas.openxmlformats.org/presentationml/2006/ole">
            <mc:AlternateContent xmlns:mc="http://schemas.openxmlformats.org/markup-compatibility/2006">
              <mc:Choice xmlns:v="urn:schemas-microsoft-com:vml" Requires="v">
                <p:oleObj name="Equation" r:id="rId4" imgW="2882900" imgH="1574800" progId="Equation.DSMT4">
                  <p:embed/>
                </p:oleObj>
              </mc:Choice>
              <mc:Fallback>
                <p:oleObj name="Equation" r:id="rId4" imgW="2882900" imgH="1574800" progId="Equation.DSMT4">
                  <p:embed/>
                  <p:pic>
                    <p:nvPicPr>
                      <p:cNvPr id="44039" name="Object 6">
                        <a:extLst>
                          <a:ext uri="{FF2B5EF4-FFF2-40B4-BE49-F238E27FC236}">
                            <a16:creationId xmlns:a16="http://schemas.microsoft.com/office/drawing/2014/main" id="{20FC9DC1-DE8D-442D-4AF8-04B233443F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1" y="4535488"/>
                        <a:ext cx="3509963" cy="191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34D5A1B5-C9EB-CDCE-1830-89A5BD856BC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A0E6D80D-E66E-4F18-B39A-5105820A88DB}" type="slidenum">
              <a:rPr lang="en-US" altLang="en-US" sz="800"/>
              <a:pPr>
                <a:lnSpc>
                  <a:spcPct val="100000"/>
                </a:lnSpc>
                <a:spcBef>
                  <a:spcPct val="0"/>
                </a:spcBef>
                <a:buClr>
                  <a:srgbClr val="F68933"/>
                </a:buClr>
                <a:buFontTx/>
                <a:buNone/>
              </a:pPr>
              <a:t>34</a:t>
            </a:fld>
            <a:endParaRPr lang="en-US" altLang="en-US" sz="800"/>
          </a:p>
        </p:txBody>
      </p:sp>
      <p:sp>
        <p:nvSpPr>
          <p:cNvPr id="45059" name="Rectangle 2">
            <a:extLst>
              <a:ext uri="{FF2B5EF4-FFF2-40B4-BE49-F238E27FC236}">
                <a16:creationId xmlns:a16="http://schemas.microsoft.com/office/drawing/2014/main" id="{A6926D59-3226-688C-D949-9E5BA4B2EAB2}"/>
              </a:ext>
            </a:extLst>
          </p:cNvPr>
          <p:cNvSpPr>
            <a:spLocks noGrp="1" noChangeArrowheads="1"/>
          </p:cNvSpPr>
          <p:nvPr>
            <p:ph type="title"/>
          </p:nvPr>
        </p:nvSpPr>
        <p:spPr/>
        <p:txBody>
          <a:bodyPr/>
          <a:lstStyle/>
          <a:p>
            <a:pPr eaLnBrk="1" hangingPunct="1"/>
            <a:r>
              <a:rPr lang="en-US" altLang="en-US"/>
              <a:t>Etching models</a:t>
            </a:r>
          </a:p>
        </p:txBody>
      </p:sp>
      <p:graphicFrame>
        <p:nvGraphicFramePr>
          <p:cNvPr id="45060" name="Object 6">
            <a:extLst>
              <a:ext uri="{FF2B5EF4-FFF2-40B4-BE49-F238E27FC236}">
                <a16:creationId xmlns:a16="http://schemas.microsoft.com/office/drawing/2014/main" id="{4DBDF444-A522-5B9B-014C-D189A3DE0F62}"/>
              </a:ext>
            </a:extLst>
          </p:cNvPr>
          <p:cNvGraphicFramePr>
            <a:graphicFrameLocks noChangeAspect="1"/>
          </p:cNvGraphicFramePr>
          <p:nvPr/>
        </p:nvGraphicFramePr>
        <p:xfrm>
          <a:off x="1901826" y="1524000"/>
          <a:ext cx="3736975" cy="1246188"/>
        </p:xfrm>
        <a:graphic>
          <a:graphicData uri="http://schemas.openxmlformats.org/presentationml/2006/ole">
            <mc:AlternateContent xmlns:mc="http://schemas.openxmlformats.org/markup-compatibility/2006">
              <mc:Choice xmlns:v="urn:schemas-microsoft-com:vml" Requires="v">
                <p:oleObj name="Equation" r:id="rId2" imgW="2019300" imgH="673100" progId="Equation.DSMT4">
                  <p:embed/>
                </p:oleObj>
              </mc:Choice>
              <mc:Fallback>
                <p:oleObj name="Equation" r:id="rId2" imgW="2019300" imgH="673100" progId="Equation.DSMT4">
                  <p:embed/>
                  <p:pic>
                    <p:nvPicPr>
                      <p:cNvPr id="45060" name="Object 6">
                        <a:extLst>
                          <a:ext uri="{FF2B5EF4-FFF2-40B4-BE49-F238E27FC236}">
                            <a16:creationId xmlns:a16="http://schemas.microsoft.com/office/drawing/2014/main" id="{4DBDF444-A522-5B9B-014C-D189A3DE0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1826" y="1524000"/>
                        <a:ext cx="3736975" cy="1246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1" name="Object 12">
            <a:extLst>
              <a:ext uri="{FF2B5EF4-FFF2-40B4-BE49-F238E27FC236}">
                <a16:creationId xmlns:a16="http://schemas.microsoft.com/office/drawing/2014/main" id="{E9FC2829-1100-66CC-A5D8-D3ECF518ECA6}"/>
              </a:ext>
            </a:extLst>
          </p:cNvPr>
          <p:cNvGraphicFramePr>
            <a:graphicFrameLocks noChangeAspect="1"/>
          </p:cNvGraphicFramePr>
          <p:nvPr/>
        </p:nvGraphicFramePr>
        <p:xfrm>
          <a:off x="1676400" y="3200400"/>
          <a:ext cx="3886200" cy="2895600"/>
        </p:xfrm>
        <a:graphic>
          <a:graphicData uri="http://schemas.openxmlformats.org/presentationml/2006/ole">
            <mc:AlternateContent xmlns:mc="http://schemas.openxmlformats.org/markup-compatibility/2006">
              <mc:Choice xmlns:v="urn:schemas-microsoft-com:vml" Requires="v">
                <p:oleObj name="Document" r:id="rId4" imgW="3392424" imgH="2526792" progId="Word.Document.8">
                  <p:embed/>
                </p:oleObj>
              </mc:Choice>
              <mc:Fallback>
                <p:oleObj name="Document" r:id="rId4" imgW="3392424" imgH="2526792" progId="Word.Document.8">
                  <p:embed/>
                  <p:pic>
                    <p:nvPicPr>
                      <p:cNvPr id="45061" name="Object 12">
                        <a:extLst>
                          <a:ext uri="{FF2B5EF4-FFF2-40B4-BE49-F238E27FC236}">
                            <a16:creationId xmlns:a16="http://schemas.microsoft.com/office/drawing/2014/main" id="{E9FC2829-1100-66CC-A5D8-D3ECF518EC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3200400"/>
                        <a:ext cx="3886200" cy="289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2" name="Text Box 13">
            <a:extLst>
              <a:ext uri="{FF2B5EF4-FFF2-40B4-BE49-F238E27FC236}">
                <a16:creationId xmlns:a16="http://schemas.microsoft.com/office/drawing/2014/main" id="{CCC4352A-8522-BAAE-11B1-8B914E42F2F6}"/>
              </a:ext>
            </a:extLst>
          </p:cNvPr>
          <p:cNvSpPr txBox="1">
            <a:spLocks noChangeArrowheads="1"/>
          </p:cNvSpPr>
          <p:nvPr/>
        </p:nvSpPr>
        <p:spPr bwMode="auto">
          <a:xfrm>
            <a:off x="5619750" y="3429000"/>
            <a:ext cx="504825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800"/>
              <a:t>If either flux is zero, the overall etch rate is zero since both are required to etch the material.</a:t>
            </a:r>
          </a:p>
          <a:p>
            <a:pPr eaLnBrk="1" hangingPunct="1"/>
            <a:r>
              <a:rPr lang="en-US" altLang="en-US" sz="1800"/>
              <a:t> Etch rate saturates when one component gets too large relative to the other (limited by slower of two series processes). </a:t>
            </a:r>
          </a:p>
          <a:p>
            <a:pPr eaLnBrk="1" hangingPunct="1"/>
            <a:r>
              <a:rPr lang="en-US" altLang="en-US" sz="1800"/>
              <a:t> General approach with broad applicability. (But does not account for independently formed inhibitor layer mechanism, and does not model excess inhibitor formation.)</a:t>
            </a:r>
          </a:p>
        </p:txBody>
      </p:sp>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66</TotalTime>
  <Words>2151</Words>
  <Application>Microsoft Office PowerPoint</Application>
  <PresentationFormat>Widescreen</PresentationFormat>
  <Paragraphs>377</Paragraphs>
  <Slides>34</Slides>
  <Notes>2</Notes>
  <HiddenSlides>1</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34</vt:i4>
      </vt:variant>
    </vt:vector>
  </HeadingPairs>
  <TitlesOfParts>
    <vt:vector size="45" baseType="lpstr">
      <vt:lpstr>MS PGothic</vt:lpstr>
      <vt:lpstr>MS PGothic</vt:lpstr>
      <vt:lpstr>Arial</vt:lpstr>
      <vt:lpstr>Helvetica</vt:lpstr>
      <vt:lpstr>Symbol</vt:lpstr>
      <vt:lpstr>Times</vt:lpstr>
      <vt:lpstr>Verdana</vt:lpstr>
      <vt:lpstr>Wingdings</vt:lpstr>
      <vt:lpstr>Micron</vt:lpstr>
      <vt:lpstr>Document</vt:lpstr>
      <vt:lpstr>Equation</vt:lpstr>
      <vt:lpstr>Etching</vt:lpstr>
      <vt:lpstr>Introduction</vt:lpstr>
      <vt:lpstr>Etch parameters/requirements</vt:lpstr>
      <vt:lpstr>Wet etching</vt:lpstr>
      <vt:lpstr>Wet etching</vt:lpstr>
      <vt:lpstr>Etching Chemistries</vt:lpstr>
      <vt:lpstr>Advanced celaning/wet etching </vt:lpstr>
      <vt:lpstr>Plasma etching</vt:lpstr>
      <vt:lpstr>Plasma etching</vt:lpstr>
      <vt:lpstr>Plasma etching basic mechanisms</vt:lpstr>
      <vt:lpstr>Plasma etching basic mechanisms</vt:lpstr>
      <vt:lpstr>Plasma etching basic mechanisms</vt:lpstr>
      <vt:lpstr>Plasma etching basic mechanisms</vt:lpstr>
      <vt:lpstr>Plasma etching basic mechanisms</vt:lpstr>
      <vt:lpstr>Etching tools</vt:lpstr>
      <vt:lpstr>Etching tools</vt:lpstr>
      <vt:lpstr>Etching tools</vt:lpstr>
      <vt:lpstr>Etching tools</vt:lpstr>
      <vt:lpstr>Summary of etching tools/techniques</vt:lpstr>
      <vt:lpstr>End point detection</vt:lpstr>
      <vt:lpstr>Plasma etching process “knobs”</vt:lpstr>
      <vt:lpstr>Etch rate dependence on “knobs”</vt:lpstr>
      <vt:lpstr>Etch profile dependence on “knobs”</vt:lpstr>
      <vt:lpstr>Plasma etching issues</vt:lpstr>
      <vt:lpstr>Plasma etching issues</vt:lpstr>
      <vt:lpstr>Plasma etching issues</vt:lpstr>
      <vt:lpstr>PowerPoint Presentation</vt:lpstr>
      <vt:lpstr>Plasma etching chemistries</vt:lpstr>
      <vt:lpstr>Plasma etching chemistries</vt:lpstr>
      <vt:lpstr>Plasma etching chemistries</vt:lpstr>
      <vt:lpstr>Etching models</vt:lpstr>
      <vt:lpstr>Etching models</vt:lpstr>
      <vt:lpstr>Etching models</vt:lpstr>
      <vt:lpstr>Etching models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6</cp:revision>
  <dcterms:created xsi:type="dcterms:W3CDTF">2025-02-14T08:32:36Z</dcterms:created>
  <dcterms:modified xsi:type="dcterms:W3CDTF">2025-02-14T09:46:09Z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2025-02-14T09:36:18Z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5d76563d-5019-43e5-a5d1-52ad9552008a</vt:lpwstr>
  </property>
  <property fmtid="{D5CDD505-2E9C-101B-9397-08002B2CF9AE}" pid="17" name="MSIP_Label_6fdea275-d6f3-438f-b8d8-013cab2023d3_ContentBits">
    <vt:lpwstr>0</vt:lpwstr>
  </property>
</Properties>
</file>