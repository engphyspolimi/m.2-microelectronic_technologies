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wmf" ContentType="image/x-wmf"/>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2" Type="http://schemas.openxmlformats.org/officeDocument/2006/relationships/officeDocument" Target="ppt/presentation.xml"/><Relationship Id="rId1" Type="http://schemas.microsoft.com/office/2011/relationships/webextensiontaskpanes" Target="ppt/webextensions/taskpanes.xml"/><Relationship Id="rId6" Type="http://schemas.openxmlformats.org/officeDocument/2006/relationships/custom-properties" Target="docProps/custom.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48" r:id="rId4"/>
  </p:sldMasterIdLst>
  <p:notesMasterIdLst>
    <p:notesMasterId r:id="rId12"/>
  </p:notesMasterIdLst>
  <p:handoutMasterIdLst>
    <p:handoutMasterId r:id="rId13"/>
  </p:handoutMasterIdLst>
  <p:sldIdLst>
    <p:sldId id="327" r:id="rId5"/>
    <p:sldId id="329" r:id="rId6"/>
    <p:sldId id="330" r:id="rId7"/>
    <p:sldId id="332" r:id="rId8"/>
    <p:sldId id="333" r:id="rId9"/>
    <p:sldId id="334" r:id="rId10"/>
    <p:sldId id="335" r:id="rId1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98030D1-82BA-4B82-8A96-16F67B940B77}" v="2" dt="2025-02-14T09:51:47.794"/>
  </p1510:revLst>
</p1510:revInfo>
</file>

<file path=ppt/tableStyles.xml><?xml version="1.0" encoding="utf-8"?>
<a:tblStyleLst xmlns:a="http://schemas.openxmlformats.org/drawingml/2006/main" def="{2D5ABB26-0587-4C30-8999-92F81FD0307C}">
  <a:tblStyle styleId="{4E593CDB-78BB-4C36-AB3B-2C4E9E50D230}" styleName="Micron">
    <a:wholeTbl>
      <a:tcTxStyle>
        <a:fontRef idx="minor"/>
        <a:schemeClr val="tx1"/>
      </a:tcTxStyle>
      <a:tcStyle>
        <a:tcBdr>
          <a:left>
            <a:ln>
              <a:noFill/>
            </a:ln>
          </a:left>
          <a:right>
            <a:ln>
              <a:noFill/>
            </a:ln>
          </a:right>
          <a:top>
            <a:ln w="6350">
              <a:solidFill>
                <a:schemeClr val="tx1"/>
              </a:solidFill>
            </a:ln>
          </a:top>
          <a:bottom>
            <a:ln w="6350">
              <a:solidFill>
                <a:schemeClr val="tx1"/>
              </a:solidFill>
            </a:ln>
          </a:bottom>
          <a:insideH>
            <a:ln w="6350">
              <a:solidFill>
                <a:schemeClr val="tx1"/>
              </a:solidFill>
            </a:ln>
          </a:insideH>
          <a:insideV>
            <a:ln>
              <a:noFill/>
            </a:ln>
          </a:insideV>
        </a:tcBdr>
        <a:fill>
          <a:noFill/>
        </a:fill>
      </a:tcStyle>
    </a:wholeTbl>
    <a:band1H>
      <a:tcStyle>
        <a:tcBdr>
          <a:top>
            <a:ln>
              <a:noFill/>
            </a:ln>
          </a:top>
          <a:bottom>
            <a:ln>
              <a:noFill/>
            </a:ln>
          </a:bottom>
        </a:tcBdr>
        <a:fill>
          <a:noFill/>
        </a:fill>
      </a:tcStyle>
    </a:band1H>
    <a:band2H>
      <a:tcStyle>
        <a:tcBdr>
          <a:top>
            <a:ln>
              <a:noFill/>
            </a:ln>
          </a:top>
          <a:bottom>
            <a:ln>
              <a:noFill/>
            </a:ln>
          </a:bottom>
        </a:tcBdr>
        <a:fill>
          <a:solidFill>
            <a:schemeClr val="tx1">
              <a:alpha val="5000"/>
            </a:schemeClr>
          </a:solidFill>
        </a:fill>
      </a:tcStyle>
    </a:band2H>
    <a:lastCol>
      <a:tcTxStyle b="on">
        <a:fontRef idx="minor"/>
        <a:schemeClr val="tx1"/>
      </a:tcTxStyle>
      <a:tcStyle>
        <a:tcBdr/>
      </a:tcStyle>
    </a:lastCol>
    <a:firstCol>
      <a:tcTxStyle b="on">
        <a:fontRef idx="minor"/>
        <a:schemeClr val="tx1"/>
      </a:tcTxStyle>
      <a:tcStyle>
        <a:tcBdr/>
      </a:tcStyle>
    </a:firstCol>
    <a:lastRow>
      <a:tcTxStyle b="on">
        <a:fontRef idx="minor"/>
        <a:schemeClr val="tx1"/>
      </a:tcTxStyle>
      <a:tcStyle>
        <a:tcBdr>
          <a:top>
            <a:ln w="19050">
              <a:solidFill>
                <a:schemeClr val="tx1"/>
              </a:solidFill>
            </a:ln>
          </a:top>
          <a:bottom>
            <a:ln>
              <a:noFill/>
            </a:ln>
          </a:bottom>
        </a:tcBdr>
        <a:fill>
          <a:noFill/>
        </a:fill>
      </a:tcStyle>
    </a:lastRow>
    <a:firstRow>
      <a:tcTxStyle b="on">
        <a:fontRef idx="minor"/>
        <a:schemeClr val="bg1"/>
      </a:tcTxStyle>
      <a:tcStyle>
        <a:tcBdr>
          <a:top>
            <a:ln>
              <a:noFill/>
            </a:ln>
          </a:top>
          <a:bottom>
            <a:ln>
              <a:noFill/>
            </a:ln>
          </a:bottom>
        </a:tcBdr>
        <a:fill>
          <a:solidFill>
            <a:schemeClr val="tx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5718" autoAdjust="0"/>
  </p:normalViewPr>
  <p:slideViewPr>
    <p:cSldViewPr snapToGrid="0" showGuides="1">
      <p:cViewPr>
        <p:scale>
          <a:sx n="71" d="100"/>
          <a:sy n="71" d="100"/>
        </p:scale>
        <p:origin x="484" y="52"/>
      </p:cViewPr>
      <p:guideLst/>
    </p:cSldViewPr>
  </p:slideViewPr>
  <p:notesTextViewPr>
    <p:cViewPr>
      <p:scale>
        <a:sx n="1" d="1"/>
        <a:sy n="1" d="1"/>
      </p:scale>
      <p:origin x="0" y="0"/>
    </p:cViewPr>
  </p:notesTextViewPr>
  <p:sorterViewPr>
    <p:cViewPr>
      <p:scale>
        <a:sx n="1" d="1"/>
        <a:sy n="1" d="1"/>
      </p:scale>
      <p:origin x="0" y="-15144"/>
    </p:cViewPr>
  </p:sorterViewPr>
  <p:notesViewPr>
    <p:cSldViewPr snapToGrid="0" showGuides="1">
      <p:cViewPr varScale="1">
        <p:scale>
          <a:sx n="166" d="100"/>
          <a:sy n="166" d="100"/>
        </p:scale>
        <p:origin x="6672" y="192"/>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handoutMaster" Target="handoutMasters/handoutMaster1.xml"/><Relationship Id="rId18" Type="http://schemas.microsoft.com/office/2016/11/relationships/changesInfo" Target="changesInfos/changesInfo1.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notesMaster" Target="notesMasters/notesMaster1.xml"/><Relationship Id="rId17"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viewProps" Target="viewProps.xml"/><Relationship Id="rId10" Type="http://schemas.openxmlformats.org/officeDocument/2006/relationships/slide" Target="slides/slide6.xml"/><Relationship Id="rId19" Type="http://schemas.microsoft.com/office/2015/10/relationships/revisionInfo" Target="revisionInfo.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arcello Mariani" userId="1e342699-93ad-4e2e-93b0-0f6a2c00c4b8" providerId="ADAL" clId="{898030D1-82BA-4B82-8A96-16F67B940B77}"/>
    <pc:docChg chg="addSld delSld modSld">
      <pc:chgData name="Marcello Mariani" userId="1e342699-93ad-4e2e-93b0-0f6a2c00c4b8" providerId="ADAL" clId="{898030D1-82BA-4B82-8A96-16F67B940B77}" dt="2025-02-14T09:51:47.794" v="2" actId="1076"/>
      <pc:docMkLst>
        <pc:docMk/>
      </pc:docMkLst>
      <pc:sldChg chg="del">
        <pc:chgData name="Marcello Mariani" userId="1e342699-93ad-4e2e-93b0-0f6a2c00c4b8" providerId="ADAL" clId="{898030D1-82BA-4B82-8A96-16F67B940B77}" dt="2025-02-14T09:51:30.352" v="0" actId="47"/>
        <pc:sldMkLst>
          <pc:docMk/>
          <pc:sldMk cId="0" sldId="310"/>
        </pc:sldMkLst>
      </pc:sldChg>
      <pc:sldChg chg="del">
        <pc:chgData name="Marcello Mariani" userId="1e342699-93ad-4e2e-93b0-0f6a2c00c4b8" providerId="ADAL" clId="{898030D1-82BA-4B82-8A96-16F67B940B77}" dt="2025-02-14T09:51:30.352" v="0" actId="47"/>
        <pc:sldMkLst>
          <pc:docMk/>
          <pc:sldMk cId="0" sldId="312"/>
        </pc:sldMkLst>
      </pc:sldChg>
      <pc:sldChg chg="del">
        <pc:chgData name="Marcello Mariani" userId="1e342699-93ad-4e2e-93b0-0f6a2c00c4b8" providerId="ADAL" clId="{898030D1-82BA-4B82-8A96-16F67B940B77}" dt="2025-02-14T09:51:30.352" v="0" actId="47"/>
        <pc:sldMkLst>
          <pc:docMk/>
          <pc:sldMk cId="0" sldId="313"/>
        </pc:sldMkLst>
      </pc:sldChg>
      <pc:sldChg chg="del">
        <pc:chgData name="Marcello Mariani" userId="1e342699-93ad-4e2e-93b0-0f6a2c00c4b8" providerId="ADAL" clId="{898030D1-82BA-4B82-8A96-16F67B940B77}" dt="2025-02-14T09:51:30.352" v="0" actId="47"/>
        <pc:sldMkLst>
          <pc:docMk/>
          <pc:sldMk cId="0" sldId="318"/>
        </pc:sldMkLst>
      </pc:sldChg>
      <pc:sldChg chg="del">
        <pc:chgData name="Marcello Mariani" userId="1e342699-93ad-4e2e-93b0-0f6a2c00c4b8" providerId="ADAL" clId="{898030D1-82BA-4B82-8A96-16F67B940B77}" dt="2025-02-14T09:51:30.352" v="0" actId="47"/>
        <pc:sldMkLst>
          <pc:docMk/>
          <pc:sldMk cId="0" sldId="320"/>
        </pc:sldMkLst>
      </pc:sldChg>
      <pc:sldChg chg="del">
        <pc:chgData name="Marcello Mariani" userId="1e342699-93ad-4e2e-93b0-0f6a2c00c4b8" providerId="ADAL" clId="{898030D1-82BA-4B82-8A96-16F67B940B77}" dt="2025-02-14T09:51:30.352" v="0" actId="47"/>
        <pc:sldMkLst>
          <pc:docMk/>
          <pc:sldMk cId="0" sldId="321"/>
        </pc:sldMkLst>
      </pc:sldChg>
      <pc:sldChg chg="del">
        <pc:chgData name="Marcello Mariani" userId="1e342699-93ad-4e2e-93b0-0f6a2c00c4b8" providerId="ADAL" clId="{898030D1-82BA-4B82-8A96-16F67B940B77}" dt="2025-02-14T09:51:30.352" v="0" actId="47"/>
        <pc:sldMkLst>
          <pc:docMk/>
          <pc:sldMk cId="0" sldId="322"/>
        </pc:sldMkLst>
      </pc:sldChg>
      <pc:sldChg chg="del">
        <pc:chgData name="Marcello Mariani" userId="1e342699-93ad-4e2e-93b0-0f6a2c00c4b8" providerId="ADAL" clId="{898030D1-82BA-4B82-8A96-16F67B940B77}" dt="2025-02-14T09:51:30.352" v="0" actId="47"/>
        <pc:sldMkLst>
          <pc:docMk/>
          <pc:sldMk cId="0" sldId="323"/>
        </pc:sldMkLst>
      </pc:sldChg>
      <pc:sldChg chg="del">
        <pc:chgData name="Marcello Mariani" userId="1e342699-93ad-4e2e-93b0-0f6a2c00c4b8" providerId="ADAL" clId="{898030D1-82BA-4B82-8A96-16F67B940B77}" dt="2025-02-14T09:51:30.352" v="0" actId="47"/>
        <pc:sldMkLst>
          <pc:docMk/>
          <pc:sldMk cId="0" sldId="324"/>
        </pc:sldMkLst>
      </pc:sldChg>
      <pc:sldChg chg="del">
        <pc:chgData name="Marcello Mariani" userId="1e342699-93ad-4e2e-93b0-0f6a2c00c4b8" providerId="ADAL" clId="{898030D1-82BA-4B82-8A96-16F67B940B77}" dt="2025-02-14T09:51:30.352" v="0" actId="47"/>
        <pc:sldMkLst>
          <pc:docMk/>
          <pc:sldMk cId="0" sldId="325"/>
        </pc:sldMkLst>
      </pc:sldChg>
      <pc:sldChg chg="add del">
        <pc:chgData name="Marcello Mariani" userId="1e342699-93ad-4e2e-93b0-0f6a2c00c4b8" providerId="ADAL" clId="{898030D1-82BA-4B82-8A96-16F67B940B77}" dt="2025-02-14T09:51:31.664" v="1"/>
        <pc:sldMkLst>
          <pc:docMk/>
          <pc:sldMk cId="0" sldId="327"/>
        </pc:sldMkLst>
      </pc:sldChg>
      <pc:sldChg chg="add">
        <pc:chgData name="Marcello Mariani" userId="1e342699-93ad-4e2e-93b0-0f6a2c00c4b8" providerId="ADAL" clId="{898030D1-82BA-4B82-8A96-16F67B940B77}" dt="2025-02-14T09:51:31.664" v="1"/>
        <pc:sldMkLst>
          <pc:docMk/>
          <pc:sldMk cId="0" sldId="329"/>
        </pc:sldMkLst>
      </pc:sldChg>
      <pc:sldChg chg="add">
        <pc:chgData name="Marcello Mariani" userId="1e342699-93ad-4e2e-93b0-0f6a2c00c4b8" providerId="ADAL" clId="{898030D1-82BA-4B82-8A96-16F67B940B77}" dt="2025-02-14T09:51:31.664" v="1"/>
        <pc:sldMkLst>
          <pc:docMk/>
          <pc:sldMk cId="0" sldId="330"/>
        </pc:sldMkLst>
      </pc:sldChg>
      <pc:sldChg chg="add">
        <pc:chgData name="Marcello Mariani" userId="1e342699-93ad-4e2e-93b0-0f6a2c00c4b8" providerId="ADAL" clId="{898030D1-82BA-4B82-8A96-16F67B940B77}" dt="2025-02-14T09:51:31.664" v="1"/>
        <pc:sldMkLst>
          <pc:docMk/>
          <pc:sldMk cId="0" sldId="332"/>
        </pc:sldMkLst>
      </pc:sldChg>
      <pc:sldChg chg="modSp add del">
        <pc:chgData name="Marcello Mariani" userId="1e342699-93ad-4e2e-93b0-0f6a2c00c4b8" providerId="ADAL" clId="{898030D1-82BA-4B82-8A96-16F67B940B77}" dt="2025-02-14T09:51:47.794" v="2" actId="1076"/>
        <pc:sldMkLst>
          <pc:docMk/>
          <pc:sldMk cId="0" sldId="333"/>
        </pc:sldMkLst>
        <pc:picChg chg="mod">
          <ac:chgData name="Marcello Mariani" userId="1e342699-93ad-4e2e-93b0-0f6a2c00c4b8" providerId="ADAL" clId="{898030D1-82BA-4B82-8A96-16F67B940B77}" dt="2025-02-14T09:51:47.794" v="2" actId="1076"/>
          <ac:picMkLst>
            <pc:docMk/>
            <pc:sldMk cId="0" sldId="333"/>
            <ac:picMk id="14341" creationId="{AF28B7FC-2B35-CB1A-6401-47228939893E}"/>
          </ac:picMkLst>
        </pc:picChg>
      </pc:sldChg>
      <pc:sldChg chg="add">
        <pc:chgData name="Marcello Mariani" userId="1e342699-93ad-4e2e-93b0-0f6a2c00c4b8" providerId="ADAL" clId="{898030D1-82BA-4B82-8A96-16F67B940B77}" dt="2025-02-14T09:51:31.664" v="1"/>
        <pc:sldMkLst>
          <pc:docMk/>
          <pc:sldMk cId="0" sldId="334"/>
        </pc:sldMkLst>
      </pc:sldChg>
      <pc:sldChg chg="add">
        <pc:chgData name="Marcello Mariani" userId="1e342699-93ad-4e2e-93b0-0f6a2c00c4b8" providerId="ADAL" clId="{898030D1-82BA-4B82-8A96-16F67B940B77}" dt="2025-02-14T09:51:31.664" v="1"/>
        <pc:sldMkLst>
          <pc:docMk/>
          <pc:sldMk cId="0" sldId="335"/>
        </pc:sldMkLst>
      </pc:sldChg>
      <pc:sldChg chg="del">
        <pc:chgData name="Marcello Mariani" userId="1e342699-93ad-4e2e-93b0-0f6a2c00c4b8" providerId="ADAL" clId="{898030D1-82BA-4B82-8A96-16F67B940B77}" dt="2025-02-14T09:51:30.352" v="0" actId="47"/>
        <pc:sldMkLst>
          <pc:docMk/>
          <pc:sldMk cId="0" sldId="336"/>
        </pc:sldMkLst>
      </pc:sldChg>
      <pc:sldChg chg="del">
        <pc:chgData name="Marcello Mariani" userId="1e342699-93ad-4e2e-93b0-0f6a2c00c4b8" providerId="ADAL" clId="{898030D1-82BA-4B82-8A96-16F67B940B77}" dt="2025-02-14T09:51:30.352" v="0" actId="47"/>
        <pc:sldMkLst>
          <pc:docMk/>
          <pc:sldMk cId="0" sldId="337"/>
        </pc:sldMkLst>
      </pc:sldChg>
      <pc:sldChg chg="del">
        <pc:chgData name="Marcello Mariani" userId="1e342699-93ad-4e2e-93b0-0f6a2c00c4b8" providerId="ADAL" clId="{898030D1-82BA-4B82-8A96-16F67B940B77}" dt="2025-02-14T09:51:30.352" v="0" actId="47"/>
        <pc:sldMkLst>
          <pc:docMk/>
          <pc:sldMk cId="0" sldId="338"/>
        </pc:sldMkLst>
      </pc:sldChg>
      <pc:sldChg chg="del">
        <pc:chgData name="Marcello Mariani" userId="1e342699-93ad-4e2e-93b0-0f6a2c00c4b8" providerId="ADAL" clId="{898030D1-82BA-4B82-8A96-16F67B940B77}" dt="2025-02-14T09:51:30.352" v="0" actId="47"/>
        <pc:sldMkLst>
          <pc:docMk/>
          <pc:sldMk cId="0" sldId="339"/>
        </pc:sldMkLst>
      </pc:sldChg>
      <pc:sldChg chg="del">
        <pc:chgData name="Marcello Mariani" userId="1e342699-93ad-4e2e-93b0-0f6a2c00c4b8" providerId="ADAL" clId="{898030D1-82BA-4B82-8A96-16F67B940B77}" dt="2025-02-14T09:51:30.352" v="0" actId="47"/>
        <pc:sldMkLst>
          <pc:docMk/>
          <pc:sldMk cId="0" sldId="340"/>
        </pc:sldMkLst>
      </pc:sldChg>
      <pc:sldChg chg="del">
        <pc:chgData name="Marcello Mariani" userId="1e342699-93ad-4e2e-93b0-0f6a2c00c4b8" providerId="ADAL" clId="{898030D1-82BA-4B82-8A96-16F67B940B77}" dt="2025-02-14T09:51:30.352" v="0" actId="47"/>
        <pc:sldMkLst>
          <pc:docMk/>
          <pc:sldMk cId="0" sldId="341"/>
        </pc:sldMkLst>
      </pc:sldChg>
      <pc:sldChg chg="del">
        <pc:chgData name="Marcello Mariani" userId="1e342699-93ad-4e2e-93b0-0f6a2c00c4b8" providerId="ADAL" clId="{898030D1-82BA-4B82-8A96-16F67B940B77}" dt="2025-02-14T09:51:30.352" v="0" actId="47"/>
        <pc:sldMkLst>
          <pc:docMk/>
          <pc:sldMk cId="0" sldId="343"/>
        </pc:sldMkLst>
      </pc:sldChg>
      <pc:sldChg chg="del">
        <pc:chgData name="Marcello Mariani" userId="1e342699-93ad-4e2e-93b0-0f6a2c00c4b8" providerId="ADAL" clId="{898030D1-82BA-4B82-8A96-16F67B940B77}" dt="2025-02-14T09:51:30.352" v="0" actId="47"/>
        <pc:sldMkLst>
          <pc:docMk/>
          <pc:sldMk cId="0" sldId="344"/>
        </pc:sldMkLst>
      </pc:sldChg>
      <pc:sldChg chg="del">
        <pc:chgData name="Marcello Mariani" userId="1e342699-93ad-4e2e-93b0-0f6a2c00c4b8" providerId="ADAL" clId="{898030D1-82BA-4B82-8A96-16F67B940B77}" dt="2025-02-14T09:51:30.352" v="0" actId="47"/>
        <pc:sldMkLst>
          <pc:docMk/>
          <pc:sldMk cId="0" sldId="345"/>
        </pc:sldMkLst>
      </pc:sldChg>
      <pc:sldChg chg="del">
        <pc:chgData name="Marcello Mariani" userId="1e342699-93ad-4e2e-93b0-0f6a2c00c4b8" providerId="ADAL" clId="{898030D1-82BA-4B82-8A96-16F67B940B77}" dt="2025-02-14T09:51:30.352" v="0" actId="47"/>
        <pc:sldMkLst>
          <pc:docMk/>
          <pc:sldMk cId="0" sldId="346"/>
        </pc:sldMkLst>
      </pc:sldChg>
      <pc:sldChg chg="del">
        <pc:chgData name="Marcello Mariani" userId="1e342699-93ad-4e2e-93b0-0f6a2c00c4b8" providerId="ADAL" clId="{898030D1-82BA-4B82-8A96-16F67B940B77}" dt="2025-02-14T09:51:30.352" v="0" actId="47"/>
        <pc:sldMkLst>
          <pc:docMk/>
          <pc:sldMk cId="0" sldId="347"/>
        </pc:sldMkLst>
      </pc:sldChg>
      <pc:sldChg chg="del">
        <pc:chgData name="Marcello Mariani" userId="1e342699-93ad-4e2e-93b0-0f6a2c00c4b8" providerId="ADAL" clId="{898030D1-82BA-4B82-8A96-16F67B940B77}" dt="2025-02-14T09:51:30.352" v="0" actId="47"/>
        <pc:sldMkLst>
          <pc:docMk/>
          <pc:sldMk cId="0" sldId="348"/>
        </pc:sldMkLst>
      </pc:sldChg>
      <pc:sldChg chg="del">
        <pc:chgData name="Marcello Mariani" userId="1e342699-93ad-4e2e-93b0-0f6a2c00c4b8" providerId="ADAL" clId="{898030D1-82BA-4B82-8A96-16F67B940B77}" dt="2025-02-14T09:51:30.352" v="0" actId="47"/>
        <pc:sldMkLst>
          <pc:docMk/>
          <pc:sldMk cId="0" sldId="349"/>
        </pc:sldMkLst>
      </pc:sldChg>
      <pc:sldChg chg="del">
        <pc:chgData name="Marcello Mariani" userId="1e342699-93ad-4e2e-93b0-0f6a2c00c4b8" providerId="ADAL" clId="{898030D1-82BA-4B82-8A96-16F67B940B77}" dt="2025-02-14T09:51:30.352" v="0" actId="47"/>
        <pc:sldMkLst>
          <pc:docMk/>
          <pc:sldMk cId="0" sldId="350"/>
        </pc:sldMkLst>
      </pc:sldChg>
      <pc:sldChg chg="del">
        <pc:chgData name="Marcello Mariani" userId="1e342699-93ad-4e2e-93b0-0f6a2c00c4b8" providerId="ADAL" clId="{898030D1-82BA-4B82-8A96-16F67B940B77}" dt="2025-02-14T09:51:30.352" v="0" actId="47"/>
        <pc:sldMkLst>
          <pc:docMk/>
          <pc:sldMk cId="0" sldId="351"/>
        </pc:sldMkLst>
      </pc:sldChg>
      <pc:sldChg chg="del">
        <pc:chgData name="Marcello Mariani" userId="1e342699-93ad-4e2e-93b0-0f6a2c00c4b8" providerId="ADAL" clId="{898030D1-82BA-4B82-8A96-16F67B940B77}" dt="2025-02-14T09:51:30.352" v="0" actId="47"/>
        <pc:sldMkLst>
          <pc:docMk/>
          <pc:sldMk cId="0" sldId="352"/>
        </pc:sldMkLst>
      </pc:sldChg>
      <pc:sldChg chg="del">
        <pc:chgData name="Marcello Mariani" userId="1e342699-93ad-4e2e-93b0-0f6a2c00c4b8" providerId="ADAL" clId="{898030D1-82BA-4B82-8A96-16F67B940B77}" dt="2025-02-14T09:51:30.352" v="0" actId="47"/>
        <pc:sldMkLst>
          <pc:docMk/>
          <pc:sldMk cId="0" sldId="353"/>
        </pc:sldMkLst>
      </pc:sldChg>
      <pc:sldChg chg="del">
        <pc:chgData name="Marcello Mariani" userId="1e342699-93ad-4e2e-93b0-0f6a2c00c4b8" providerId="ADAL" clId="{898030D1-82BA-4B82-8A96-16F67B940B77}" dt="2025-02-14T09:51:30.352" v="0" actId="47"/>
        <pc:sldMkLst>
          <pc:docMk/>
          <pc:sldMk cId="0" sldId="354"/>
        </pc:sldMkLst>
      </pc:sldChg>
      <pc:sldChg chg="del">
        <pc:chgData name="Marcello Mariani" userId="1e342699-93ad-4e2e-93b0-0f6a2c00c4b8" providerId="ADAL" clId="{898030D1-82BA-4B82-8A96-16F67B940B77}" dt="2025-02-14T09:51:30.352" v="0" actId="47"/>
        <pc:sldMkLst>
          <pc:docMk/>
          <pc:sldMk cId="0" sldId="355"/>
        </pc:sldMkLst>
      </pc:sldChg>
      <pc:sldChg chg="del">
        <pc:chgData name="Marcello Mariani" userId="1e342699-93ad-4e2e-93b0-0f6a2c00c4b8" providerId="ADAL" clId="{898030D1-82BA-4B82-8A96-16F67B940B77}" dt="2025-02-14T09:51:30.352" v="0" actId="47"/>
        <pc:sldMkLst>
          <pc:docMk/>
          <pc:sldMk cId="0" sldId="356"/>
        </pc:sldMkLst>
      </pc:sldChg>
      <pc:sldChg chg="del">
        <pc:chgData name="Marcello Mariani" userId="1e342699-93ad-4e2e-93b0-0f6a2c00c4b8" providerId="ADAL" clId="{898030D1-82BA-4B82-8A96-16F67B940B77}" dt="2025-02-14T09:51:30.352" v="0" actId="47"/>
        <pc:sldMkLst>
          <pc:docMk/>
          <pc:sldMk cId="0" sldId="357"/>
        </pc:sldMkLst>
      </pc:sldChg>
      <pc:sldChg chg="del">
        <pc:chgData name="Marcello Mariani" userId="1e342699-93ad-4e2e-93b0-0f6a2c00c4b8" providerId="ADAL" clId="{898030D1-82BA-4B82-8A96-16F67B940B77}" dt="2025-02-14T09:51:30.352" v="0" actId="47"/>
        <pc:sldMkLst>
          <pc:docMk/>
          <pc:sldMk cId="0" sldId="358"/>
        </pc:sldMkLst>
      </pc:sldChg>
      <pc:sldChg chg="del">
        <pc:chgData name="Marcello Mariani" userId="1e342699-93ad-4e2e-93b0-0f6a2c00c4b8" providerId="ADAL" clId="{898030D1-82BA-4B82-8A96-16F67B940B77}" dt="2025-02-14T09:51:30.352" v="0" actId="47"/>
        <pc:sldMkLst>
          <pc:docMk/>
          <pc:sldMk cId="0" sldId="359"/>
        </pc:sldMkLst>
      </pc:sldChg>
      <pc:sldChg chg="del">
        <pc:chgData name="Marcello Mariani" userId="1e342699-93ad-4e2e-93b0-0f6a2c00c4b8" providerId="ADAL" clId="{898030D1-82BA-4B82-8A96-16F67B940B77}" dt="2025-02-14T09:51:30.352" v="0" actId="47"/>
        <pc:sldMkLst>
          <pc:docMk/>
          <pc:sldMk cId="0" sldId="360"/>
        </pc:sldMkLst>
      </pc:sldChg>
      <pc:sldChg chg="del">
        <pc:chgData name="Marcello Mariani" userId="1e342699-93ad-4e2e-93b0-0f6a2c00c4b8" providerId="ADAL" clId="{898030D1-82BA-4B82-8A96-16F67B940B77}" dt="2025-02-14T09:51:30.352" v="0" actId="47"/>
        <pc:sldMkLst>
          <pc:docMk/>
          <pc:sldMk cId="0" sldId="361"/>
        </pc:sldMkLst>
      </pc:sldChg>
      <pc:sldChg chg="del">
        <pc:chgData name="Marcello Mariani" userId="1e342699-93ad-4e2e-93b0-0f6a2c00c4b8" providerId="ADAL" clId="{898030D1-82BA-4B82-8A96-16F67B940B77}" dt="2025-02-14T09:51:30.352" v="0" actId="47"/>
        <pc:sldMkLst>
          <pc:docMk/>
          <pc:sldMk cId="0" sldId="362"/>
        </pc:sldMkLst>
      </pc:sldChg>
      <pc:sldChg chg="del">
        <pc:chgData name="Marcello Mariani" userId="1e342699-93ad-4e2e-93b0-0f6a2c00c4b8" providerId="ADAL" clId="{898030D1-82BA-4B82-8A96-16F67B940B77}" dt="2025-02-14T09:51:30.352" v="0" actId="47"/>
        <pc:sldMkLst>
          <pc:docMk/>
          <pc:sldMk cId="0" sldId="363"/>
        </pc:sldMkLst>
      </pc:sldChg>
      <pc:sldChg chg="del">
        <pc:chgData name="Marcello Mariani" userId="1e342699-93ad-4e2e-93b0-0f6a2c00c4b8" providerId="ADAL" clId="{898030D1-82BA-4B82-8A96-16F67B940B77}" dt="2025-02-14T09:51:30.352" v="0" actId="47"/>
        <pc:sldMkLst>
          <pc:docMk/>
          <pc:sldMk cId="0" sldId="364"/>
        </pc:sldMkLst>
      </pc:sldChg>
      <pc:sldChg chg="del">
        <pc:chgData name="Marcello Mariani" userId="1e342699-93ad-4e2e-93b0-0f6a2c00c4b8" providerId="ADAL" clId="{898030D1-82BA-4B82-8A96-16F67B940B77}" dt="2025-02-14T09:51:30.352" v="0" actId="47"/>
        <pc:sldMkLst>
          <pc:docMk/>
          <pc:sldMk cId="0" sldId="365"/>
        </pc:sldMkLst>
      </pc:sldChg>
      <pc:sldChg chg="del">
        <pc:chgData name="Marcello Mariani" userId="1e342699-93ad-4e2e-93b0-0f6a2c00c4b8" providerId="ADAL" clId="{898030D1-82BA-4B82-8A96-16F67B940B77}" dt="2025-02-14T09:51:30.352" v="0" actId="47"/>
        <pc:sldMkLst>
          <pc:docMk/>
          <pc:sldMk cId="0" sldId="366"/>
        </pc:sldMkLst>
      </pc:sldChg>
      <pc:sldChg chg="del">
        <pc:chgData name="Marcello Mariani" userId="1e342699-93ad-4e2e-93b0-0f6a2c00c4b8" providerId="ADAL" clId="{898030D1-82BA-4B82-8A96-16F67B940B77}" dt="2025-02-14T09:51:30.352" v="0" actId="47"/>
        <pc:sldMkLst>
          <pc:docMk/>
          <pc:sldMk cId="0" sldId="367"/>
        </pc:sldMkLst>
      </pc:sldChg>
      <pc:sldMasterChg chg="delSldLayout">
        <pc:chgData name="Marcello Mariani" userId="1e342699-93ad-4e2e-93b0-0f6a2c00c4b8" providerId="ADAL" clId="{898030D1-82BA-4B82-8A96-16F67B940B77}" dt="2025-02-14T09:51:30.352" v="0" actId="47"/>
        <pc:sldMasterMkLst>
          <pc:docMk/>
          <pc:sldMasterMk cId="1404919433" sldId="2147483648"/>
        </pc:sldMasterMkLst>
        <pc:sldLayoutChg chg="del">
          <pc:chgData name="Marcello Mariani" userId="1e342699-93ad-4e2e-93b0-0f6a2c00c4b8" providerId="ADAL" clId="{898030D1-82BA-4B82-8A96-16F67B940B77}" dt="2025-02-14T09:51:30.352" v="0" actId="47"/>
          <pc:sldLayoutMkLst>
            <pc:docMk/>
            <pc:sldMasterMk cId="1404919433" sldId="2147483648"/>
            <pc:sldLayoutMk cId="1744086307" sldId="2147483751"/>
          </pc:sldLayoutMkLst>
        </pc:sldLayoutChg>
      </pc:sldMaster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1294E89A-86F6-9149-A99F-9B08F5E12F26}"/>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504012F1-5B0F-2A43-A808-62116CA736B5}"/>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C4C6AC55-2EDB-BF42-AB26-F4C700CA4CF3}" type="datetimeFigureOut">
              <a:rPr lang="en-US" smtClean="0"/>
              <a:t>2/14/2025</a:t>
            </a:fld>
            <a:endParaRPr lang="en-US"/>
          </a:p>
        </p:txBody>
      </p:sp>
      <p:sp>
        <p:nvSpPr>
          <p:cNvPr id="4" name="Footer Placeholder 3">
            <a:extLst>
              <a:ext uri="{FF2B5EF4-FFF2-40B4-BE49-F238E27FC236}">
                <a16:creationId xmlns:a16="http://schemas.microsoft.com/office/drawing/2014/main" id="{B0371E5A-3F96-F940-9DEF-7C4FC1DC4591}"/>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784D3A2F-9F71-AA47-A87E-8650225C2AE6}"/>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B3CDE10B-5658-2B43-A14A-58734813756A}" type="slidenum">
              <a:rPr lang="en-US" smtClean="0"/>
              <a:t>‹#›</a:t>
            </a:fld>
            <a:endParaRPr lang="en-US"/>
          </a:p>
        </p:txBody>
      </p:sp>
    </p:spTree>
    <p:extLst>
      <p:ext uri="{BB962C8B-B14F-4D97-AF65-F5344CB8AC3E}">
        <p14:creationId xmlns:p14="http://schemas.microsoft.com/office/powerpoint/2010/main" val="117362974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3BF0118-6228-3548-A04B-A1F812AE9592}" type="datetimeFigureOut">
              <a:rPr lang="en-US" smtClean="0"/>
              <a:t>2/14/2025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0" tIns="0" rIns="0" bIns="0" rtlCol="0"/>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 level</a:t>
            </a:r>
          </a:p>
          <a:p>
            <a:pPr lvl="6"/>
            <a:r>
              <a:rPr lang="en-US" dirty="0"/>
              <a:t>Seventh level</a:t>
            </a:r>
          </a:p>
          <a:p>
            <a:pPr lvl="7"/>
            <a:r>
              <a:rPr lang="en-US" dirty="0"/>
              <a:t>Eighth level</a:t>
            </a:r>
          </a:p>
          <a:p>
            <a:pPr lvl="8"/>
            <a:r>
              <a:rPr lang="en-US" dirty="0"/>
              <a:t>Ninth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E44E414-3FE9-8140-9FC1-27F6721ECE4A}" type="slidenum">
              <a:rPr lang="en-US" smtClean="0"/>
              <a:t>‹#›</a:t>
            </a:fld>
            <a:endParaRPr lang="en-US"/>
          </a:p>
        </p:txBody>
      </p:sp>
    </p:spTree>
    <p:extLst>
      <p:ext uri="{BB962C8B-B14F-4D97-AF65-F5344CB8AC3E}">
        <p14:creationId xmlns:p14="http://schemas.microsoft.com/office/powerpoint/2010/main" val="3450570241"/>
      </p:ext>
    </p:extLst>
  </p:cSld>
  <p:clrMap bg1="lt1" tx1="dk1" bg2="lt2" tx2="dk2" accent1="accent1" accent2="accent2" accent3="accent3" accent4="accent4" accent5="accent5" accent6="accent6" hlink="hlink" folHlink="folHlink"/>
  <p:notesStyle>
    <a:lvl1pPr marL="182880" indent="-182880" algn="l" defTabSz="914400" rtl="0" eaLnBrk="1" latinLnBrk="0" hangingPunct="1">
      <a:buFont typeface="Arial" panose="020B0604020202020204" pitchFamily="34" charset="0"/>
      <a:buChar char="•"/>
      <a:defRPr sz="1200" kern="1200">
        <a:solidFill>
          <a:schemeClr val="tx1"/>
        </a:solidFill>
        <a:latin typeface="+mn-lt"/>
        <a:ea typeface="+mn-ea"/>
        <a:cs typeface="+mn-cs"/>
      </a:defRPr>
    </a:lvl1pPr>
    <a:lvl2pPr marL="365760" indent="-182880" algn="l" defTabSz="914400" rtl="0" eaLnBrk="1" latinLnBrk="0" hangingPunct="1">
      <a:buFont typeface="Arial" panose="020B0604020202020204" pitchFamily="34" charset="0"/>
      <a:buChar char="–"/>
      <a:defRPr sz="1200" kern="1200">
        <a:solidFill>
          <a:schemeClr val="tx1"/>
        </a:solidFill>
        <a:latin typeface="+mn-lt"/>
        <a:ea typeface="+mn-ea"/>
        <a:cs typeface="+mn-cs"/>
      </a:defRPr>
    </a:lvl2pPr>
    <a:lvl3pPr marL="548640" indent="-182880" algn="l" defTabSz="914400" rtl="0" eaLnBrk="1" latinLnBrk="0" hangingPunct="1">
      <a:buFont typeface="Arial" panose="020B0604020202020204" pitchFamily="34" charset="0"/>
      <a:buChar char="–"/>
      <a:defRPr sz="1200" kern="1200">
        <a:solidFill>
          <a:schemeClr val="tx1"/>
        </a:solidFill>
        <a:latin typeface="+mn-lt"/>
        <a:ea typeface="+mn-ea"/>
        <a:cs typeface="+mn-cs"/>
      </a:defRPr>
    </a:lvl3pPr>
    <a:lvl4pPr marL="731520" indent="-182880" algn="l" defTabSz="914400" rtl="0" eaLnBrk="1" latinLnBrk="0" hangingPunct="1">
      <a:buFont typeface="Arial" panose="020B0604020202020204" pitchFamily="34" charset="0"/>
      <a:buChar char="–"/>
      <a:defRPr sz="1200" kern="1200">
        <a:solidFill>
          <a:schemeClr val="tx1"/>
        </a:solidFill>
        <a:latin typeface="+mn-lt"/>
        <a:ea typeface="+mn-ea"/>
        <a:cs typeface="+mn-cs"/>
      </a:defRPr>
    </a:lvl4pPr>
    <a:lvl5pPr marL="914400" indent="-182880" algn="l" defTabSz="914400" rtl="0" eaLnBrk="1" latinLnBrk="0" hangingPunct="1">
      <a:buFont typeface="Arial" panose="020B0604020202020204" pitchFamily="34" charset="0"/>
      <a:buChar char="–"/>
      <a:defRPr sz="1200" kern="1200">
        <a:solidFill>
          <a:schemeClr val="tx1"/>
        </a:solidFill>
        <a:latin typeface="+mn-lt"/>
        <a:ea typeface="+mn-ea"/>
        <a:cs typeface="+mn-cs"/>
      </a:defRPr>
    </a:lvl5pPr>
    <a:lvl6pPr marL="1097280" indent="-182880" algn="l" defTabSz="914400" rtl="0" eaLnBrk="1" latinLnBrk="0" hangingPunct="1">
      <a:buFont typeface="Arial" panose="020B0604020202020204" pitchFamily="34" charset="0"/>
      <a:buChar char="–"/>
      <a:defRPr sz="1200" kern="1200">
        <a:solidFill>
          <a:schemeClr val="tx1"/>
        </a:solidFill>
        <a:latin typeface="+mn-lt"/>
        <a:ea typeface="+mn-ea"/>
        <a:cs typeface="+mn-cs"/>
      </a:defRPr>
    </a:lvl6pPr>
    <a:lvl7pPr marL="1280160" indent="-182880" algn="l" defTabSz="914400" rtl="0" eaLnBrk="1" latinLnBrk="0" hangingPunct="1">
      <a:buFont typeface="Arial" panose="020B0604020202020204" pitchFamily="34" charset="0"/>
      <a:buChar char="–"/>
      <a:defRPr sz="1200" kern="1200">
        <a:solidFill>
          <a:schemeClr val="tx1"/>
        </a:solidFill>
        <a:latin typeface="+mn-lt"/>
        <a:ea typeface="+mn-ea"/>
        <a:cs typeface="+mn-cs"/>
      </a:defRPr>
    </a:lvl7pPr>
    <a:lvl8pPr marL="1463040" indent="-182880" algn="l" defTabSz="914400" rtl="0" eaLnBrk="1" latinLnBrk="0" hangingPunct="1">
      <a:buFont typeface="Arial" panose="020B0604020202020204" pitchFamily="34" charset="0"/>
      <a:buChar char="–"/>
      <a:defRPr sz="1200" kern="1200">
        <a:solidFill>
          <a:schemeClr val="tx1"/>
        </a:solidFill>
        <a:latin typeface="+mn-lt"/>
        <a:ea typeface="+mn-ea"/>
        <a:cs typeface="+mn-cs"/>
      </a:defRPr>
    </a:lvl8pPr>
    <a:lvl9pPr marL="1645920" indent="-182880" algn="l" defTabSz="914400" rtl="0" eaLnBrk="1" latinLnBrk="0" hangingPunct="1">
      <a:buFont typeface="Arial" panose="020B0604020202020204" pitchFamily="34" charset="0"/>
      <a:buChar char="–"/>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5.emf"/><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6.emf"/><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6.emf"/><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6.emf"/><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1">
    <p:bg>
      <p:bgPr>
        <a:gradFill>
          <a:gsLst>
            <a:gs pos="99000">
              <a:srgbClr val="FDD501"/>
            </a:gs>
            <a:gs pos="1000">
              <a:srgbClr val="E60177"/>
            </a:gs>
          </a:gsLst>
          <a:lin ang="19860000" scaled="0"/>
        </a:gradFill>
        <a:effectLst/>
      </p:bgPr>
    </p:bg>
    <p:spTree>
      <p:nvGrpSpPr>
        <p:cNvPr id="1" name=""/>
        <p:cNvGrpSpPr/>
        <p:nvPr/>
      </p:nvGrpSpPr>
      <p:grpSpPr>
        <a:xfrm>
          <a:off x="0" y="0"/>
          <a:ext cx="0" cy="0"/>
          <a:chOff x="0" y="0"/>
          <a:chExt cx="0" cy="0"/>
        </a:xfrm>
      </p:grpSpPr>
      <p:sp>
        <p:nvSpPr>
          <p:cNvPr id="2" name="Title 2">
            <a:extLst>
              <a:ext uri="{FF2B5EF4-FFF2-40B4-BE49-F238E27FC236}">
                <a16:creationId xmlns:a16="http://schemas.microsoft.com/office/drawing/2014/main" id="{53F8AB78-8FDA-46ED-B308-67C07FAC61F6}"/>
              </a:ext>
            </a:extLst>
          </p:cNvPr>
          <p:cNvSpPr>
            <a:spLocks noGrp="1"/>
          </p:cNvSpPr>
          <p:nvPr>
            <p:ph type="ctrTitle" hasCustomPrompt="1"/>
          </p:nvPr>
        </p:nvSpPr>
        <p:spPr>
          <a:xfrm>
            <a:off x="484632" y="484632"/>
            <a:ext cx="8354568" cy="2944368"/>
          </a:xfrm>
        </p:spPr>
        <p:txBody>
          <a:bodyPr anchor="b"/>
          <a:lstStyle>
            <a:lvl1pPr algn="l">
              <a:lnSpc>
                <a:spcPct val="90000"/>
              </a:lnSpc>
              <a:defRPr sz="6600" spc="-100" baseline="0">
                <a:solidFill>
                  <a:schemeClr val="tx1"/>
                </a:solidFill>
              </a:defRPr>
            </a:lvl1pPr>
          </a:lstStyle>
          <a:p>
            <a:r>
              <a:rPr lang="en-US" dirty="0"/>
              <a:t>[Presentation title]</a:t>
            </a:r>
          </a:p>
        </p:txBody>
      </p:sp>
      <p:sp>
        <p:nvSpPr>
          <p:cNvPr id="3" name="Subtitle 3">
            <a:extLst>
              <a:ext uri="{FF2B5EF4-FFF2-40B4-BE49-F238E27FC236}">
                <a16:creationId xmlns:a16="http://schemas.microsoft.com/office/drawing/2014/main" id="{61892C3E-3DA9-484B-A45D-DEED5EFA6C48}"/>
              </a:ext>
            </a:extLst>
          </p:cNvPr>
          <p:cNvSpPr>
            <a:spLocks noGrp="1"/>
          </p:cNvSpPr>
          <p:nvPr>
            <p:ph type="subTitle" idx="1" hasCustomPrompt="1"/>
          </p:nvPr>
        </p:nvSpPr>
        <p:spPr>
          <a:xfrm>
            <a:off x="484632" y="3723437"/>
            <a:ext cx="8354568" cy="886968"/>
          </a:xfrm>
        </p:spPr>
        <p:txBody>
          <a:bodyPr>
            <a:noAutofit/>
          </a:bodyPr>
          <a:lstStyle>
            <a:lvl1pPr marL="0" indent="0" algn="l">
              <a:lnSpc>
                <a:spcPct val="100000"/>
              </a:lnSpc>
              <a:spcBef>
                <a:spcPts val="0"/>
              </a:spcBef>
              <a:buNone/>
              <a:defRPr sz="1800">
                <a:solidFill>
                  <a:schemeClr val="tx1"/>
                </a:solidFill>
              </a:defRPr>
            </a:lvl1pPr>
            <a:lvl2pPr marL="0" indent="0" algn="l">
              <a:lnSpc>
                <a:spcPct val="100000"/>
              </a:lnSpc>
              <a:spcBef>
                <a:spcPts val="0"/>
              </a:spcBef>
              <a:buNone/>
              <a:defRPr sz="1800">
                <a:solidFill>
                  <a:schemeClr val="tx1"/>
                </a:solidFill>
              </a:defRPr>
            </a:lvl2pPr>
            <a:lvl3pPr marL="0" indent="0" algn="l">
              <a:lnSpc>
                <a:spcPct val="100000"/>
              </a:lnSpc>
              <a:spcBef>
                <a:spcPts val="0"/>
              </a:spcBef>
              <a:buNone/>
              <a:defRPr sz="1800">
                <a:solidFill>
                  <a:schemeClr val="tx1"/>
                </a:solidFill>
              </a:defRPr>
            </a:lvl3pPr>
            <a:lvl4pPr marL="0" indent="0" algn="l">
              <a:lnSpc>
                <a:spcPct val="100000"/>
              </a:lnSpc>
              <a:spcBef>
                <a:spcPts val="0"/>
              </a:spcBef>
              <a:buNone/>
              <a:defRPr sz="1800">
                <a:solidFill>
                  <a:schemeClr val="tx1"/>
                </a:solidFill>
              </a:defRPr>
            </a:lvl4pPr>
            <a:lvl5pPr marL="0" indent="0" algn="l">
              <a:lnSpc>
                <a:spcPct val="100000"/>
              </a:lnSpc>
              <a:spcBef>
                <a:spcPts val="0"/>
              </a:spcBef>
              <a:buNone/>
              <a:defRPr sz="1800">
                <a:solidFill>
                  <a:schemeClr val="tx1"/>
                </a:solidFill>
              </a:defRPr>
            </a:lvl5pPr>
            <a:lvl6pPr marL="0" indent="0" algn="l">
              <a:lnSpc>
                <a:spcPct val="100000"/>
              </a:lnSpc>
              <a:spcBef>
                <a:spcPts val="0"/>
              </a:spcBef>
              <a:buNone/>
              <a:defRPr sz="1800">
                <a:solidFill>
                  <a:schemeClr val="tx1"/>
                </a:solidFill>
              </a:defRPr>
            </a:lvl6pPr>
            <a:lvl7pPr marL="0" indent="0" algn="l">
              <a:lnSpc>
                <a:spcPct val="100000"/>
              </a:lnSpc>
              <a:spcBef>
                <a:spcPts val="0"/>
              </a:spcBef>
              <a:buNone/>
              <a:defRPr sz="1800">
                <a:solidFill>
                  <a:schemeClr val="tx1"/>
                </a:solidFill>
              </a:defRPr>
            </a:lvl7pPr>
            <a:lvl8pPr marL="0" indent="0" algn="l">
              <a:lnSpc>
                <a:spcPct val="100000"/>
              </a:lnSpc>
              <a:spcBef>
                <a:spcPts val="0"/>
              </a:spcBef>
              <a:buNone/>
              <a:defRPr sz="1800">
                <a:solidFill>
                  <a:schemeClr val="tx1"/>
                </a:solidFill>
              </a:defRPr>
            </a:lvl8pPr>
            <a:lvl9pPr marL="0" indent="0" algn="l">
              <a:lnSpc>
                <a:spcPct val="100000"/>
              </a:lnSpc>
              <a:spcBef>
                <a:spcPts val="0"/>
              </a:spcBef>
              <a:buNone/>
              <a:defRPr sz="1800">
                <a:solidFill>
                  <a:schemeClr val="tx1"/>
                </a:solidFill>
              </a:defRPr>
            </a:lvl9pPr>
          </a:lstStyle>
          <a:p>
            <a:r>
              <a:rPr lang="en-US" dirty="0"/>
              <a:t>[Month 00, 0000]</a:t>
            </a:r>
            <a:br>
              <a:rPr lang="en-US" dirty="0"/>
            </a:br>
            <a:r>
              <a:rPr lang="en-US" dirty="0"/>
              <a:t>[Presenter Name]</a:t>
            </a:r>
            <a:br>
              <a:rPr lang="en-US" dirty="0"/>
            </a:br>
            <a:r>
              <a:rPr lang="en-US" dirty="0"/>
              <a:t>[Title]</a:t>
            </a:r>
          </a:p>
        </p:txBody>
      </p:sp>
      <p:sp>
        <p:nvSpPr>
          <p:cNvPr id="4" name="Micron" descr="Micron">
            <a:extLst>
              <a:ext uri="{FF2B5EF4-FFF2-40B4-BE49-F238E27FC236}">
                <a16:creationId xmlns:a16="http://schemas.microsoft.com/office/drawing/2014/main" id="{62FCE3E8-BF0D-133B-F370-3BA0557C7033}"/>
              </a:ext>
            </a:extLst>
          </p:cNvPr>
          <p:cNvSpPr>
            <a:spLocks noEditPoints="1"/>
          </p:cNvSpPr>
          <p:nvPr userDrawn="1"/>
        </p:nvSpPr>
        <p:spPr bwMode="black">
          <a:xfrm>
            <a:off x="481330" y="6087033"/>
            <a:ext cx="1363726" cy="290928"/>
          </a:xfrm>
          <a:custGeom>
            <a:avLst/>
            <a:gdLst>
              <a:gd name="T0" fmla="*/ 2517 w 2879"/>
              <a:gd name="T1" fmla="*/ 180 h 617"/>
              <a:gd name="T2" fmla="*/ 2700 w 2879"/>
              <a:gd name="T3" fmla="*/ 470 h 617"/>
              <a:gd name="T4" fmla="*/ 2879 w 2879"/>
              <a:gd name="T5" fmla="*/ 527 h 617"/>
              <a:gd name="T6" fmla="*/ 2755 w 2879"/>
              <a:gd name="T7" fmla="*/ 607 h 617"/>
              <a:gd name="T8" fmla="*/ 2612 w 2879"/>
              <a:gd name="T9" fmla="*/ 381 h 617"/>
              <a:gd name="T10" fmla="*/ 2422 w 2879"/>
              <a:gd name="T11" fmla="*/ 381 h 617"/>
              <a:gd name="T12" fmla="*/ 2334 w 2879"/>
              <a:gd name="T13" fmla="*/ 607 h 617"/>
              <a:gd name="T14" fmla="*/ 2517 w 2879"/>
              <a:gd name="T15" fmla="*/ 180 h 617"/>
              <a:gd name="T16" fmla="*/ 2037 w 2879"/>
              <a:gd name="T17" fmla="*/ 536 h 617"/>
              <a:gd name="T18" fmla="*/ 2037 w 2879"/>
              <a:gd name="T19" fmla="*/ 260 h 617"/>
              <a:gd name="T20" fmla="*/ 2037 w 2879"/>
              <a:gd name="T21" fmla="*/ 536 h 617"/>
              <a:gd name="T22" fmla="*/ 2037 w 2879"/>
              <a:gd name="T23" fmla="*/ 180 h 617"/>
              <a:gd name="T24" fmla="*/ 2037 w 2879"/>
              <a:gd name="T25" fmla="*/ 617 h 617"/>
              <a:gd name="T26" fmla="*/ 2037 w 2879"/>
              <a:gd name="T27" fmla="*/ 180 h 617"/>
              <a:gd name="T28" fmla="*/ 1715 w 2879"/>
              <a:gd name="T29" fmla="*/ 180 h 617"/>
              <a:gd name="T30" fmla="*/ 1769 w 2879"/>
              <a:gd name="T31" fmla="*/ 270 h 617"/>
              <a:gd name="T32" fmla="*/ 1638 w 2879"/>
              <a:gd name="T33" fmla="*/ 369 h 617"/>
              <a:gd name="T34" fmla="*/ 1552 w 2879"/>
              <a:gd name="T35" fmla="*/ 607 h 617"/>
              <a:gd name="T36" fmla="*/ 1715 w 2879"/>
              <a:gd name="T37" fmla="*/ 180 h 617"/>
              <a:gd name="T38" fmla="*/ 1344 w 2879"/>
              <a:gd name="T39" fmla="*/ 180 h 617"/>
              <a:gd name="T40" fmla="*/ 1430 w 2879"/>
              <a:gd name="T41" fmla="*/ 278 h 617"/>
              <a:gd name="T42" fmla="*/ 1235 w 2879"/>
              <a:gd name="T43" fmla="*/ 398 h 617"/>
              <a:gd name="T44" fmla="*/ 1434 w 2879"/>
              <a:gd name="T45" fmla="*/ 516 h 617"/>
              <a:gd name="T46" fmla="*/ 1344 w 2879"/>
              <a:gd name="T47" fmla="*/ 617 h 617"/>
              <a:gd name="T48" fmla="*/ 1344 w 2879"/>
              <a:gd name="T49" fmla="*/ 180 h 617"/>
              <a:gd name="T50" fmla="*/ 948 w 2879"/>
              <a:gd name="T51" fmla="*/ 190 h 617"/>
              <a:gd name="T52" fmla="*/ 1036 w 2879"/>
              <a:gd name="T53" fmla="*/ 607 h 617"/>
              <a:gd name="T54" fmla="*/ 948 w 2879"/>
              <a:gd name="T55" fmla="*/ 190 h 617"/>
              <a:gd name="T56" fmla="*/ 992 w 2879"/>
              <a:gd name="T57" fmla="*/ 0 h 617"/>
              <a:gd name="T58" fmla="*/ 992 w 2879"/>
              <a:gd name="T59" fmla="*/ 112 h 617"/>
              <a:gd name="T60" fmla="*/ 992 w 2879"/>
              <a:gd name="T61" fmla="*/ 0 h 617"/>
              <a:gd name="T62" fmla="*/ 0 w 2879"/>
              <a:gd name="T63" fmla="*/ 527 h 617"/>
              <a:gd name="T64" fmla="*/ 179 w 2879"/>
              <a:gd name="T65" fmla="*/ 470 h 617"/>
              <a:gd name="T66" fmla="*/ 359 w 2879"/>
              <a:gd name="T67" fmla="*/ 180 h 617"/>
              <a:gd name="T68" fmla="*/ 631 w 2879"/>
              <a:gd name="T69" fmla="*/ 180 h 617"/>
              <a:gd name="T70" fmla="*/ 812 w 2879"/>
              <a:gd name="T71" fmla="*/ 607 h 617"/>
              <a:gd name="T72" fmla="*/ 724 w 2879"/>
              <a:gd name="T73" fmla="*/ 381 h 617"/>
              <a:gd name="T74" fmla="*/ 539 w 2879"/>
              <a:gd name="T75" fmla="*/ 381 h 617"/>
              <a:gd name="T76" fmla="*/ 451 w 2879"/>
              <a:gd name="T77" fmla="*/ 607 h 617"/>
              <a:gd name="T78" fmla="*/ 359 w 2879"/>
              <a:gd name="T79" fmla="*/ 260 h 617"/>
              <a:gd name="T80" fmla="*/ 267 w 2879"/>
              <a:gd name="T81" fmla="*/ 470 h 617"/>
              <a:gd name="T82" fmla="*/ 0 w 2879"/>
              <a:gd name="T83" fmla="*/ 607 h 6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2879" h="617">
                <a:moveTo>
                  <a:pt x="2517" y="180"/>
                </a:moveTo>
                <a:lnTo>
                  <a:pt x="2517" y="180"/>
                </a:lnTo>
                <a:cubicBezTo>
                  <a:pt x="2638" y="180"/>
                  <a:pt x="2700" y="249"/>
                  <a:pt x="2700" y="381"/>
                </a:cubicBezTo>
                <a:lnTo>
                  <a:pt x="2700" y="470"/>
                </a:lnTo>
                <a:cubicBezTo>
                  <a:pt x="2700" y="512"/>
                  <a:pt x="2717" y="527"/>
                  <a:pt x="2755" y="527"/>
                </a:cubicBezTo>
                <a:lnTo>
                  <a:pt x="2879" y="527"/>
                </a:lnTo>
                <a:lnTo>
                  <a:pt x="2879" y="607"/>
                </a:lnTo>
                <a:lnTo>
                  <a:pt x="2755" y="607"/>
                </a:lnTo>
                <a:cubicBezTo>
                  <a:pt x="2660" y="607"/>
                  <a:pt x="2612" y="568"/>
                  <a:pt x="2612" y="470"/>
                </a:cubicBezTo>
                <a:lnTo>
                  <a:pt x="2612" y="381"/>
                </a:lnTo>
                <a:cubicBezTo>
                  <a:pt x="2612" y="300"/>
                  <a:pt x="2579" y="260"/>
                  <a:pt x="2517" y="260"/>
                </a:cubicBezTo>
                <a:cubicBezTo>
                  <a:pt x="2454" y="260"/>
                  <a:pt x="2422" y="300"/>
                  <a:pt x="2422" y="381"/>
                </a:cubicBezTo>
                <a:lnTo>
                  <a:pt x="2422" y="607"/>
                </a:lnTo>
                <a:lnTo>
                  <a:pt x="2334" y="607"/>
                </a:lnTo>
                <a:lnTo>
                  <a:pt x="2334" y="381"/>
                </a:lnTo>
                <a:cubicBezTo>
                  <a:pt x="2334" y="249"/>
                  <a:pt x="2396" y="180"/>
                  <a:pt x="2517" y="180"/>
                </a:cubicBezTo>
                <a:close/>
                <a:moveTo>
                  <a:pt x="2037" y="536"/>
                </a:moveTo>
                <a:lnTo>
                  <a:pt x="2037" y="536"/>
                </a:lnTo>
                <a:cubicBezTo>
                  <a:pt x="2107" y="536"/>
                  <a:pt x="2150" y="489"/>
                  <a:pt x="2150" y="398"/>
                </a:cubicBezTo>
                <a:cubicBezTo>
                  <a:pt x="2150" y="308"/>
                  <a:pt x="2107" y="260"/>
                  <a:pt x="2037" y="260"/>
                </a:cubicBezTo>
                <a:cubicBezTo>
                  <a:pt x="1967" y="260"/>
                  <a:pt x="1924" y="308"/>
                  <a:pt x="1924" y="398"/>
                </a:cubicBezTo>
                <a:cubicBezTo>
                  <a:pt x="1924" y="489"/>
                  <a:pt x="1967" y="536"/>
                  <a:pt x="2037" y="536"/>
                </a:cubicBezTo>
                <a:close/>
                <a:moveTo>
                  <a:pt x="2037" y="180"/>
                </a:moveTo>
                <a:lnTo>
                  <a:pt x="2037" y="180"/>
                </a:lnTo>
                <a:cubicBezTo>
                  <a:pt x="2162" y="180"/>
                  <a:pt x="2239" y="262"/>
                  <a:pt x="2239" y="398"/>
                </a:cubicBezTo>
                <a:cubicBezTo>
                  <a:pt x="2239" y="535"/>
                  <a:pt x="2162" y="617"/>
                  <a:pt x="2037" y="617"/>
                </a:cubicBezTo>
                <a:cubicBezTo>
                  <a:pt x="1912" y="617"/>
                  <a:pt x="1835" y="535"/>
                  <a:pt x="1835" y="398"/>
                </a:cubicBezTo>
                <a:cubicBezTo>
                  <a:pt x="1835" y="262"/>
                  <a:pt x="1912" y="180"/>
                  <a:pt x="2037" y="180"/>
                </a:cubicBezTo>
                <a:close/>
                <a:moveTo>
                  <a:pt x="1715" y="180"/>
                </a:moveTo>
                <a:lnTo>
                  <a:pt x="1715" y="180"/>
                </a:lnTo>
                <a:cubicBezTo>
                  <a:pt x="1743" y="180"/>
                  <a:pt x="1772" y="186"/>
                  <a:pt x="1795" y="194"/>
                </a:cubicBezTo>
                <a:lnTo>
                  <a:pt x="1769" y="270"/>
                </a:lnTo>
                <a:cubicBezTo>
                  <a:pt x="1752" y="263"/>
                  <a:pt x="1735" y="260"/>
                  <a:pt x="1715" y="260"/>
                </a:cubicBezTo>
                <a:cubicBezTo>
                  <a:pt x="1664" y="260"/>
                  <a:pt x="1638" y="297"/>
                  <a:pt x="1638" y="369"/>
                </a:cubicBezTo>
                <a:cubicBezTo>
                  <a:pt x="1638" y="433"/>
                  <a:pt x="1639" y="502"/>
                  <a:pt x="1640" y="607"/>
                </a:cubicBezTo>
                <a:lnTo>
                  <a:pt x="1552" y="607"/>
                </a:lnTo>
                <a:cubicBezTo>
                  <a:pt x="1551" y="502"/>
                  <a:pt x="1550" y="433"/>
                  <a:pt x="1550" y="369"/>
                </a:cubicBezTo>
                <a:cubicBezTo>
                  <a:pt x="1550" y="241"/>
                  <a:pt x="1608" y="180"/>
                  <a:pt x="1715" y="180"/>
                </a:cubicBezTo>
                <a:close/>
                <a:moveTo>
                  <a:pt x="1344" y="180"/>
                </a:moveTo>
                <a:lnTo>
                  <a:pt x="1344" y="180"/>
                </a:lnTo>
                <a:cubicBezTo>
                  <a:pt x="1387" y="180"/>
                  <a:pt x="1423" y="188"/>
                  <a:pt x="1458" y="204"/>
                </a:cubicBezTo>
                <a:lnTo>
                  <a:pt x="1430" y="278"/>
                </a:lnTo>
                <a:cubicBezTo>
                  <a:pt x="1395" y="265"/>
                  <a:pt x="1370" y="260"/>
                  <a:pt x="1344" y="260"/>
                </a:cubicBezTo>
                <a:cubicBezTo>
                  <a:pt x="1277" y="260"/>
                  <a:pt x="1235" y="308"/>
                  <a:pt x="1235" y="398"/>
                </a:cubicBezTo>
                <a:cubicBezTo>
                  <a:pt x="1235" y="489"/>
                  <a:pt x="1277" y="536"/>
                  <a:pt x="1344" y="536"/>
                </a:cubicBezTo>
                <a:cubicBezTo>
                  <a:pt x="1371" y="536"/>
                  <a:pt x="1397" y="531"/>
                  <a:pt x="1434" y="516"/>
                </a:cubicBezTo>
                <a:lnTo>
                  <a:pt x="1465" y="590"/>
                </a:lnTo>
                <a:cubicBezTo>
                  <a:pt x="1427" y="608"/>
                  <a:pt x="1384" y="617"/>
                  <a:pt x="1344" y="617"/>
                </a:cubicBezTo>
                <a:cubicBezTo>
                  <a:pt x="1223" y="617"/>
                  <a:pt x="1145" y="535"/>
                  <a:pt x="1145" y="398"/>
                </a:cubicBezTo>
                <a:cubicBezTo>
                  <a:pt x="1145" y="262"/>
                  <a:pt x="1223" y="180"/>
                  <a:pt x="1344" y="180"/>
                </a:cubicBezTo>
                <a:close/>
                <a:moveTo>
                  <a:pt x="948" y="190"/>
                </a:moveTo>
                <a:lnTo>
                  <a:pt x="948" y="190"/>
                </a:lnTo>
                <a:lnTo>
                  <a:pt x="1036" y="190"/>
                </a:lnTo>
                <a:lnTo>
                  <a:pt x="1036" y="607"/>
                </a:lnTo>
                <a:lnTo>
                  <a:pt x="948" y="607"/>
                </a:lnTo>
                <a:lnTo>
                  <a:pt x="948" y="190"/>
                </a:lnTo>
                <a:close/>
                <a:moveTo>
                  <a:pt x="992" y="0"/>
                </a:moveTo>
                <a:lnTo>
                  <a:pt x="992" y="0"/>
                </a:lnTo>
                <a:cubicBezTo>
                  <a:pt x="1023" y="0"/>
                  <a:pt x="1049" y="25"/>
                  <a:pt x="1049" y="56"/>
                </a:cubicBezTo>
                <a:cubicBezTo>
                  <a:pt x="1049" y="87"/>
                  <a:pt x="1023" y="112"/>
                  <a:pt x="992" y="112"/>
                </a:cubicBezTo>
                <a:cubicBezTo>
                  <a:pt x="961" y="112"/>
                  <a:pt x="936" y="87"/>
                  <a:pt x="936" y="56"/>
                </a:cubicBezTo>
                <a:cubicBezTo>
                  <a:pt x="936" y="25"/>
                  <a:pt x="961" y="0"/>
                  <a:pt x="992" y="0"/>
                </a:cubicBezTo>
                <a:close/>
                <a:moveTo>
                  <a:pt x="0" y="527"/>
                </a:moveTo>
                <a:lnTo>
                  <a:pt x="0" y="527"/>
                </a:lnTo>
                <a:lnTo>
                  <a:pt x="124" y="527"/>
                </a:lnTo>
                <a:cubicBezTo>
                  <a:pt x="162" y="527"/>
                  <a:pt x="179" y="512"/>
                  <a:pt x="179" y="470"/>
                </a:cubicBezTo>
                <a:lnTo>
                  <a:pt x="179" y="381"/>
                </a:lnTo>
                <a:cubicBezTo>
                  <a:pt x="179" y="249"/>
                  <a:pt x="241" y="180"/>
                  <a:pt x="359" y="180"/>
                </a:cubicBezTo>
                <a:cubicBezTo>
                  <a:pt x="421" y="180"/>
                  <a:pt x="468" y="202"/>
                  <a:pt x="496" y="244"/>
                </a:cubicBezTo>
                <a:cubicBezTo>
                  <a:pt x="525" y="202"/>
                  <a:pt x="570" y="180"/>
                  <a:pt x="631" y="180"/>
                </a:cubicBezTo>
                <a:cubicBezTo>
                  <a:pt x="750" y="180"/>
                  <a:pt x="812" y="249"/>
                  <a:pt x="812" y="381"/>
                </a:cubicBezTo>
                <a:lnTo>
                  <a:pt x="812" y="607"/>
                </a:lnTo>
                <a:lnTo>
                  <a:pt x="724" y="607"/>
                </a:lnTo>
                <a:lnTo>
                  <a:pt x="724" y="381"/>
                </a:lnTo>
                <a:cubicBezTo>
                  <a:pt x="724" y="300"/>
                  <a:pt x="691" y="260"/>
                  <a:pt x="631" y="260"/>
                </a:cubicBezTo>
                <a:cubicBezTo>
                  <a:pt x="572" y="260"/>
                  <a:pt x="539" y="300"/>
                  <a:pt x="539" y="381"/>
                </a:cubicBezTo>
                <a:lnTo>
                  <a:pt x="539" y="607"/>
                </a:lnTo>
                <a:lnTo>
                  <a:pt x="451" y="607"/>
                </a:lnTo>
                <a:lnTo>
                  <a:pt x="451" y="381"/>
                </a:lnTo>
                <a:cubicBezTo>
                  <a:pt x="451" y="300"/>
                  <a:pt x="419" y="260"/>
                  <a:pt x="359" y="260"/>
                </a:cubicBezTo>
                <a:cubicBezTo>
                  <a:pt x="300" y="260"/>
                  <a:pt x="267" y="300"/>
                  <a:pt x="267" y="381"/>
                </a:cubicBezTo>
                <a:lnTo>
                  <a:pt x="267" y="470"/>
                </a:lnTo>
                <a:cubicBezTo>
                  <a:pt x="267" y="568"/>
                  <a:pt x="219" y="607"/>
                  <a:pt x="124" y="607"/>
                </a:cubicBezTo>
                <a:lnTo>
                  <a:pt x="0" y="607"/>
                </a:lnTo>
                <a:lnTo>
                  <a:pt x="0" y="527"/>
                </a:lnTo>
                <a:close/>
              </a:path>
            </a:pathLst>
          </a:custGeom>
          <a:solidFill>
            <a:schemeClr val="tx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7" name="Rectangle 6">
            <a:extLst>
              <a:ext uri="{FF2B5EF4-FFF2-40B4-BE49-F238E27FC236}">
                <a16:creationId xmlns:a16="http://schemas.microsoft.com/office/drawing/2014/main" id="{03EAB596-2816-934A-F43F-7E02A732003D}"/>
              </a:ext>
            </a:extLst>
          </p:cNvPr>
          <p:cNvSpPr>
            <a:spLocks noGrp="1" noRot="1" noMove="1" noResize="1" noEditPoints="1" noAdjustHandles="1" noChangeArrowheads="1" noChangeShapeType="1"/>
          </p:cNvSpPr>
          <p:nvPr userDrawn="1"/>
        </p:nvSpPr>
        <p:spPr>
          <a:xfrm>
            <a:off x="2242457" y="6429829"/>
            <a:ext cx="9949543" cy="428171"/>
          </a:xfrm>
          <a:prstGeom prst="rect">
            <a:avLst/>
          </a:prstGeom>
          <a:gradFill>
            <a:gsLst>
              <a:gs pos="86000">
                <a:srgbClr val="F69525"/>
              </a:gs>
              <a:gs pos="54000">
                <a:srgbClr val="F1673E"/>
              </a:gs>
              <a:gs pos="100000">
                <a:srgbClr val="F8A71B"/>
              </a:gs>
              <a:gs pos="25000">
                <a:srgbClr val="ED3E55"/>
              </a:gs>
              <a:gs pos="0">
                <a:srgbClr val="EA2265"/>
              </a:gs>
            </a:gsLst>
            <a:lin ang="19860000" scaled="0"/>
          </a:gradFill>
          <a:ln w="6350" cap="sq">
            <a:miter lim="800000"/>
          </a:ln>
        </p:spPr>
        <p:style>
          <a:lnRef idx="0">
            <a:schemeClr val="tx1"/>
          </a:lnRef>
          <a:fillRef idx="1">
            <a:schemeClr val="tx1"/>
          </a:fillRef>
          <a:effectRef idx="0">
            <a:srgbClr val="000000"/>
          </a:effectRef>
          <a:fontRef idx="minor">
            <a:schemeClr val="bg1"/>
          </a:fontRef>
        </p:style>
        <p:txBody>
          <a:bodyPr rtlCol="0" anchor="ctr"/>
          <a:lstStyle/>
          <a:p>
            <a:pPr algn="ctr">
              <a:lnSpc>
                <a:spcPct val="100000"/>
              </a:lnSpc>
            </a:pPr>
            <a:endParaRPr lang="en-US" sz="1800"/>
          </a:p>
        </p:txBody>
      </p:sp>
    </p:spTree>
    <p:extLst>
      <p:ext uri="{BB962C8B-B14F-4D97-AF65-F5344CB8AC3E}">
        <p14:creationId xmlns:p14="http://schemas.microsoft.com/office/powerpoint/2010/main" val="2975191041"/>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5568" userDrawn="1">
          <p15:clr>
            <a:srgbClr val="C35EA4"/>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Slide 2">
    <p:bg>
      <p:bgPr>
        <a:gradFill>
          <a:gsLst>
            <a:gs pos="0">
              <a:srgbClr val="BD03F7"/>
            </a:gs>
            <a:gs pos="50000">
              <a:srgbClr val="3539F4"/>
            </a:gs>
            <a:gs pos="100000">
              <a:srgbClr val="0068FF"/>
            </a:gs>
          </a:gsLst>
          <a:lin ang="3600000" scaled="0"/>
        </a:gradFill>
        <a:effectLst/>
      </p:bgPr>
    </p:bg>
    <p:spTree>
      <p:nvGrpSpPr>
        <p:cNvPr id="1" name=""/>
        <p:cNvGrpSpPr/>
        <p:nvPr/>
      </p:nvGrpSpPr>
      <p:grpSpPr>
        <a:xfrm>
          <a:off x="0" y="0"/>
          <a:ext cx="0" cy="0"/>
          <a:chOff x="0" y="0"/>
          <a:chExt cx="0" cy="0"/>
        </a:xfrm>
      </p:grpSpPr>
      <p:sp>
        <p:nvSpPr>
          <p:cNvPr id="2" name="Title 2">
            <a:extLst>
              <a:ext uri="{FF2B5EF4-FFF2-40B4-BE49-F238E27FC236}">
                <a16:creationId xmlns:a16="http://schemas.microsoft.com/office/drawing/2014/main" id="{53F8AB78-8FDA-46ED-B308-67C07FAC61F6}"/>
              </a:ext>
            </a:extLst>
          </p:cNvPr>
          <p:cNvSpPr>
            <a:spLocks noGrp="1"/>
          </p:cNvSpPr>
          <p:nvPr>
            <p:ph type="ctrTitle" hasCustomPrompt="1"/>
          </p:nvPr>
        </p:nvSpPr>
        <p:spPr>
          <a:xfrm>
            <a:off x="484632" y="484632"/>
            <a:ext cx="8354568" cy="2944368"/>
          </a:xfrm>
        </p:spPr>
        <p:txBody>
          <a:bodyPr anchor="b"/>
          <a:lstStyle>
            <a:lvl1pPr algn="l">
              <a:lnSpc>
                <a:spcPct val="90000"/>
              </a:lnSpc>
              <a:defRPr sz="6600" spc="-100" baseline="0">
                <a:solidFill>
                  <a:schemeClr val="tx1"/>
                </a:solidFill>
              </a:defRPr>
            </a:lvl1pPr>
          </a:lstStyle>
          <a:p>
            <a:r>
              <a:rPr lang="en-US" dirty="0"/>
              <a:t>[Presentation title]</a:t>
            </a:r>
          </a:p>
        </p:txBody>
      </p:sp>
      <p:sp>
        <p:nvSpPr>
          <p:cNvPr id="3" name="Subtitle 3">
            <a:extLst>
              <a:ext uri="{FF2B5EF4-FFF2-40B4-BE49-F238E27FC236}">
                <a16:creationId xmlns:a16="http://schemas.microsoft.com/office/drawing/2014/main" id="{61892C3E-3DA9-484B-A45D-DEED5EFA6C48}"/>
              </a:ext>
            </a:extLst>
          </p:cNvPr>
          <p:cNvSpPr>
            <a:spLocks noGrp="1"/>
          </p:cNvSpPr>
          <p:nvPr>
            <p:ph type="subTitle" idx="1" hasCustomPrompt="1"/>
          </p:nvPr>
        </p:nvSpPr>
        <p:spPr>
          <a:xfrm>
            <a:off x="484632" y="3723437"/>
            <a:ext cx="8354568" cy="886968"/>
          </a:xfrm>
        </p:spPr>
        <p:txBody>
          <a:bodyPr>
            <a:noAutofit/>
          </a:bodyPr>
          <a:lstStyle>
            <a:lvl1pPr marL="0" indent="0" algn="l">
              <a:lnSpc>
                <a:spcPct val="100000"/>
              </a:lnSpc>
              <a:spcBef>
                <a:spcPts val="0"/>
              </a:spcBef>
              <a:buNone/>
              <a:defRPr sz="1800">
                <a:solidFill>
                  <a:schemeClr val="tx1"/>
                </a:solidFill>
              </a:defRPr>
            </a:lvl1pPr>
            <a:lvl2pPr marL="0" indent="0" algn="l">
              <a:lnSpc>
                <a:spcPct val="100000"/>
              </a:lnSpc>
              <a:spcBef>
                <a:spcPts val="0"/>
              </a:spcBef>
              <a:buNone/>
              <a:defRPr sz="1800">
                <a:solidFill>
                  <a:schemeClr val="tx1"/>
                </a:solidFill>
              </a:defRPr>
            </a:lvl2pPr>
            <a:lvl3pPr marL="0" indent="0" algn="l">
              <a:lnSpc>
                <a:spcPct val="100000"/>
              </a:lnSpc>
              <a:spcBef>
                <a:spcPts val="0"/>
              </a:spcBef>
              <a:buNone/>
              <a:defRPr sz="1800">
                <a:solidFill>
                  <a:schemeClr val="tx1"/>
                </a:solidFill>
              </a:defRPr>
            </a:lvl3pPr>
            <a:lvl4pPr marL="0" indent="0" algn="l">
              <a:lnSpc>
                <a:spcPct val="100000"/>
              </a:lnSpc>
              <a:spcBef>
                <a:spcPts val="0"/>
              </a:spcBef>
              <a:buNone/>
              <a:defRPr sz="1800">
                <a:solidFill>
                  <a:schemeClr val="tx1"/>
                </a:solidFill>
              </a:defRPr>
            </a:lvl4pPr>
            <a:lvl5pPr marL="0" indent="0" algn="l">
              <a:lnSpc>
                <a:spcPct val="100000"/>
              </a:lnSpc>
              <a:spcBef>
                <a:spcPts val="0"/>
              </a:spcBef>
              <a:buNone/>
              <a:defRPr sz="1800">
                <a:solidFill>
                  <a:schemeClr val="tx1"/>
                </a:solidFill>
              </a:defRPr>
            </a:lvl5pPr>
            <a:lvl6pPr marL="0" indent="0" algn="l">
              <a:lnSpc>
                <a:spcPct val="100000"/>
              </a:lnSpc>
              <a:spcBef>
                <a:spcPts val="0"/>
              </a:spcBef>
              <a:buNone/>
              <a:defRPr sz="1800">
                <a:solidFill>
                  <a:schemeClr val="tx1"/>
                </a:solidFill>
              </a:defRPr>
            </a:lvl6pPr>
            <a:lvl7pPr marL="0" indent="0" algn="l">
              <a:lnSpc>
                <a:spcPct val="100000"/>
              </a:lnSpc>
              <a:spcBef>
                <a:spcPts val="0"/>
              </a:spcBef>
              <a:buNone/>
              <a:defRPr sz="1800">
                <a:solidFill>
                  <a:schemeClr val="tx1"/>
                </a:solidFill>
              </a:defRPr>
            </a:lvl7pPr>
            <a:lvl8pPr marL="0" indent="0" algn="l">
              <a:lnSpc>
                <a:spcPct val="100000"/>
              </a:lnSpc>
              <a:spcBef>
                <a:spcPts val="0"/>
              </a:spcBef>
              <a:buNone/>
              <a:defRPr sz="1800">
                <a:solidFill>
                  <a:schemeClr val="tx1"/>
                </a:solidFill>
              </a:defRPr>
            </a:lvl8pPr>
            <a:lvl9pPr marL="0" indent="0" algn="l">
              <a:lnSpc>
                <a:spcPct val="100000"/>
              </a:lnSpc>
              <a:spcBef>
                <a:spcPts val="0"/>
              </a:spcBef>
              <a:buNone/>
              <a:defRPr sz="1800">
                <a:solidFill>
                  <a:schemeClr val="tx1"/>
                </a:solidFill>
              </a:defRPr>
            </a:lvl9pPr>
          </a:lstStyle>
          <a:p>
            <a:r>
              <a:rPr lang="en-US" dirty="0"/>
              <a:t>[Month 00, 0000]</a:t>
            </a:r>
            <a:br>
              <a:rPr lang="en-US" dirty="0"/>
            </a:br>
            <a:r>
              <a:rPr lang="en-US" dirty="0"/>
              <a:t>[Presenter Name]</a:t>
            </a:r>
            <a:br>
              <a:rPr lang="en-US" dirty="0"/>
            </a:br>
            <a:r>
              <a:rPr lang="en-US" dirty="0"/>
              <a:t>[Title]</a:t>
            </a:r>
          </a:p>
        </p:txBody>
      </p:sp>
      <p:sp>
        <p:nvSpPr>
          <p:cNvPr id="4" name="Micron" descr="Micron">
            <a:extLst>
              <a:ext uri="{FF2B5EF4-FFF2-40B4-BE49-F238E27FC236}">
                <a16:creationId xmlns:a16="http://schemas.microsoft.com/office/drawing/2014/main" id="{BBF4D2F9-F0B4-525A-8A33-F23EB5E13904}"/>
              </a:ext>
            </a:extLst>
          </p:cNvPr>
          <p:cNvSpPr>
            <a:spLocks noEditPoints="1"/>
          </p:cNvSpPr>
          <p:nvPr userDrawn="1"/>
        </p:nvSpPr>
        <p:spPr bwMode="black">
          <a:xfrm>
            <a:off x="481330" y="6087033"/>
            <a:ext cx="1363726" cy="290928"/>
          </a:xfrm>
          <a:custGeom>
            <a:avLst/>
            <a:gdLst>
              <a:gd name="T0" fmla="*/ 2517 w 2879"/>
              <a:gd name="T1" fmla="*/ 180 h 617"/>
              <a:gd name="T2" fmla="*/ 2700 w 2879"/>
              <a:gd name="T3" fmla="*/ 470 h 617"/>
              <a:gd name="T4" fmla="*/ 2879 w 2879"/>
              <a:gd name="T5" fmla="*/ 527 h 617"/>
              <a:gd name="T6" fmla="*/ 2755 w 2879"/>
              <a:gd name="T7" fmla="*/ 607 h 617"/>
              <a:gd name="T8" fmla="*/ 2612 w 2879"/>
              <a:gd name="T9" fmla="*/ 381 h 617"/>
              <a:gd name="T10" fmla="*/ 2422 w 2879"/>
              <a:gd name="T11" fmla="*/ 381 h 617"/>
              <a:gd name="T12" fmla="*/ 2334 w 2879"/>
              <a:gd name="T13" fmla="*/ 607 h 617"/>
              <a:gd name="T14" fmla="*/ 2517 w 2879"/>
              <a:gd name="T15" fmla="*/ 180 h 617"/>
              <a:gd name="T16" fmla="*/ 2037 w 2879"/>
              <a:gd name="T17" fmla="*/ 536 h 617"/>
              <a:gd name="T18" fmla="*/ 2037 w 2879"/>
              <a:gd name="T19" fmla="*/ 260 h 617"/>
              <a:gd name="T20" fmla="*/ 2037 w 2879"/>
              <a:gd name="T21" fmla="*/ 536 h 617"/>
              <a:gd name="T22" fmla="*/ 2037 w 2879"/>
              <a:gd name="T23" fmla="*/ 180 h 617"/>
              <a:gd name="T24" fmla="*/ 2037 w 2879"/>
              <a:gd name="T25" fmla="*/ 617 h 617"/>
              <a:gd name="T26" fmla="*/ 2037 w 2879"/>
              <a:gd name="T27" fmla="*/ 180 h 617"/>
              <a:gd name="T28" fmla="*/ 1715 w 2879"/>
              <a:gd name="T29" fmla="*/ 180 h 617"/>
              <a:gd name="T30" fmla="*/ 1769 w 2879"/>
              <a:gd name="T31" fmla="*/ 270 h 617"/>
              <a:gd name="T32" fmla="*/ 1638 w 2879"/>
              <a:gd name="T33" fmla="*/ 369 h 617"/>
              <a:gd name="T34" fmla="*/ 1552 w 2879"/>
              <a:gd name="T35" fmla="*/ 607 h 617"/>
              <a:gd name="T36" fmla="*/ 1715 w 2879"/>
              <a:gd name="T37" fmla="*/ 180 h 617"/>
              <a:gd name="T38" fmla="*/ 1344 w 2879"/>
              <a:gd name="T39" fmla="*/ 180 h 617"/>
              <a:gd name="T40" fmla="*/ 1430 w 2879"/>
              <a:gd name="T41" fmla="*/ 278 h 617"/>
              <a:gd name="T42" fmla="*/ 1235 w 2879"/>
              <a:gd name="T43" fmla="*/ 398 h 617"/>
              <a:gd name="T44" fmla="*/ 1434 w 2879"/>
              <a:gd name="T45" fmla="*/ 516 h 617"/>
              <a:gd name="T46" fmla="*/ 1344 w 2879"/>
              <a:gd name="T47" fmla="*/ 617 h 617"/>
              <a:gd name="T48" fmla="*/ 1344 w 2879"/>
              <a:gd name="T49" fmla="*/ 180 h 617"/>
              <a:gd name="T50" fmla="*/ 948 w 2879"/>
              <a:gd name="T51" fmla="*/ 190 h 617"/>
              <a:gd name="T52" fmla="*/ 1036 w 2879"/>
              <a:gd name="T53" fmla="*/ 607 h 617"/>
              <a:gd name="T54" fmla="*/ 948 w 2879"/>
              <a:gd name="T55" fmla="*/ 190 h 617"/>
              <a:gd name="T56" fmla="*/ 992 w 2879"/>
              <a:gd name="T57" fmla="*/ 0 h 617"/>
              <a:gd name="T58" fmla="*/ 992 w 2879"/>
              <a:gd name="T59" fmla="*/ 112 h 617"/>
              <a:gd name="T60" fmla="*/ 992 w 2879"/>
              <a:gd name="T61" fmla="*/ 0 h 617"/>
              <a:gd name="T62" fmla="*/ 0 w 2879"/>
              <a:gd name="T63" fmla="*/ 527 h 617"/>
              <a:gd name="T64" fmla="*/ 179 w 2879"/>
              <a:gd name="T65" fmla="*/ 470 h 617"/>
              <a:gd name="T66" fmla="*/ 359 w 2879"/>
              <a:gd name="T67" fmla="*/ 180 h 617"/>
              <a:gd name="T68" fmla="*/ 631 w 2879"/>
              <a:gd name="T69" fmla="*/ 180 h 617"/>
              <a:gd name="T70" fmla="*/ 812 w 2879"/>
              <a:gd name="T71" fmla="*/ 607 h 617"/>
              <a:gd name="T72" fmla="*/ 724 w 2879"/>
              <a:gd name="T73" fmla="*/ 381 h 617"/>
              <a:gd name="T74" fmla="*/ 539 w 2879"/>
              <a:gd name="T75" fmla="*/ 381 h 617"/>
              <a:gd name="T76" fmla="*/ 451 w 2879"/>
              <a:gd name="T77" fmla="*/ 607 h 617"/>
              <a:gd name="T78" fmla="*/ 359 w 2879"/>
              <a:gd name="T79" fmla="*/ 260 h 617"/>
              <a:gd name="T80" fmla="*/ 267 w 2879"/>
              <a:gd name="T81" fmla="*/ 470 h 617"/>
              <a:gd name="T82" fmla="*/ 0 w 2879"/>
              <a:gd name="T83" fmla="*/ 607 h 6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2879" h="617">
                <a:moveTo>
                  <a:pt x="2517" y="180"/>
                </a:moveTo>
                <a:lnTo>
                  <a:pt x="2517" y="180"/>
                </a:lnTo>
                <a:cubicBezTo>
                  <a:pt x="2638" y="180"/>
                  <a:pt x="2700" y="249"/>
                  <a:pt x="2700" y="381"/>
                </a:cubicBezTo>
                <a:lnTo>
                  <a:pt x="2700" y="470"/>
                </a:lnTo>
                <a:cubicBezTo>
                  <a:pt x="2700" y="512"/>
                  <a:pt x="2717" y="527"/>
                  <a:pt x="2755" y="527"/>
                </a:cubicBezTo>
                <a:lnTo>
                  <a:pt x="2879" y="527"/>
                </a:lnTo>
                <a:lnTo>
                  <a:pt x="2879" y="607"/>
                </a:lnTo>
                <a:lnTo>
                  <a:pt x="2755" y="607"/>
                </a:lnTo>
                <a:cubicBezTo>
                  <a:pt x="2660" y="607"/>
                  <a:pt x="2612" y="568"/>
                  <a:pt x="2612" y="470"/>
                </a:cubicBezTo>
                <a:lnTo>
                  <a:pt x="2612" y="381"/>
                </a:lnTo>
                <a:cubicBezTo>
                  <a:pt x="2612" y="300"/>
                  <a:pt x="2579" y="260"/>
                  <a:pt x="2517" y="260"/>
                </a:cubicBezTo>
                <a:cubicBezTo>
                  <a:pt x="2454" y="260"/>
                  <a:pt x="2422" y="300"/>
                  <a:pt x="2422" y="381"/>
                </a:cubicBezTo>
                <a:lnTo>
                  <a:pt x="2422" y="607"/>
                </a:lnTo>
                <a:lnTo>
                  <a:pt x="2334" y="607"/>
                </a:lnTo>
                <a:lnTo>
                  <a:pt x="2334" y="381"/>
                </a:lnTo>
                <a:cubicBezTo>
                  <a:pt x="2334" y="249"/>
                  <a:pt x="2396" y="180"/>
                  <a:pt x="2517" y="180"/>
                </a:cubicBezTo>
                <a:close/>
                <a:moveTo>
                  <a:pt x="2037" y="536"/>
                </a:moveTo>
                <a:lnTo>
                  <a:pt x="2037" y="536"/>
                </a:lnTo>
                <a:cubicBezTo>
                  <a:pt x="2107" y="536"/>
                  <a:pt x="2150" y="489"/>
                  <a:pt x="2150" y="398"/>
                </a:cubicBezTo>
                <a:cubicBezTo>
                  <a:pt x="2150" y="308"/>
                  <a:pt x="2107" y="260"/>
                  <a:pt x="2037" y="260"/>
                </a:cubicBezTo>
                <a:cubicBezTo>
                  <a:pt x="1967" y="260"/>
                  <a:pt x="1924" y="308"/>
                  <a:pt x="1924" y="398"/>
                </a:cubicBezTo>
                <a:cubicBezTo>
                  <a:pt x="1924" y="489"/>
                  <a:pt x="1967" y="536"/>
                  <a:pt x="2037" y="536"/>
                </a:cubicBezTo>
                <a:close/>
                <a:moveTo>
                  <a:pt x="2037" y="180"/>
                </a:moveTo>
                <a:lnTo>
                  <a:pt x="2037" y="180"/>
                </a:lnTo>
                <a:cubicBezTo>
                  <a:pt x="2162" y="180"/>
                  <a:pt x="2239" y="262"/>
                  <a:pt x="2239" y="398"/>
                </a:cubicBezTo>
                <a:cubicBezTo>
                  <a:pt x="2239" y="535"/>
                  <a:pt x="2162" y="617"/>
                  <a:pt x="2037" y="617"/>
                </a:cubicBezTo>
                <a:cubicBezTo>
                  <a:pt x="1912" y="617"/>
                  <a:pt x="1835" y="535"/>
                  <a:pt x="1835" y="398"/>
                </a:cubicBezTo>
                <a:cubicBezTo>
                  <a:pt x="1835" y="262"/>
                  <a:pt x="1912" y="180"/>
                  <a:pt x="2037" y="180"/>
                </a:cubicBezTo>
                <a:close/>
                <a:moveTo>
                  <a:pt x="1715" y="180"/>
                </a:moveTo>
                <a:lnTo>
                  <a:pt x="1715" y="180"/>
                </a:lnTo>
                <a:cubicBezTo>
                  <a:pt x="1743" y="180"/>
                  <a:pt x="1772" y="186"/>
                  <a:pt x="1795" y="194"/>
                </a:cubicBezTo>
                <a:lnTo>
                  <a:pt x="1769" y="270"/>
                </a:lnTo>
                <a:cubicBezTo>
                  <a:pt x="1752" y="263"/>
                  <a:pt x="1735" y="260"/>
                  <a:pt x="1715" y="260"/>
                </a:cubicBezTo>
                <a:cubicBezTo>
                  <a:pt x="1664" y="260"/>
                  <a:pt x="1638" y="297"/>
                  <a:pt x="1638" y="369"/>
                </a:cubicBezTo>
                <a:cubicBezTo>
                  <a:pt x="1638" y="433"/>
                  <a:pt x="1639" y="502"/>
                  <a:pt x="1640" y="607"/>
                </a:cubicBezTo>
                <a:lnTo>
                  <a:pt x="1552" y="607"/>
                </a:lnTo>
                <a:cubicBezTo>
                  <a:pt x="1551" y="502"/>
                  <a:pt x="1550" y="433"/>
                  <a:pt x="1550" y="369"/>
                </a:cubicBezTo>
                <a:cubicBezTo>
                  <a:pt x="1550" y="241"/>
                  <a:pt x="1608" y="180"/>
                  <a:pt x="1715" y="180"/>
                </a:cubicBezTo>
                <a:close/>
                <a:moveTo>
                  <a:pt x="1344" y="180"/>
                </a:moveTo>
                <a:lnTo>
                  <a:pt x="1344" y="180"/>
                </a:lnTo>
                <a:cubicBezTo>
                  <a:pt x="1387" y="180"/>
                  <a:pt x="1423" y="188"/>
                  <a:pt x="1458" y="204"/>
                </a:cubicBezTo>
                <a:lnTo>
                  <a:pt x="1430" y="278"/>
                </a:lnTo>
                <a:cubicBezTo>
                  <a:pt x="1395" y="265"/>
                  <a:pt x="1370" y="260"/>
                  <a:pt x="1344" y="260"/>
                </a:cubicBezTo>
                <a:cubicBezTo>
                  <a:pt x="1277" y="260"/>
                  <a:pt x="1235" y="308"/>
                  <a:pt x="1235" y="398"/>
                </a:cubicBezTo>
                <a:cubicBezTo>
                  <a:pt x="1235" y="489"/>
                  <a:pt x="1277" y="536"/>
                  <a:pt x="1344" y="536"/>
                </a:cubicBezTo>
                <a:cubicBezTo>
                  <a:pt x="1371" y="536"/>
                  <a:pt x="1397" y="531"/>
                  <a:pt x="1434" y="516"/>
                </a:cubicBezTo>
                <a:lnTo>
                  <a:pt x="1465" y="590"/>
                </a:lnTo>
                <a:cubicBezTo>
                  <a:pt x="1427" y="608"/>
                  <a:pt x="1384" y="617"/>
                  <a:pt x="1344" y="617"/>
                </a:cubicBezTo>
                <a:cubicBezTo>
                  <a:pt x="1223" y="617"/>
                  <a:pt x="1145" y="535"/>
                  <a:pt x="1145" y="398"/>
                </a:cubicBezTo>
                <a:cubicBezTo>
                  <a:pt x="1145" y="262"/>
                  <a:pt x="1223" y="180"/>
                  <a:pt x="1344" y="180"/>
                </a:cubicBezTo>
                <a:close/>
                <a:moveTo>
                  <a:pt x="948" y="190"/>
                </a:moveTo>
                <a:lnTo>
                  <a:pt x="948" y="190"/>
                </a:lnTo>
                <a:lnTo>
                  <a:pt x="1036" y="190"/>
                </a:lnTo>
                <a:lnTo>
                  <a:pt x="1036" y="607"/>
                </a:lnTo>
                <a:lnTo>
                  <a:pt x="948" y="607"/>
                </a:lnTo>
                <a:lnTo>
                  <a:pt x="948" y="190"/>
                </a:lnTo>
                <a:close/>
                <a:moveTo>
                  <a:pt x="992" y="0"/>
                </a:moveTo>
                <a:lnTo>
                  <a:pt x="992" y="0"/>
                </a:lnTo>
                <a:cubicBezTo>
                  <a:pt x="1023" y="0"/>
                  <a:pt x="1049" y="25"/>
                  <a:pt x="1049" y="56"/>
                </a:cubicBezTo>
                <a:cubicBezTo>
                  <a:pt x="1049" y="87"/>
                  <a:pt x="1023" y="112"/>
                  <a:pt x="992" y="112"/>
                </a:cubicBezTo>
                <a:cubicBezTo>
                  <a:pt x="961" y="112"/>
                  <a:pt x="936" y="87"/>
                  <a:pt x="936" y="56"/>
                </a:cubicBezTo>
                <a:cubicBezTo>
                  <a:pt x="936" y="25"/>
                  <a:pt x="961" y="0"/>
                  <a:pt x="992" y="0"/>
                </a:cubicBezTo>
                <a:close/>
                <a:moveTo>
                  <a:pt x="0" y="527"/>
                </a:moveTo>
                <a:lnTo>
                  <a:pt x="0" y="527"/>
                </a:lnTo>
                <a:lnTo>
                  <a:pt x="124" y="527"/>
                </a:lnTo>
                <a:cubicBezTo>
                  <a:pt x="162" y="527"/>
                  <a:pt x="179" y="512"/>
                  <a:pt x="179" y="470"/>
                </a:cubicBezTo>
                <a:lnTo>
                  <a:pt x="179" y="381"/>
                </a:lnTo>
                <a:cubicBezTo>
                  <a:pt x="179" y="249"/>
                  <a:pt x="241" y="180"/>
                  <a:pt x="359" y="180"/>
                </a:cubicBezTo>
                <a:cubicBezTo>
                  <a:pt x="421" y="180"/>
                  <a:pt x="468" y="202"/>
                  <a:pt x="496" y="244"/>
                </a:cubicBezTo>
                <a:cubicBezTo>
                  <a:pt x="525" y="202"/>
                  <a:pt x="570" y="180"/>
                  <a:pt x="631" y="180"/>
                </a:cubicBezTo>
                <a:cubicBezTo>
                  <a:pt x="750" y="180"/>
                  <a:pt x="812" y="249"/>
                  <a:pt x="812" y="381"/>
                </a:cubicBezTo>
                <a:lnTo>
                  <a:pt x="812" y="607"/>
                </a:lnTo>
                <a:lnTo>
                  <a:pt x="724" y="607"/>
                </a:lnTo>
                <a:lnTo>
                  <a:pt x="724" y="381"/>
                </a:lnTo>
                <a:cubicBezTo>
                  <a:pt x="724" y="300"/>
                  <a:pt x="691" y="260"/>
                  <a:pt x="631" y="260"/>
                </a:cubicBezTo>
                <a:cubicBezTo>
                  <a:pt x="572" y="260"/>
                  <a:pt x="539" y="300"/>
                  <a:pt x="539" y="381"/>
                </a:cubicBezTo>
                <a:lnTo>
                  <a:pt x="539" y="607"/>
                </a:lnTo>
                <a:lnTo>
                  <a:pt x="451" y="607"/>
                </a:lnTo>
                <a:lnTo>
                  <a:pt x="451" y="381"/>
                </a:lnTo>
                <a:cubicBezTo>
                  <a:pt x="451" y="300"/>
                  <a:pt x="419" y="260"/>
                  <a:pt x="359" y="260"/>
                </a:cubicBezTo>
                <a:cubicBezTo>
                  <a:pt x="300" y="260"/>
                  <a:pt x="267" y="300"/>
                  <a:pt x="267" y="381"/>
                </a:cubicBezTo>
                <a:lnTo>
                  <a:pt x="267" y="470"/>
                </a:lnTo>
                <a:cubicBezTo>
                  <a:pt x="267" y="568"/>
                  <a:pt x="219" y="607"/>
                  <a:pt x="124" y="607"/>
                </a:cubicBezTo>
                <a:lnTo>
                  <a:pt x="0" y="607"/>
                </a:lnTo>
                <a:lnTo>
                  <a:pt x="0" y="527"/>
                </a:lnTo>
                <a:close/>
              </a:path>
            </a:pathLst>
          </a:custGeom>
          <a:solidFill>
            <a:schemeClr val="tx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7" name="Rectangle 6">
            <a:extLst>
              <a:ext uri="{FF2B5EF4-FFF2-40B4-BE49-F238E27FC236}">
                <a16:creationId xmlns:a16="http://schemas.microsoft.com/office/drawing/2014/main" id="{EE7529FE-8674-66E7-70AC-189F17E5F94C}"/>
              </a:ext>
            </a:extLst>
          </p:cNvPr>
          <p:cNvSpPr>
            <a:spLocks noGrp="1" noRot="1" noMove="1" noResize="1" noEditPoints="1" noAdjustHandles="1" noChangeArrowheads="1" noChangeShapeType="1"/>
          </p:cNvSpPr>
          <p:nvPr userDrawn="1"/>
        </p:nvSpPr>
        <p:spPr>
          <a:xfrm>
            <a:off x="2242457" y="6429829"/>
            <a:ext cx="9949543" cy="428171"/>
          </a:xfrm>
          <a:prstGeom prst="rect">
            <a:avLst/>
          </a:prstGeom>
          <a:gradFill>
            <a:gsLst>
              <a:gs pos="69000">
                <a:srgbClr val="0F5AFC"/>
              </a:gs>
              <a:gs pos="20000">
                <a:srgbClr val="2B42F6">
                  <a:alpha val="70400"/>
                </a:srgbClr>
              </a:gs>
              <a:gs pos="40000">
                <a:srgbClr val="1C4FF9">
                  <a:alpha val="82998"/>
                </a:srgbClr>
              </a:gs>
              <a:gs pos="0">
                <a:srgbClr val="2B42F6"/>
              </a:gs>
              <a:gs pos="100000">
                <a:srgbClr val="0563FE"/>
              </a:gs>
            </a:gsLst>
            <a:lin ang="19860000" scaled="0"/>
          </a:gradFill>
          <a:ln w="6350" cap="sq">
            <a:miter lim="800000"/>
          </a:ln>
        </p:spPr>
        <p:style>
          <a:lnRef idx="0">
            <a:schemeClr val="tx1"/>
          </a:lnRef>
          <a:fillRef idx="1">
            <a:schemeClr val="tx1"/>
          </a:fillRef>
          <a:effectRef idx="0">
            <a:srgbClr val="000000"/>
          </a:effectRef>
          <a:fontRef idx="minor">
            <a:schemeClr val="bg1"/>
          </a:fontRef>
        </p:style>
        <p:txBody>
          <a:bodyPr rtlCol="0" anchor="ctr"/>
          <a:lstStyle/>
          <a:p>
            <a:pPr algn="ctr">
              <a:lnSpc>
                <a:spcPct val="100000"/>
              </a:lnSpc>
            </a:pPr>
            <a:endParaRPr lang="en-US" sz="1800"/>
          </a:p>
        </p:txBody>
      </p:sp>
    </p:spTree>
    <p:extLst>
      <p:ext uri="{BB962C8B-B14F-4D97-AF65-F5344CB8AC3E}">
        <p14:creationId xmlns:p14="http://schemas.microsoft.com/office/powerpoint/2010/main" val="4044405965"/>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5568" userDrawn="1">
          <p15:clr>
            <a:srgbClr val="C35EA4"/>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Slide 3">
    <p:bg>
      <p:bgPr>
        <a:gradFill>
          <a:gsLst>
            <a:gs pos="100000">
              <a:srgbClr val="E60177"/>
            </a:gs>
            <a:gs pos="50000">
              <a:srgbClr val="E81245"/>
            </a:gs>
            <a:gs pos="0">
              <a:srgbClr val="BD03F7"/>
            </a:gs>
          </a:gsLst>
          <a:lin ang="19860000" scaled="0"/>
        </a:gradFill>
        <a:effectLst/>
      </p:bgPr>
    </p:bg>
    <p:spTree>
      <p:nvGrpSpPr>
        <p:cNvPr id="1" name=""/>
        <p:cNvGrpSpPr/>
        <p:nvPr/>
      </p:nvGrpSpPr>
      <p:grpSpPr>
        <a:xfrm>
          <a:off x="0" y="0"/>
          <a:ext cx="0" cy="0"/>
          <a:chOff x="0" y="0"/>
          <a:chExt cx="0" cy="0"/>
        </a:xfrm>
      </p:grpSpPr>
      <p:sp>
        <p:nvSpPr>
          <p:cNvPr id="2" name="Title 2">
            <a:extLst>
              <a:ext uri="{FF2B5EF4-FFF2-40B4-BE49-F238E27FC236}">
                <a16:creationId xmlns:a16="http://schemas.microsoft.com/office/drawing/2014/main" id="{53F8AB78-8FDA-46ED-B308-67C07FAC61F6}"/>
              </a:ext>
            </a:extLst>
          </p:cNvPr>
          <p:cNvSpPr>
            <a:spLocks noGrp="1"/>
          </p:cNvSpPr>
          <p:nvPr>
            <p:ph type="ctrTitle" hasCustomPrompt="1"/>
          </p:nvPr>
        </p:nvSpPr>
        <p:spPr>
          <a:xfrm>
            <a:off x="484632" y="484632"/>
            <a:ext cx="8354568" cy="2944368"/>
          </a:xfrm>
        </p:spPr>
        <p:txBody>
          <a:bodyPr anchor="b"/>
          <a:lstStyle>
            <a:lvl1pPr algn="l">
              <a:lnSpc>
                <a:spcPct val="90000"/>
              </a:lnSpc>
              <a:defRPr sz="6600" spc="-100" baseline="0">
                <a:solidFill>
                  <a:schemeClr val="tx1"/>
                </a:solidFill>
              </a:defRPr>
            </a:lvl1pPr>
          </a:lstStyle>
          <a:p>
            <a:r>
              <a:rPr lang="en-US" dirty="0"/>
              <a:t>[Presentation title]</a:t>
            </a:r>
          </a:p>
        </p:txBody>
      </p:sp>
      <p:sp>
        <p:nvSpPr>
          <p:cNvPr id="3" name="Subtitle 3">
            <a:extLst>
              <a:ext uri="{FF2B5EF4-FFF2-40B4-BE49-F238E27FC236}">
                <a16:creationId xmlns:a16="http://schemas.microsoft.com/office/drawing/2014/main" id="{61892C3E-3DA9-484B-A45D-DEED5EFA6C48}"/>
              </a:ext>
            </a:extLst>
          </p:cNvPr>
          <p:cNvSpPr>
            <a:spLocks noGrp="1"/>
          </p:cNvSpPr>
          <p:nvPr>
            <p:ph type="subTitle" idx="1" hasCustomPrompt="1"/>
          </p:nvPr>
        </p:nvSpPr>
        <p:spPr>
          <a:xfrm>
            <a:off x="484632" y="3723437"/>
            <a:ext cx="8354568" cy="886968"/>
          </a:xfrm>
        </p:spPr>
        <p:txBody>
          <a:bodyPr>
            <a:noAutofit/>
          </a:bodyPr>
          <a:lstStyle>
            <a:lvl1pPr marL="0" indent="0" algn="l">
              <a:lnSpc>
                <a:spcPct val="100000"/>
              </a:lnSpc>
              <a:spcBef>
                <a:spcPts val="0"/>
              </a:spcBef>
              <a:buNone/>
              <a:defRPr sz="1800">
                <a:solidFill>
                  <a:schemeClr val="tx1"/>
                </a:solidFill>
              </a:defRPr>
            </a:lvl1pPr>
            <a:lvl2pPr marL="0" indent="0" algn="l">
              <a:lnSpc>
                <a:spcPct val="100000"/>
              </a:lnSpc>
              <a:spcBef>
                <a:spcPts val="0"/>
              </a:spcBef>
              <a:buNone/>
              <a:defRPr sz="1800">
                <a:solidFill>
                  <a:schemeClr val="tx1"/>
                </a:solidFill>
              </a:defRPr>
            </a:lvl2pPr>
            <a:lvl3pPr marL="0" indent="0" algn="l">
              <a:lnSpc>
                <a:spcPct val="100000"/>
              </a:lnSpc>
              <a:spcBef>
                <a:spcPts val="0"/>
              </a:spcBef>
              <a:buNone/>
              <a:defRPr sz="1800">
                <a:solidFill>
                  <a:schemeClr val="tx1"/>
                </a:solidFill>
              </a:defRPr>
            </a:lvl3pPr>
            <a:lvl4pPr marL="0" indent="0" algn="l">
              <a:lnSpc>
                <a:spcPct val="100000"/>
              </a:lnSpc>
              <a:spcBef>
                <a:spcPts val="0"/>
              </a:spcBef>
              <a:buNone/>
              <a:defRPr sz="1800">
                <a:solidFill>
                  <a:schemeClr val="tx1"/>
                </a:solidFill>
              </a:defRPr>
            </a:lvl4pPr>
            <a:lvl5pPr marL="0" indent="0" algn="l">
              <a:lnSpc>
                <a:spcPct val="100000"/>
              </a:lnSpc>
              <a:spcBef>
                <a:spcPts val="0"/>
              </a:spcBef>
              <a:buNone/>
              <a:defRPr sz="1800">
                <a:solidFill>
                  <a:schemeClr val="tx1"/>
                </a:solidFill>
              </a:defRPr>
            </a:lvl5pPr>
            <a:lvl6pPr marL="0" indent="0" algn="l">
              <a:lnSpc>
                <a:spcPct val="100000"/>
              </a:lnSpc>
              <a:spcBef>
                <a:spcPts val="0"/>
              </a:spcBef>
              <a:buNone/>
              <a:defRPr sz="1800">
                <a:solidFill>
                  <a:schemeClr val="tx1"/>
                </a:solidFill>
              </a:defRPr>
            </a:lvl6pPr>
            <a:lvl7pPr marL="0" indent="0" algn="l">
              <a:lnSpc>
                <a:spcPct val="100000"/>
              </a:lnSpc>
              <a:spcBef>
                <a:spcPts val="0"/>
              </a:spcBef>
              <a:buNone/>
              <a:defRPr sz="1800">
                <a:solidFill>
                  <a:schemeClr val="tx1"/>
                </a:solidFill>
              </a:defRPr>
            </a:lvl7pPr>
            <a:lvl8pPr marL="0" indent="0" algn="l">
              <a:lnSpc>
                <a:spcPct val="100000"/>
              </a:lnSpc>
              <a:spcBef>
                <a:spcPts val="0"/>
              </a:spcBef>
              <a:buNone/>
              <a:defRPr sz="1800">
                <a:solidFill>
                  <a:schemeClr val="tx1"/>
                </a:solidFill>
              </a:defRPr>
            </a:lvl8pPr>
            <a:lvl9pPr marL="0" indent="0" algn="l">
              <a:lnSpc>
                <a:spcPct val="100000"/>
              </a:lnSpc>
              <a:spcBef>
                <a:spcPts val="0"/>
              </a:spcBef>
              <a:buNone/>
              <a:defRPr sz="1800">
                <a:solidFill>
                  <a:schemeClr val="tx1"/>
                </a:solidFill>
              </a:defRPr>
            </a:lvl9pPr>
          </a:lstStyle>
          <a:p>
            <a:r>
              <a:rPr lang="en-US" dirty="0"/>
              <a:t>[Month 00, 0000]</a:t>
            </a:r>
            <a:br>
              <a:rPr lang="en-US" dirty="0"/>
            </a:br>
            <a:r>
              <a:rPr lang="en-US" dirty="0"/>
              <a:t>[Presenter Name]</a:t>
            </a:r>
            <a:br>
              <a:rPr lang="en-US" dirty="0"/>
            </a:br>
            <a:r>
              <a:rPr lang="en-US" dirty="0"/>
              <a:t>[Title]</a:t>
            </a:r>
          </a:p>
        </p:txBody>
      </p:sp>
      <p:sp>
        <p:nvSpPr>
          <p:cNvPr id="4" name="Micron" descr="Micron">
            <a:extLst>
              <a:ext uri="{FF2B5EF4-FFF2-40B4-BE49-F238E27FC236}">
                <a16:creationId xmlns:a16="http://schemas.microsoft.com/office/drawing/2014/main" id="{755C98A4-5CB0-07F1-AB96-342AE17A3C3E}"/>
              </a:ext>
            </a:extLst>
          </p:cNvPr>
          <p:cNvSpPr>
            <a:spLocks noEditPoints="1"/>
          </p:cNvSpPr>
          <p:nvPr userDrawn="1"/>
        </p:nvSpPr>
        <p:spPr bwMode="black">
          <a:xfrm>
            <a:off x="481330" y="6087033"/>
            <a:ext cx="1363726" cy="290928"/>
          </a:xfrm>
          <a:custGeom>
            <a:avLst/>
            <a:gdLst>
              <a:gd name="T0" fmla="*/ 2517 w 2879"/>
              <a:gd name="T1" fmla="*/ 180 h 617"/>
              <a:gd name="T2" fmla="*/ 2700 w 2879"/>
              <a:gd name="T3" fmla="*/ 470 h 617"/>
              <a:gd name="T4" fmla="*/ 2879 w 2879"/>
              <a:gd name="T5" fmla="*/ 527 h 617"/>
              <a:gd name="T6" fmla="*/ 2755 w 2879"/>
              <a:gd name="T7" fmla="*/ 607 h 617"/>
              <a:gd name="T8" fmla="*/ 2612 w 2879"/>
              <a:gd name="T9" fmla="*/ 381 h 617"/>
              <a:gd name="T10" fmla="*/ 2422 w 2879"/>
              <a:gd name="T11" fmla="*/ 381 h 617"/>
              <a:gd name="T12" fmla="*/ 2334 w 2879"/>
              <a:gd name="T13" fmla="*/ 607 h 617"/>
              <a:gd name="T14" fmla="*/ 2517 w 2879"/>
              <a:gd name="T15" fmla="*/ 180 h 617"/>
              <a:gd name="T16" fmla="*/ 2037 w 2879"/>
              <a:gd name="T17" fmla="*/ 536 h 617"/>
              <a:gd name="T18" fmla="*/ 2037 w 2879"/>
              <a:gd name="T19" fmla="*/ 260 h 617"/>
              <a:gd name="T20" fmla="*/ 2037 w 2879"/>
              <a:gd name="T21" fmla="*/ 536 h 617"/>
              <a:gd name="T22" fmla="*/ 2037 w 2879"/>
              <a:gd name="T23" fmla="*/ 180 h 617"/>
              <a:gd name="T24" fmla="*/ 2037 w 2879"/>
              <a:gd name="T25" fmla="*/ 617 h 617"/>
              <a:gd name="T26" fmla="*/ 2037 w 2879"/>
              <a:gd name="T27" fmla="*/ 180 h 617"/>
              <a:gd name="T28" fmla="*/ 1715 w 2879"/>
              <a:gd name="T29" fmla="*/ 180 h 617"/>
              <a:gd name="T30" fmla="*/ 1769 w 2879"/>
              <a:gd name="T31" fmla="*/ 270 h 617"/>
              <a:gd name="T32" fmla="*/ 1638 w 2879"/>
              <a:gd name="T33" fmla="*/ 369 h 617"/>
              <a:gd name="T34" fmla="*/ 1552 w 2879"/>
              <a:gd name="T35" fmla="*/ 607 h 617"/>
              <a:gd name="T36" fmla="*/ 1715 w 2879"/>
              <a:gd name="T37" fmla="*/ 180 h 617"/>
              <a:gd name="T38" fmla="*/ 1344 w 2879"/>
              <a:gd name="T39" fmla="*/ 180 h 617"/>
              <a:gd name="T40" fmla="*/ 1430 w 2879"/>
              <a:gd name="T41" fmla="*/ 278 h 617"/>
              <a:gd name="T42" fmla="*/ 1235 w 2879"/>
              <a:gd name="T43" fmla="*/ 398 h 617"/>
              <a:gd name="T44" fmla="*/ 1434 w 2879"/>
              <a:gd name="T45" fmla="*/ 516 h 617"/>
              <a:gd name="T46" fmla="*/ 1344 w 2879"/>
              <a:gd name="T47" fmla="*/ 617 h 617"/>
              <a:gd name="T48" fmla="*/ 1344 w 2879"/>
              <a:gd name="T49" fmla="*/ 180 h 617"/>
              <a:gd name="T50" fmla="*/ 948 w 2879"/>
              <a:gd name="T51" fmla="*/ 190 h 617"/>
              <a:gd name="T52" fmla="*/ 1036 w 2879"/>
              <a:gd name="T53" fmla="*/ 607 h 617"/>
              <a:gd name="T54" fmla="*/ 948 w 2879"/>
              <a:gd name="T55" fmla="*/ 190 h 617"/>
              <a:gd name="T56" fmla="*/ 992 w 2879"/>
              <a:gd name="T57" fmla="*/ 0 h 617"/>
              <a:gd name="T58" fmla="*/ 992 w 2879"/>
              <a:gd name="T59" fmla="*/ 112 h 617"/>
              <a:gd name="T60" fmla="*/ 992 w 2879"/>
              <a:gd name="T61" fmla="*/ 0 h 617"/>
              <a:gd name="T62" fmla="*/ 0 w 2879"/>
              <a:gd name="T63" fmla="*/ 527 h 617"/>
              <a:gd name="T64" fmla="*/ 179 w 2879"/>
              <a:gd name="T65" fmla="*/ 470 h 617"/>
              <a:gd name="T66" fmla="*/ 359 w 2879"/>
              <a:gd name="T67" fmla="*/ 180 h 617"/>
              <a:gd name="T68" fmla="*/ 631 w 2879"/>
              <a:gd name="T69" fmla="*/ 180 h 617"/>
              <a:gd name="T70" fmla="*/ 812 w 2879"/>
              <a:gd name="T71" fmla="*/ 607 h 617"/>
              <a:gd name="T72" fmla="*/ 724 w 2879"/>
              <a:gd name="T73" fmla="*/ 381 h 617"/>
              <a:gd name="T74" fmla="*/ 539 w 2879"/>
              <a:gd name="T75" fmla="*/ 381 h 617"/>
              <a:gd name="T76" fmla="*/ 451 w 2879"/>
              <a:gd name="T77" fmla="*/ 607 h 617"/>
              <a:gd name="T78" fmla="*/ 359 w 2879"/>
              <a:gd name="T79" fmla="*/ 260 h 617"/>
              <a:gd name="T80" fmla="*/ 267 w 2879"/>
              <a:gd name="T81" fmla="*/ 470 h 617"/>
              <a:gd name="T82" fmla="*/ 0 w 2879"/>
              <a:gd name="T83" fmla="*/ 607 h 6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2879" h="617">
                <a:moveTo>
                  <a:pt x="2517" y="180"/>
                </a:moveTo>
                <a:lnTo>
                  <a:pt x="2517" y="180"/>
                </a:lnTo>
                <a:cubicBezTo>
                  <a:pt x="2638" y="180"/>
                  <a:pt x="2700" y="249"/>
                  <a:pt x="2700" y="381"/>
                </a:cubicBezTo>
                <a:lnTo>
                  <a:pt x="2700" y="470"/>
                </a:lnTo>
                <a:cubicBezTo>
                  <a:pt x="2700" y="512"/>
                  <a:pt x="2717" y="527"/>
                  <a:pt x="2755" y="527"/>
                </a:cubicBezTo>
                <a:lnTo>
                  <a:pt x="2879" y="527"/>
                </a:lnTo>
                <a:lnTo>
                  <a:pt x="2879" y="607"/>
                </a:lnTo>
                <a:lnTo>
                  <a:pt x="2755" y="607"/>
                </a:lnTo>
                <a:cubicBezTo>
                  <a:pt x="2660" y="607"/>
                  <a:pt x="2612" y="568"/>
                  <a:pt x="2612" y="470"/>
                </a:cubicBezTo>
                <a:lnTo>
                  <a:pt x="2612" y="381"/>
                </a:lnTo>
                <a:cubicBezTo>
                  <a:pt x="2612" y="300"/>
                  <a:pt x="2579" y="260"/>
                  <a:pt x="2517" y="260"/>
                </a:cubicBezTo>
                <a:cubicBezTo>
                  <a:pt x="2454" y="260"/>
                  <a:pt x="2422" y="300"/>
                  <a:pt x="2422" y="381"/>
                </a:cubicBezTo>
                <a:lnTo>
                  <a:pt x="2422" y="607"/>
                </a:lnTo>
                <a:lnTo>
                  <a:pt x="2334" y="607"/>
                </a:lnTo>
                <a:lnTo>
                  <a:pt x="2334" y="381"/>
                </a:lnTo>
                <a:cubicBezTo>
                  <a:pt x="2334" y="249"/>
                  <a:pt x="2396" y="180"/>
                  <a:pt x="2517" y="180"/>
                </a:cubicBezTo>
                <a:close/>
                <a:moveTo>
                  <a:pt x="2037" y="536"/>
                </a:moveTo>
                <a:lnTo>
                  <a:pt x="2037" y="536"/>
                </a:lnTo>
                <a:cubicBezTo>
                  <a:pt x="2107" y="536"/>
                  <a:pt x="2150" y="489"/>
                  <a:pt x="2150" y="398"/>
                </a:cubicBezTo>
                <a:cubicBezTo>
                  <a:pt x="2150" y="308"/>
                  <a:pt x="2107" y="260"/>
                  <a:pt x="2037" y="260"/>
                </a:cubicBezTo>
                <a:cubicBezTo>
                  <a:pt x="1967" y="260"/>
                  <a:pt x="1924" y="308"/>
                  <a:pt x="1924" y="398"/>
                </a:cubicBezTo>
                <a:cubicBezTo>
                  <a:pt x="1924" y="489"/>
                  <a:pt x="1967" y="536"/>
                  <a:pt x="2037" y="536"/>
                </a:cubicBezTo>
                <a:close/>
                <a:moveTo>
                  <a:pt x="2037" y="180"/>
                </a:moveTo>
                <a:lnTo>
                  <a:pt x="2037" y="180"/>
                </a:lnTo>
                <a:cubicBezTo>
                  <a:pt x="2162" y="180"/>
                  <a:pt x="2239" y="262"/>
                  <a:pt x="2239" y="398"/>
                </a:cubicBezTo>
                <a:cubicBezTo>
                  <a:pt x="2239" y="535"/>
                  <a:pt x="2162" y="617"/>
                  <a:pt x="2037" y="617"/>
                </a:cubicBezTo>
                <a:cubicBezTo>
                  <a:pt x="1912" y="617"/>
                  <a:pt x="1835" y="535"/>
                  <a:pt x="1835" y="398"/>
                </a:cubicBezTo>
                <a:cubicBezTo>
                  <a:pt x="1835" y="262"/>
                  <a:pt x="1912" y="180"/>
                  <a:pt x="2037" y="180"/>
                </a:cubicBezTo>
                <a:close/>
                <a:moveTo>
                  <a:pt x="1715" y="180"/>
                </a:moveTo>
                <a:lnTo>
                  <a:pt x="1715" y="180"/>
                </a:lnTo>
                <a:cubicBezTo>
                  <a:pt x="1743" y="180"/>
                  <a:pt x="1772" y="186"/>
                  <a:pt x="1795" y="194"/>
                </a:cubicBezTo>
                <a:lnTo>
                  <a:pt x="1769" y="270"/>
                </a:lnTo>
                <a:cubicBezTo>
                  <a:pt x="1752" y="263"/>
                  <a:pt x="1735" y="260"/>
                  <a:pt x="1715" y="260"/>
                </a:cubicBezTo>
                <a:cubicBezTo>
                  <a:pt x="1664" y="260"/>
                  <a:pt x="1638" y="297"/>
                  <a:pt x="1638" y="369"/>
                </a:cubicBezTo>
                <a:cubicBezTo>
                  <a:pt x="1638" y="433"/>
                  <a:pt x="1639" y="502"/>
                  <a:pt x="1640" y="607"/>
                </a:cubicBezTo>
                <a:lnTo>
                  <a:pt x="1552" y="607"/>
                </a:lnTo>
                <a:cubicBezTo>
                  <a:pt x="1551" y="502"/>
                  <a:pt x="1550" y="433"/>
                  <a:pt x="1550" y="369"/>
                </a:cubicBezTo>
                <a:cubicBezTo>
                  <a:pt x="1550" y="241"/>
                  <a:pt x="1608" y="180"/>
                  <a:pt x="1715" y="180"/>
                </a:cubicBezTo>
                <a:close/>
                <a:moveTo>
                  <a:pt x="1344" y="180"/>
                </a:moveTo>
                <a:lnTo>
                  <a:pt x="1344" y="180"/>
                </a:lnTo>
                <a:cubicBezTo>
                  <a:pt x="1387" y="180"/>
                  <a:pt x="1423" y="188"/>
                  <a:pt x="1458" y="204"/>
                </a:cubicBezTo>
                <a:lnTo>
                  <a:pt x="1430" y="278"/>
                </a:lnTo>
                <a:cubicBezTo>
                  <a:pt x="1395" y="265"/>
                  <a:pt x="1370" y="260"/>
                  <a:pt x="1344" y="260"/>
                </a:cubicBezTo>
                <a:cubicBezTo>
                  <a:pt x="1277" y="260"/>
                  <a:pt x="1235" y="308"/>
                  <a:pt x="1235" y="398"/>
                </a:cubicBezTo>
                <a:cubicBezTo>
                  <a:pt x="1235" y="489"/>
                  <a:pt x="1277" y="536"/>
                  <a:pt x="1344" y="536"/>
                </a:cubicBezTo>
                <a:cubicBezTo>
                  <a:pt x="1371" y="536"/>
                  <a:pt x="1397" y="531"/>
                  <a:pt x="1434" y="516"/>
                </a:cubicBezTo>
                <a:lnTo>
                  <a:pt x="1465" y="590"/>
                </a:lnTo>
                <a:cubicBezTo>
                  <a:pt x="1427" y="608"/>
                  <a:pt x="1384" y="617"/>
                  <a:pt x="1344" y="617"/>
                </a:cubicBezTo>
                <a:cubicBezTo>
                  <a:pt x="1223" y="617"/>
                  <a:pt x="1145" y="535"/>
                  <a:pt x="1145" y="398"/>
                </a:cubicBezTo>
                <a:cubicBezTo>
                  <a:pt x="1145" y="262"/>
                  <a:pt x="1223" y="180"/>
                  <a:pt x="1344" y="180"/>
                </a:cubicBezTo>
                <a:close/>
                <a:moveTo>
                  <a:pt x="948" y="190"/>
                </a:moveTo>
                <a:lnTo>
                  <a:pt x="948" y="190"/>
                </a:lnTo>
                <a:lnTo>
                  <a:pt x="1036" y="190"/>
                </a:lnTo>
                <a:lnTo>
                  <a:pt x="1036" y="607"/>
                </a:lnTo>
                <a:lnTo>
                  <a:pt x="948" y="607"/>
                </a:lnTo>
                <a:lnTo>
                  <a:pt x="948" y="190"/>
                </a:lnTo>
                <a:close/>
                <a:moveTo>
                  <a:pt x="992" y="0"/>
                </a:moveTo>
                <a:lnTo>
                  <a:pt x="992" y="0"/>
                </a:lnTo>
                <a:cubicBezTo>
                  <a:pt x="1023" y="0"/>
                  <a:pt x="1049" y="25"/>
                  <a:pt x="1049" y="56"/>
                </a:cubicBezTo>
                <a:cubicBezTo>
                  <a:pt x="1049" y="87"/>
                  <a:pt x="1023" y="112"/>
                  <a:pt x="992" y="112"/>
                </a:cubicBezTo>
                <a:cubicBezTo>
                  <a:pt x="961" y="112"/>
                  <a:pt x="936" y="87"/>
                  <a:pt x="936" y="56"/>
                </a:cubicBezTo>
                <a:cubicBezTo>
                  <a:pt x="936" y="25"/>
                  <a:pt x="961" y="0"/>
                  <a:pt x="992" y="0"/>
                </a:cubicBezTo>
                <a:close/>
                <a:moveTo>
                  <a:pt x="0" y="527"/>
                </a:moveTo>
                <a:lnTo>
                  <a:pt x="0" y="527"/>
                </a:lnTo>
                <a:lnTo>
                  <a:pt x="124" y="527"/>
                </a:lnTo>
                <a:cubicBezTo>
                  <a:pt x="162" y="527"/>
                  <a:pt x="179" y="512"/>
                  <a:pt x="179" y="470"/>
                </a:cubicBezTo>
                <a:lnTo>
                  <a:pt x="179" y="381"/>
                </a:lnTo>
                <a:cubicBezTo>
                  <a:pt x="179" y="249"/>
                  <a:pt x="241" y="180"/>
                  <a:pt x="359" y="180"/>
                </a:cubicBezTo>
                <a:cubicBezTo>
                  <a:pt x="421" y="180"/>
                  <a:pt x="468" y="202"/>
                  <a:pt x="496" y="244"/>
                </a:cubicBezTo>
                <a:cubicBezTo>
                  <a:pt x="525" y="202"/>
                  <a:pt x="570" y="180"/>
                  <a:pt x="631" y="180"/>
                </a:cubicBezTo>
                <a:cubicBezTo>
                  <a:pt x="750" y="180"/>
                  <a:pt x="812" y="249"/>
                  <a:pt x="812" y="381"/>
                </a:cubicBezTo>
                <a:lnTo>
                  <a:pt x="812" y="607"/>
                </a:lnTo>
                <a:lnTo>
                  <a:pt x="724" y="607"/>
                </a:lnTo>
                <a:lnTo>
                  <a:pt x="724" y="381"/>
                </a:lnTo>
                <a:cubicBezTo>
                  <a:pt x="724" y="300"/>
                  <a:pt x="691" y="260"/>
                  <a:pt x="631" y="260"/>
                </a:cubicBezTo>
                <a:cubicBezTo>
                  <a:pt x="572" y="260"/>
                  <a:pt x="539" y="300"/>
                  <a:pt x="539" y="381"/>
                </a:cubicBezTo>
                <a:lnTo>
                  <a:pt x="539" y="607"/>
                </a:lnTo>
                <a:lnTo>
                  <a:pt x="451" y="607"/>
                </a:lnTo>
                <a:lnTo>
                  <a:pt x="451" y="381"/>
                </a:lnTo>
                <a:cubicBezTo>
                  <a:pt x="451" y="300"/>
                  <a:pt x="419" y="260"/>
                  <a:pt x="359" y="260"/>
                </a:cubicBezTo>
                <a:cubicBezTo>
                  <a:pt x="300" y="260"/>
                  <a:pt x="267" y="300"/>
                  <a:pt x="267" y="381"/>
                </a:cubicBezTo>
                <a:lnTo>
                  <a:pt x="267" y="470"/>
                </a:lnTo>
                <a:cubicBezTo>
                  <a:pt x="267" y="568"/>
                  <a:pt x="219" y="607"/>
                  <a:pt x="124" y="607"/>
                </a:cubicBezTo>
                <a:lnTo>
                  <a:pt x="0" y="607"/>
                </a:lnTo>
                <a:lnTo>
                  <a:pt x="0" y="527"/>
                </a:lnTo>
                <a:close/>
              </a:path>
            </a:pathLst>
          </a:custGeom>
          <a:solidFill>
            <a:schemeClr val="tx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7" name="Rectangle 6">
            <a:extLst>
              <a:ext uri="{FF2B5EF4-FFF2-40B4-BE49-F238E27FC236}">
                <a16:creationId xmlns:a16="http://schemas.microsoft.com/office/drawing/2014/main" id="{207A1B12-2B36-1F30-8158-AA19470114CD}"/>
              </a:ext>
            </a:extLst>
          </p:cNvPr>
          <p:cNvSpPr>
            <a:spLocks noGrp="1" noRot="1" noMove="1" noResize="1" noEditPoints="1" noAdjustHandles="1" noChangeArrowheads="1" noChangeShapeType="1"/>
          </p:cNvSpPr>
          <p:nvPr userDrawn="1"/>
        </p:nvSpPr>
        <p:spPr>
          <a:xfrm>
            <a:off x="2756950" y="6429829"/>
            <a:ext cx="9435050" cy="428171"/>
          </a:xfrm>
          <a:prstGeom prst="rect">
            <a:avLst/>
          </a:prstGeom>
          <a:gradFill>
            <a:gsLst>
              <a:gs pos="69000">
                <a:srgbClr val="E70E52"/>
              </a:gs>
              <a:gs pos="20000">
                <a:srgbClr val="D90D84">
                  <a:alpha val="70196"/>
                </a:srgbClr>
              </a:gs>
              <a:gs pos="40000">
                <a:srgbClr val="E71248">
                  <a:alpha val="50000"/>
                </a:srgbClr>
              </a:gs>
              <a:gs pos="0">
                <a:srgbClr val="CE09B0"/>
              </a:gs>
              <a:gs pos="100000">
                <a:srgbClr val="E7095F"/>
              </a:gs>
            </a:gsLst>
            <a:lin ang="19860000" scaled="0"/>
          </a:gradFill>
          <a:ln w="6350" cap="sq">
            <a:miter lim="800000"/>
          </a:ln>
        </p:spPr>
        <p:style>
          <a:lnRef idx="0">
            <a:schemeClr val="tx1"/>
          </a:lnRef>
          <a:fillRef idx="1">
            <a:schemeClr val="tx1"/>
          </a:fillRef>
          <a:effectRef idx="0">
            <a:srgbClr val="000000"/>
          </a:effectRef>
          <a:fontRef idx="minor">
            <a:schemeClr val="bg1"/>
          </a:fontRef>
        </p:style>
        <p:txBody>
          <a:bodyPr rtlCol="0" anchor="ctr"/>
          <a:lstStyle/>
          <a:p>
            <a:pPr algn="ctr">
              <a:lnSpc>
                <a:spcPct val="100000"/>
              </a:lnSpc>
            </a:pPr>
            <a:endParaRPr lang="en-US" sz="1800"/>
          </a:p>
        </p:txBody>
      </p:sp>
    </p:spTree>
    <p:extLst>
      <p:ext uri="{BB962C8B-B14F-4D97-AF65-F5344CB8AC3E}">
        <p14:creationId xmlns:p14="http://schemas.microsoft.com/office/powerpoint/2010/main" val="1295433155"/>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5568" userDrawn="1">
          <p15:clr>
            <a:srgbClr val="C35EA4"/>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Slide 4">
    <p:bg>
      <p:bgPr>
        <a:gradFill>
          <a:gsLst>
            <a:gs pos="0">
              <a:srgbClr val="01AB01"/>
            </a:gs>
            <a:gs pos="50000">
              <a:srgbClr val="0068FF"/>
            </a:gs>
            <a:gs pos="100000">
              <a:srgbClr val="3539F4"/>
            </a:gs>
          </a:gsLst>
          <a:lin ang="3600000" scaled="0"/>
        </a:gradFill>
        <a:effectLst/>
      </p:bgPr>
    </p:bg>
    <p:spTree>
      <p:nvGrpSpPr>
        <p:cNvPr id="1" name=""/>
        <p:cNvGrpSpPr/>
        <p:nvPr/>
      </p:nvGrpSpPr>
      <p:grpSpPr>
        <a:xfrm>
          <a:off x="0" y="0"/>
          <a:ext cx="0" cy="0"/>
          <a:chOff x="0" y="0"/>
          <a:chExt cx="0" cy="0"/>
        </a:xfrm>
      </p:grpSpPr>
      <p:sp>
        <p:nvSpPr>
          <p:cNvPr id="2" name="Title 2">
            <a:extLst>
              <a:ext uri="{FF2B5EF4-FFF2-40B4-BE49-F238E27FC236}">
                <a16:creationId xmlns:a16="http://schemas.microsoft.com/office/drawing/2014/main" id="{53F8AB78-8FDA-46ED-B308-67C07FAC61F6}"/>
              </a:ext>
            </a:extLst>
          </p:cNvPr>
          <p:cNvSpPr>
            <a:spLocks noGrp="1"/>
          </p:cNvSpPr>
          <p:nvPr>
            <p:ph type="ctrTitle" hasCustomPrompt="1"/>
          </p:nvPr>
        </p:nvSpPr>
        <p:spPr>
          <a:xfrm>
            <a:off x="484632" y="484632"/>
            <a:ext cx="8354568" cy="2944368"/>
          </a:xfrm>
        </p:spPr>
        <p:txBody>
          <a:bodyPr anchor="b"/>
          <a:lstStyle>
            <a:lvl1pPr algn="l">
              <a:lnSpc>
                <a:spcPct val="90000"/>
              </a:lnSpc>
              <a:defRPr sz="5400" spc="-100" baseline="0">
                <a:solidFill>
                  <a:schemeClr val="tx1"/>
                </a:solidFill>
              </a:defRPr>
            </a:lvl1pPr>
          </a:lstStyle>
          <a:p>
            <a:r>
              <a:rPr lang="en-US" dirty="0"/>
              <a:t>[Presentation title]</a:t>
            </a:r>
          </a:p>
        </p:txBody>
      </p:sp>
      <p:sp>
        <p:nvSpPr>
          <p:cNvPr id="3" name="Subtitle 3">
            <a:extLst>
              <a:ext uri="{FF2B5EF4-FFF2-40B4-BE49-F238E27FC236}">
                <a16:creationId xmlns:a16="http://schemas.microsoft.com/office/drawing/2014/main" id="{61892C3E-3DA9-484B-A45D-DEED5EFA6C48}"/>
              </a:ext>
            </a:extLst>
          </p:cNvPr>
          <p:cNvSpPr>
            <a:spLocks noGrp="1"/>
          </p:cNvSpPr>
          <p:nvPr>
            <p:ph type="subTitle" idx="1" hasCustomPrompt="1"/>
          </p:nvPr>
        </p:nvSpPr>
        <p:spPr>
          <a:xfrm>
            <a:off x="484632" y="3723437"/>
            <a:ext cx="8354568" cy="886968"/>
          </a:xfrm>
        </p:spPr>
        <p:txBody>
          <a:bodyPr>
            <a:noAutofit/>
          </a:bodyPr>
          <a:lstStyle>
            <a:lvl1pPr marL="0" indent="0" algn="l">
              <a:lnSpc>
                <a:spcPct val="100000"/>
              </a:lnSpc>
              <a:spcBef>
                <a:spcPts val="0"/>
              </a:spcBef>
              <a:buNone/>
              <a:defRPr sz="1800">
                <a:solidFill>
                  <a:schemeClr val="tx1"/>
                </a:solidFill>
              </a:defRPr>
            </a:lvl1pPr>
            <a:lvl2pPr marL="0" indent="0" algn="l">
              <a:lnSpc>
                <a:spcPct val="100000"/>
              </a:lnSpc>
              <a:spcBef>
                <a:spcPts val="0"/>
              </a:spcBef>
              <a:buNone/>
              <a:defRPr sz="1800">
                <a:solidFill>
                  <a:schemeClr val="tx1"/>
                </a:solidFill>
              </a:defRPr>
            </a:lvl2pPr>
            <a:lvl3pPr marL="0" indent="0" algn="l">
              <a:lnSpc>
                <a:spcPct val="100000"/>
              </a:lnSpc>
              <a:spcBef>
                <a:spcPts val="0"/>
              </a:spcBef>
              <a:buNone/>
              <a:defRPr sz="1800">
                <a:solidFill>
                  <a:schemeClr val="tx1"/>
                </a:solidFill>
              </a:defRPr>
            </a:lvl3pPr>
            <a:lvl4pPr marL="0" indent="0" algn="l">
              <a:lnSpc>
                <a:spcPct val="100000"/>
              </a:lnSpc>
              <a:spcBef>
                <a:spcPts val="0"/>
              </a:spcBef>
              <a:buNone/>
              <a:defRPr sz="1800">
                <a:solidFill>
                  <a:schemeClr val="tx1"/>
                </a:solidFill>
              </a:defRPr>
            </a:lvl4pPr>
            <a:lvl5pPr marL="0" indent="0" algn="l">
              <a:lnSpc>
                <a:spcPct val="100000"/>
              </a:lnSpc>
              <a:spcBef>
                <a:spcPts val="0"/>
              </a:spcBef>
              <a:buNone/>
              <a:defRPr sz="1800">
                <a:solidFill>
                  <a:schemeClr val="tx1"/>
                </a:solidFill>
              </a:defRPr>
            </a:lvl5pPr>
            <a:lvl6pPr marL="0" indent="0" algn="l">
              <a:lnSpc>
                <a:spcPct val="100000"/>
              </a:lnSpc>
              <a:spcBef>
                <a:spcPts val="0"/>
              </a:spcBef>
              <a:buNone/>
              <a:defRPr sz="1800">
                <a:solidFill>
                  <a:schemeClr val="tx1"/>
                </a:solidFill>
              </a:defRPr>
            </a:lvl6pPr>
            <a:lvl7pPr marL="0" indent="0" algn="l">
              <a:lnSpc>
                <a:spcPct val="100000"/>
              </a:lnSpc>
              <a:spcBef>
                <a:spcPts val="0"/>
              </a:spcBef>
              <a:buNone/>
              <a:defRPr sz="1800">
                <a:solidFill>
                  <a:schemeClr val="tx1"/>
                </a:solidFill>
              </a:defRPr>
            </a:lvl7pPr>
            <a:lvl8pPr marL="0" indent="0" algn="l">
              <a:lnSpc>
                <a:spcPct val="100000"/>
              </a:lnSpc>
              <a:spcBef>
                <a:spcPts val="0"/>
              </a:spcBef>
              <a:buNone/>
              <a:defRPr sz="1800">
                <a:solidFill>
                  <a:schemeClr val="tx1"/>
                </a:solidFill>
              </a:defRPr>
            </a:lvl8pPr>
            <a:lvl9pPr marL="0" indent="0" algn="l">
              <a:lnSpc>
                <a:spcPct val="100000"/>
              </a:lnSpc>
              <a:spcBef>
                <a:spcPts val="0"/>
              </a:spcBef>
              <a:buNone/>
              <a:defRPr sz="1800">
                <a:solidFill>
                  <a:schemeClr val="tx1"/>
                </a:solidFill>
              </a:defRPr>
            </a:lvl9pPr>
          </a:lstStyle>
          <a:p>
            <a:r>
              <a:rPr lang="en-US" dirty="0"/>
              <a:t>[Month 00, 0000]</a:t>
            </a:r>
            <a:br>
              <a:rPr lang="en-US" dirty="0"/>
            </a:br>
            <a:r>
              <a:rPr lang="en-US" dirty="0"/>
              <a:t>[Presenter Name]</a:t>
            </a:r>
            <a:br>
              <a:rPr lang="en-US" dirty="0"/>
            </a:br>
            <a:r>
              <a:rPr lang="en-US" dirty="0"/>
              <a:t>[Title]</a:t>
            </a:r>
          </a:p>
        </p:txBody>
      </p:sp>
      <p:sp>
        <p:nvSpPr>
          <p:cNvPr id="4" name="Micron" descr="Micron">
            <a:extLst>
              <a:ext uri="{FF2B5EF4-FFF2-40B4-BE49-F238E27FC236}">
                <a16:creationId xmlns:a16="http://schemas.microsoft.com/office/drawing/2014/main" id="{065B3846-9287-A022-CEF6-D0A12D445069}"/>
              </a:ext>
            </a:extLst>
          </p:cNvPr>
          <p:cNvSpPr>
            <a:spLocks noEditPoints="1"/>
          </p:cNvSpPr>
          <p:nvPr userDrawn="1"/>
        </p:nvSpPr>
        <p:spPr bwMode="black">
          <a:xfrm>
            <a:off x="481330" y="6087033"/>
            <a:ext cx="1363726" cy="290928"/>
          </a:xfrm>
          <a:custGeom>
            <a:avLst/>
            <a:gdLst>
              <a:gd name="T0" fmla="*/ 2517 w 2879"/>
              <a:gd name="T1" fmla="*/ 180 h 617"/>
              <a:gd name="T2" fmla="*/ 2700 w 2879"/>
              <a:gd name="T3" fmla="*/ 470 h 617"/>
              <a:gd name="T4" fmla="*/ 2879 w 2879"/>
              <a:gd name="T5" fmla="*/ 527 h 617"/>
              <a:gd name="T6" fmla="*/ 2755 w 2879"/>
              <a:gd name="T7" fmla="*/ 607 h 617"/>
              <a:gd name="T8" fmla="*/ 2612 w 2879"/>
              <a:gd name="T9" fmla="*/ 381 h 617"/>
              <a:gd name="T10" fmla="*/ 2422 w 2879"/>
              <a:gd name="T11" fmla="*/ 381 h 617"/>
              <a:gd name="T12" fmla="*/ 2334 w 2879"/>
              <a:gd name="T13" fmla="*/ 607 h 617"/>
              <a:gd name="T14" fmla="*/ 2517 w 2879"/>
              <a:gd name="T15" fmla="*/ 180 h 617"/>
              <a:gd name="T16" fmla="*/ 2037 w 2879"/>
              <a:gd name="T17" fmla="*/ 536 h 617"/>
              <a:gd name="T18" fmla="*/ 2037 w 2879"/>
              <a:gd name="T19" fmla="*/ 260 h 617"/>
              <a:gd name="T20" fmla="*/ 2037 w 2879"/>
              <a:gd name="T21" fmla="*/ 536 h 617"/>
              <a:gd name="T22" fmla="*/ 2037 w 2879"/>
              <a:gd name="T23" fmla="*/ 180 h 617"/>
              <a:gd name="T24" fmla="*/ 2037 w 2879"/>
              <a:gd name="T25" fmla="*/ 617 h 617"/>
              <a:gd name="T26" fmla="*/ 2037 w 2879"/>
              <a:gd name="T27" fmla="*/ 180 h 617"/>
              <a:gd name="T28" fmla="*/ 1715 w 2879"/>
              <a:gd name="T29" fmla="*/ 180 h 617"/>
              <a:gd name="T30" fmla="*/ 1769 w 2879"/>
              <a:gd name="T31" fmla="*/ 270 h 617"/>
              <a:gd name="T32" fmla="*/ 1638 w 2879"/>
              <a:gd name="T33" fmla="*/ 369 h 617"/>
              <a:gd name="T34" fmla="*/ 1552 w 2879"/>
              <a:gd name="T35" fmla="*/ 607 h 617"/>
              <a:gd name="T36" fmla="*/ 1715 w 2879"/>
              <a:gd name="T37" fmla="*/ 180 h 617"/>
              <a:gd name="T38" fmla="*/ 1344 w 2879"/>
              <a:gd name="T39" fmla="*/ 180 h 617"/>
              <a:gd name="T40" fmla="*/ 1430 w 2879"/>
              <a:gd name="T41" fmla="*/ 278 h 617"/>
              <a:gd name="T42" fmla="*/ 1235 w 2879"/>
              <a:gd name="T43" fmla="*/ 398 h 617"/>
              <a:gd name="T44" fmla="*/ 1434 w 2879"/>
              <a:gd name="T45" fmla="*/ 516 h 617"/>
              <a:gd name="T46" fmla="*/ 1344 w 2879"/>
              <a:gd name="T47" fmla="*/ 617 h 617"/>
              <a:gd name="T48" fmla="*/ 1344 w 2879"/>
              <a:gd name="T49" fmla="*/ 180 h 617"/>
              <a:gd name="T50" fmla="*/ 948 w 2879"/>
              <a:gd name="T51" fmla="*/ 190 h 617"/>
              <a:gd name="T52" fmla="*/ 1036 w 2879"/>
              <a:gd name="T53" fmla="*/ 607 h 617"/>
              <a:gd name="T54" fmla="*/ 948 w 2879"/>
              <a:gd name="T55" fmla="*/ 190 h 617"/>
              <a:gd name="T56" fmla="*/ 992 w 2879"/>
              <a:gd name="T57" fmla="*/ 0 h 617"/>
              <a:gd name="T58" fmla="*/ 992 w 2879"/>
              <a:gd name="T59" fmla="*/ 112 h 617"/>
              <a:gd name="T60" fmla="*/ 992 w 2879"/>
              <a:gd name="T61" fmla="*/ 0 h 617"/>
              <a:gd name="T62" fmla="*/ 0 w 2879"/>
              <a:gd name="T63" fmla="*/ 527 h 617"/>
              <a:gd name="T64" fmla="*/ 179 w 2879"/>
              <a:gd name="T65" fmla="*/ 470 h 617"/>
              <a:gd name="T66" fmla="*/ 359 w 2879"/>
              <a:gd name="T67" fmla="*/ 180 h 617"/>
              <a:gd name="T68" fmla="*/ 631 w 2879"/>
              <a:gd name="T69" fmla="*/ 180 h 617"/>
              <a:gd name="T70" fmla="*/ 812 w 2879"/>
              <a:gd name="T71" fmla="*/ 607 h 617"/>
              <a:gd name="T72" fmla="*/ 724 w 2879"/>
              <a:gd name="T73" fmla="*/ 381 h 617"/>
              <a:gd name="T74" fmla="*/ 539 w 2879"/>
              <a:gd name="T75" fmla="*/ 381 h 617"/>
              <a:gd name="T76" fmla="*/ 451 w 2879"/>
              <a:gd name="T77" fmla="*/ 607 h 617"/>
              <a:gd name="T78" fmla="*/ 359 w 2879"/>
              <a:gd name="T79" fmla="*/ 260 h 617"/>
              <a:gd name="T80" fmla="*/ 267 w 2879"/>
              <a:gd name="T81" fmla="*/ 470 h 617"/>
              <a:gd name="T82" fmla="*/ 0 w 2879"/>
              <a:gd name="T83" fmla="*/ 607 h 6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2879" h="617">
                <a:moveTo>
                  <a:pt x="2517" y="180"/>
                </a:moveTo>
                <a:lnTo>
                  <a:pt x="2517" y="180"/>
                </a:lnTo>
                <a:cubicBezTo>
                  <a:pt x="2638" y="180"/>
                  <a:pt x="2700" y="249"/>
                  <a:pt x="2700" y="381"/>
                </a:cubicBezTo>
                <a:lnTo>
                  <a:pt x="2700" y="470"/>
                </a:lnTo>
                <a:cubicBezTo>
                  <a:pt x="2700" y="512"/>
                  <a:pt x="2717" y="527"/>
                  <a:pt x="2755" y="527"/>
                </a:cubicBezTo>
                <a:lnTo>
                  <a:pt x="2879" y="527"/>
                </a:lnTo>
                <a:lnTo>
                  <a:pt x="2879" y="607"/>
                </a:lnTo>
                <a:lnTo>
                  <a:pt x="2755" y="607"/>
                </a:lnTo>
                <a:cubicBezTo>
                  <a:pt x="2660" y="607"/>
                  <a:pt x="2612" y="568"/>
                  <a:pt x="2612" y="470"/>
                </a:cubicBezTo>
                <a:lnTo>
                  <a:pt x="2612" y="381"/>
                </a:lnTo>
                <a:cubicBezTo>
                  <a:pt x="2612" y="300"/>
                  <a:pt x="2579" y="260"/>
                  <a:pt x="2517" y="260"/>
                </a:cubicBezTo>
                <a:cubicBezTo>
                  <a:pt x="2454" y="260"/>
                  <a:pt x="2422" y="300"/>
                  <a:pt x="2422" y="381"/>
                </a:cubicBezTo>
                <a:lnTo>
                  <a:pt x="2422" y="607"/>
                </a:lnTo>
                <a:lnTo>
                  <a:pt x="2334" y="607"/>
                </a:lnTo>
                <a:lnTo>
                  <a:pt x="2334" y="381"/>
                </a:lnTo>
                <a:cubicBezTo>
                  <a:pt x="2334" y="249"/>
                  <a:pt x="2396" y="180"/>
                  <a:pt x="2517" y="180"/>
                </a:cubicBezTo>
                <a:close/>
                <a:moveTo>
                  <a:pt x="2037" y="536"/>
                </a:moveTo>
                <a:lnTo>
                  <a:pt x="2037" y="536"/>
                </a:lnTo>
                <a:cubicBezTo>
                  <a:pt x="2107" y="536"/>
                  <a:pt x="2150" y="489"/>
                  <a:pt x="2150" y="398"/>
                </a:cubicBezTo>
                <a:cubicBezTo>
                  <a:pt x="2150" y="308"/>
                  <a:pt x="2107" y="260"/>
                  <a:pt x="2037" y="260"/>
                </a:cubicBezTo>
                <a:cubicBezTo>
                  <a:pt x="1967" y="260"/>
                  <a:pt x="1924" y="308"/>
                  <a:pt x="1924" y="398"/>
                </a:cubicBezTo>
                <a:cubicBezTo>
                  <a:pt x="1924" y="489"/>
                  <a:pt x="1967" y="536"/>
                  <a:pt x="2037" y="536"/>
                </a:cubicBezTo>
                <a:close/>
                <a:moveTo>
                  <a:pt x="2037" y="180"/>
                </a:moveTo>
                <a:lnTo>
                  <a:pt x="2037" y="180"/>
                </a:lnTo>
                <a:cubicBezTo>
                  <a:pt x="2162" y="180"/>
                  <a:pt x="2239" y="262"/>
                  <a:pt x="2239" y="398"/>
                </a:cubicBezTo>
                <a:cubicBezTo>
                  <a:pt x="2239" y="535"/>
                  <a:pt x="2162" y="617"/>
                  <a:pt x="2037" y="617"/>
                </a:cubicBezTo>
                <a:cubicBezTo>
                  <a:pt x="1912" y="617"/>
                  <a:pt x="1835" y="535"/>
                  <a:pt x="1835" y="398"/>
                </a:cubicBezTo>
                <a:cubicBezTo>
                  <a:pt x="1835" y="262"/>
                  <a:pt x="1912" y="180"/>
                  <a:pt x="2037" y="180"/>
                </a:cubicBezTo>
                <a:close/>
                <a:moveTo>
                  <a:pt x="1715" y="180"/>
                </a:moveTo>
                <a:lnTo>
                  <a:pt x="1715" y="180"/>
                </a:lnTo>
                <a:cubicBezTo>
                  <a:pt x="1743" y="180"/>
                  <a:pt x="1772" y="186"/>
                  <a:pt x="1795" y="194"/>
                </a:cubicBezTo>
                <a:lnTo>
                  <a:pt x="1769" y="270"/>
                </a:lnTo>
                <a:cubicBezTo>
                  <a:pt x="1752" y="263"/>
                  <a:pt x="1735" y="260"/>
                  <a:pt x="1715" y="260"/>
                </a:cubicBezTo>
                <a:cubicBezTo>
                  <a:pt x="1664" y="260"/>
                  <a:pt x="1638" y="297"/>
                  <a:pt x="1638" y="369"/>
                </a:cubicBezTo>
                <a:cubicBezTo>
                  <a:pt x="1638" y="433"/>
                  <a:pt x="1639" y="502"/>
                  <a:pt x="1640" y="607"/>
                </a:cubicBezTo>
                <a:lnTo>
                  <a:pt x="1552" y="607"/>
                </a:lnTo>
                <a:cubicBezTo>
                  <a:pt x="1551" y="502"/>
                  <a:pt x="1550" y="433"/>
                  <a:pt x="1550" y="369"/>
                </a:cubicBezTo>
                <a:cubicBezTo>
                  <a:pt x="1550" y="241"/>
                  <a:pt x="1608" y="180"/>
                  <a:pt x="1715" y="180"/>
                </a:cubicBezTo>
                <a:close/>
                <a:moveTo>
                  <a:pt x="1344" y="180"/>
                </a:moveTo>
                <a:lnTo>
                  <a:pt x="1344" y="180"/>
                </a:lnTo>
                <a:cubicBezTo>
                  <a:pt x="1387" y="180"/>
                  <a:pt x="1423" y="188"/>
                  <a:pt x="1458" y="204"/>
                </a:cubicBezTo>
                <a:lnTo>
                  <a:pt x="1430" y="278"/>
                </a:lnTo>
                <a:cubicBezTo>
                  <a:pt x="1395" y="265"/>
                  <a:pt x="1370" y="260"/>
                  <a:pt x="1344" y="260"/>
                </a:cubicBezTo>
                <a:cubicBezTo>
                  <a:pt x="1277" y="260"/>
                  <a:pt x="1235" y="308"/>
                  <a:pt x="1235" y="398"/>
                </a:cubicBezTo>
                <a:cubicBezTo>
                  <a:pt x="1235" y="489"/>
                  <a:pt x="1277" y="536"/>
                  <a:pt x="1344" y="536"/>
                </a:cubicBezTo>
                <a:cubicBezTo>
                  <a:pt x="1371" y="536"/>
                  <a:pt x="1397" y="531"/>
                  <a:pt x="1434" y="516"/>
                </a:cubicBezTo>
                <a:lnTo>
                  <a:pt x="1465" y="590"/>
                </a:lnTo>
                <a:cubicBezTo>
                  <a:pt x="1427" y="608"/>
                  <a:pt x="1384" y="617"/>
                  <a:pt x="1344" y="617"/>
                </a:cubicBezTo>
                <a:cubicBezTo>
                  <a:pt x="1223" y="617"/>
                  <a:pt x="1145" y="535"/>
                  <a:pt x="1145" y="398"/>
                </a:cubicBezTo>
                <a:cubicBezTo>
                  <a:pt x="1145" y="262"/>
                  <a:pt x="1223" y="180"/>
                  <a:pt x="1344" y="180"/>
                </a:cubicBezTo>
                <a:close/>
                <a:moveTo>
                  <a:pt x="948" y="190"/>
                </a:moveTo>
                <a:lnTo>
                  <a:pt x="948" y="190"/>
                </a:lnTo>
                <a:lnTo>
                  <a:pt x="1036" y="190"/>
                </a:lnTo>
                <a:lnTo>
                  <a:pt x="1036" y="607"/>
                </a:lnTo>
                <a:lnTo>
                  <a:pt x="948" y="607"/>
                </a:lnTo>
                <a:lnTo>
                  <a:pt x="948" y="190"/>
                </a:lnTo>
                <a:close/>
                <a:moveTo>
                  <a:pt x="992" y="0"/>
                </a:moveTo>
                <a:lnTo>
                  <a:pt x="992" y="0"/>
                </a:lnTo>
                <a:cubicBezTo>
                  <a:pt x="1023" y="0"/>
                  <a:pt x="1049" y="25"/>
                  <a:pt x="1049" y="56"/>
                </a:cubicBezTo>
                <a:cubicBezTo>
                  <a:pt x="1049" y="87"/>
                  <a:pt x="1023" y="112"/>
                  <a:pt x="992" y="112"/>
                </a:cubicBezTo>
                <a:cubicBezTo>
                  <a:pt x="961" y="112"/>
                  <a:pt x="936" y="87"/>
                  <a:pt x="936" y="56"/>
                </a:cubicBezTo>
                <a:cubicBezTo>
                  <a:pt x="936" y="25"/>
                  <a:pt x="961" y="0"/>
                  <a:pt x="992" y="0"/>
                </a:cubicBezTo>
                <a:close/>
                <a:moveTo>
                  <a:pt x="0" y="527"/>
                </a:moveTo>
                <a:lnTo>
                  <a:pt x="0" y="527"/>
                </a:lnTo>
                <a:lnTo>
                  <a:pt x="124" y="527"/>
                </a:lnTo>
                <a:cubicBezTo>
                  <a:pt x="162" y="527"/>
                  <a:pt x="179" y="512"/>
                  <a:pt x="179" y="470"/>
                </a:cubicBezTo>
                <a:lnTo>
                  <a:pt x="179" y="381"/>
                </a:lnTo>
                <a:cubicBezTo>
                  <a:pt x="179" y="249"/>
                  <a:pt x="241" y="180"/>
                  <a:pt x="359" y="180"/>
                </a:cubicBezTo>
                <a:cubicBezTo>
                  <a:pt x="421" y="180"/>
                  <a:pt x="468" y="202"/>
                  <a:pt x="496" y="244"/>
                </a:cubicBezTo>
                <a:cubicBezTo>
                  <a:pt x="525" y="202"/>
                  <a:pt x="570" y="180"/>
                  <a:pt x="631" y="180"/>
                </a:cubicBezTo>
                <a:cubicBezTo>
                  <a:pt x="750" y="180"/>
                  <a:pt x="812" y="249"/>
                  <a:pt x="812" y="381"/>
                </a:cubicBezTo>
                <a:lnTo>
                  <a:pt x="812" y="607"/>
                </a:lnTo>
                <a:lnTo>
                  <a:pt x="724" y="607"/>
                </a:lnTo>
                <a:lnTo>
                  <a:pt x="724" y="381"/>
                </a:lnTo>
                <a:cubicBezTo>
                  <a:pt x="724" y="300"/>
                  <a:pt x="691" y="260"/>
                  <a:pt x="631" y="260"/>
                </a:cubicBezTo>
                <a:cubicBezTo>
                  <a:pt x="572" y="260"/>
                  <a:pt x="539" y="300"/>
                  <a:pt x="539" y="381"/>
                </a:cubicBezTo>
                <a:lnTo>
                  <a:pt x="539" y="607"/>
                </a:lnTo>
                <a:lnTo>
                  <a:pt x="451" y="607"/>
                </a:lnTo>
                <a:lnTo>
                  <a:pt x="451" y="381"/>
                </a:lnTo>
                <a:cubicBezTo>
                  <a:pt x="451" y="300"/>
                  <a:pt x="419" y="260"/>
                  <a:pt x="359" y="260"/>
                </a:cubicBezTo>
                <a:cubicBezTo>
                  <a:pt x="300" y="260"/>
                  <a:pt x="267" y="300"/>
                  <a:pt x="267" y="381"/>
                </a:cubicBezTo>
                <a:lnTo>
                  <a:pt x="267" y="470"/>
                </a:lnTo>
                <a:cubicBezTo>
                  <a:pt x="267" y="568"/>
                  <a:pt x="219" y="607"/>
                  <a:pt x="124" y="607"/>
                </a:cubicBezTo>
                <a:lnTo>
                  <a:pt x="0" y="607"/>
                </a:lnTo>
                <a:lnTo>
                  <a:pt x="0" y="527"/>
                </a:lnTo>
                <a:close/>
              </a:path>
            </a:pathLst>
          </a:custGeom>
          <a:solidFill>
            <a:schemeClr val="tx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7" name="Rectangle 6">
            <a:extLst>
              <a:ext uri="{FF2B5EF4-FFF2-40B4-BE49-F238E27FC236}">
                <a16:creationId xmlns:a16="http://schemas.microsoft.com/office/drawing/2014/main" id="{0694166E-BE08-AE5C-72B8-0E3A74F7D9F7}"/>
              </a:ext>
            </a:extLst>
          </p:cNvPr>
          <p:cNvSpPr>
            <a:spLocks noGrp="1" noRot="1" noMove="1" noResize="1" noEditPoints="1" noAdjustHandles="1" noChangeArrowheads="1" noChangeShapeType="1"/>
          </p:cNvSpPr>
          <p:nvPr userDrawn="1"/>
        </p:nvSpPr>
        <p:spPr>
          <a:xfrm>
            <a:off x="2756950" y="6429829"/>
            <a:ext cx="9435050" cy="428171"/>
          </a:xfrm>
          <a:prstGeom prst="rect">
            <a:avLst/>
          </a:prstGeom>
          <a:gradFill>
            <a:gsLst>
              <a:gs pos="81500">
                <a:srgbClr val="2843F7"/>
              </a:gs>
              <a:gs pos="62000">
                <a:srgbClr val="1F4DF9">
                  <a:alpha val="82000"/>
                </a:srgbClr>
              </a:gs>
              <a:gs pos="20000">
                <a:srgbClr val="0F5BFC">
                  <a:alpha val="69804"/>
                </a:srgbClr>
              </a:gs>
              <a:gs pos="39000">
                <a:srgbClr val="1654FA">
                  <a:alpha val="77393"/>
                </a:srgbClr>
              </a:gs>
              <a:gs pos="0">
                <a:srgbClr val="0861FD"/>
              </a:gs>
              <a:gs pos="100000">
                <a:srgbClr val="303EF5"/>
              </a:gs>
            </a:gsLst>
            <a:lin ang="19860000" scaled="0"/>
          </a:gradFill>
          <a:ln w="6350" cap="sq">
            <a:miter lim="800000"/>
          </a:ln>
        </p:spPr>
        <p:style>
          <a:lnRef idx="0">
            <a:schemeClr val="tx1"/>
          </a:lnRef>
          <a:fillRef idx="1">
            <a:schemeClr val="tx1"/>
          </a:fillRef>
          <a:effectRef idx="0">
            <a:srgbClr val="000000"/>
          </a:effectRef>
          <a:fontRef idx="minor">
            <a:schemeClr val="bg1"/>
          </a:fontRef>
        </p:style>
        <p:txBody>
          <a:bodyPr rtlCol="0" anchor="ctr"/>
          <a:lstStyle/>
          <a:p>
            <a:pPr algn="ctr">
              <a:lnSpc>
                <a:spcPct val="100000"/>
              </a:lnSpc>
            </a:pPr>
            <a:endParaRPr lang="en-US" sz="1800"/>
          </a:p>
        </p:txBody>
      </p:sp>
    </p:spTree>
    <p:extLst>
      <p:ext uri="{BB962C8B-B14F-4D97-AF65-F5344CB8AC3E}">
        <p14:creationId xmlns:p14="http://schemas.microsoft.com/office/powerpoint/2010/main" val="3223269213"/>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5568" userDrawn="1">
          <p15:clr>
            <a:srgbClr val="C35EA4"/>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Slide 5">
    <p:bg>
      <p:bgPr>
        <a:gradFill>
          <a:gsLst>
            <a:gs pos="0">
              <a:srgbClr val="0068FF"/>
            </a:gs>
            <a:gs pos="50000">
              <a:srgbClr val="000000"/>
            </a:gs>
            <a:gs pos="100000">
              <a:srgbClr val="4F5A6C"/>
            </a:gs>
          </a:gsLst>
          <a:lin ang="19860000" scaled="0"/>
        </a:gradFill>
        <a:effectLst/>
      </p:bgPr>
    </p:bg>
    <p:spTree>
      <p:nvGrpSpPr>
        <p:cNvPr id="1" name=""/>
        <p:cNvGrpSpPr/>
        <p:nvPr/>
      </p:nvGrpSpPr>
      <p:grpSpPr>
        <a:xfrm>
          <a:off x="0" y="0"/>
          <a:ext cx="0" cy="0"/>
          <a:chOff x="0" y="0"/>
          <a:chExt cx="0" cy="0"/>
        </a:xfrm>
      </p:grpSpPr>
      <p:sp>
        <p:nvSpPr>
          <p:cNvPr id="2" name="Title 2">
            <a:extLst>
              <a:ext uri="{FF2B5EF4-FFF2-40B4-BE49-F238E27FC236}">
                <a16:creationId xmlns:a16="http://schemas.microsoft.com/office/drawing/2014/main" id="{53F8AB78-8FDA-46ED-B308-67C07FAC61F6}"/>
              </a:ext>
            </a:extLst>
          </p:cNvPr>
          <p:cNvSpPr>
            <a:spLocks noGrp="1"/>
          </p:cNvSpPr>
          <p:nvPr>
            <p:ph type="ctrTitle" hasCustomPrompt="1"/>
          </p:nvPr>
        </p:nvSpPr>
        <p:spPr>
          <a:xfrm>
            <a:off x="484632" y="484632"/>
            <a:ext cx="8354568" cy="2944368"/>
          </a:xfrm>
        </p:spPr>
        <p:txBody>
          <a:bodyPr anchor="b"/>
          <a:lstStyle>
            <a:lvl1pPr algn="l">
              <a:lnSpc>
                <a:spcPct val="90000"/>
              </a:lnSpc>
              <a:defRPr sz="5400" spc="-100" baseline="0">
                <a:solidFill>
                  <a:schemeClr val="tx1"/>
                </a:solidFill>
              </a:defRPr>
            </a:lvl1pPr>
          </a:lstStyle>
          <a:p>
            <a:r>
              <a:rPr lang="en-US" dirty="0"/>
              <a:t>[Presentation title]</a:t>
            </a:r>
          </a:p>
        </p:txBody>
      </p:sp>
      <p:sp>
        <p:nvSpPr>
          <p:cNvPr id="3" name="Subtitle 3">
            <a:extLst>
              <a:ext uri="{FF2B5EF4-FFF2-40B4-BE49-F238E27FC236}">
                <a16:creationId xmlns:a16="http://schemas.microsoft.com/office/drawing/2014/main" id="{61892C3E-3DA9-484B-A45D-DEED5EFA6C48}"/>
              </a:ext>
            </a:extLst>
          </p:cNvPr>
          <p:cNvSpPr>
            <a:spLocks noGrp="1"/>
          </p:cNvSpPr>
          <p:nvPr>
            <p:ph type="subTitle" idx="1" hasCustomPrompt="1"/>
          </p:nvPr>
        </p:nvSpPr>
        <p:spPr>
          <a:xfrm>
            <a:off x="484632" y="3723437"/>
            <a:ext cx="8354568" cy="886968"/>
          </a:xfrm>
        </p:spPr>
        <p:txBody>
          <a:bodyPr>
            <a:noAutofit/>
          </a:bodyPr>
          <a:lstStyle>
            <a:lvl1pPr marL="0" indent="0" algn="l">
              <a:lnSpc>
                <a:spcPct val="100000"/>
              </a:lnSpc>
              <a:spcBef>
                <a:spcPts val="0"/>
              </a:spcBef>
              <a:buNone/>
              <a:defRPr sz="1800">
                <a:solidFill>
                  <a:schemeClr val="tx1"/>
                </a:solidFill>
              </a:defRPr>
            </a:lvl1pPr>
            <a:lvl2pPr marL="0" indent="0" algn="l">
              <a:lnSpc>
                <a:spcPct val="100000"/>
              </a:lnSpc>
              <a:spcBef>
                <a:spcPts val="0"/>
              </a:spcBef>
              <a:buNone/>
              <a:defRPr sz="1800">
                <a:solidFill>
                  <a:schemeClr val="tx1"/>
                </a:solidFill>
              </a:defRPr>
            </a:lvl2pPr>
            <a:lvl3pPr marL="0" indent="0" algn="l">
              <a:lnSpc>
                <a:spcPct val="100000"/>
              </a:lnSpc>
              <a:spcBef>
                <a:spcPts val="0"/>
              </a:spcBef>
              <a:buNone/>
              <a:defRPr sz="1800">
                <a:solidFill>
                  <a:schemeClr val="tx1"/>
                </a:solidFill>
              </a:defRPr>
            </a:lvl3pPr>
            <a:lvl4pPr marL="0" indent="0" algn="l">
              <a:lnSpc>
                <a:spcPct val="100000"/>
              </a:lnSpc>
              <a:spcBef>
                <a:spcPts val="0"/>
              </a:spcBef>
              <a:buNone/>
              <a:defRPr sz="1800">
                <a:solidFill>
                  <a:schemeClr val="tx1"/>
                </a:solidFill>
              </a:defRPr>
            </a:lvl4pPr>
            <a:lvl5pPr marL="0" indent="0" algn="l">
              <a:lnSpc>
                <a:spcPct val="100000"/>
              </a:lnSpc>
              <a:spcBef>
                <a:spcPts val="0"/>
              </a:spcBef>
              <a:buNone/>
              <a:defRPr sz="1800">
                <a:solidFill>
                  <a:schemeClr val="tx1"/>
                </a:solidFill>
              </a:defRPr>
            </a:lvl5pPr>
            <a:lvl6pPr marL="0" indent="0" algn="l">
              <a:lnSpc>
                <a:spcPct val="100000"/>
              </a:lnSpc>
              <a:spcBef>
                <a:spcPts val="0"/>
              </a:spcBef>
              <a:buNone/>
              <a:defRPr sz="1800">
                <a:solidFill>
                  <a:schemeClr val="tx1"/>
                </a:solidFill>
              </a:defRPr>
            </a:lvl6pPr>
            <a:lvl7pPr marL="0" indent="0" algn="l">
              <a:lnSpc>
                <a:spcPct val="100000"/>
              </a:lnSpc>
              <a:spcBef>
                <a:spcPts val="0"/>
              </a:spcBef>
              <a:buNone/>
              <a:defRPr sz="1800">
                <a:solidFill>
                  <a:schemeClr val="tx1"/>
                </a:solidFill>
              </a:defRPr>
            </a:lvl7pPr>
            <a:lvl8pPr marL="0" indent="0" algn="l">
              <a:lnSpc>
                <a:spcPct val="100000"/>
              </a:lnSpc>
              <a:spcBef>
                <a:spcPts val="0"/>
              </a:spcBef>
              <a:buNone/>
              <a:defRPr sz="1800">
                <a:solidFill>
                  <a:schemeClr val="tx1"/>
                </a:solidFill>
              </a:defRPr>
            </a:lvl8pPr>
            <a:lvl9pPr marL="0" indent="0" algn="l">
              <a:lnSpc>
                <a:spcPct val="100000"/>
              </a:lnSpc>
              <a:spcBef>
                <a:spcPts val="0"/>
              </a:spcBef>
              <a:buNone/>
              <a:defRPr sz="1800">
                <a:solidFill>
                  <a:schemeClr val="tx1"/>
                </a:solidFill>
              </a:defRPr>
            </a:lvl9pPr>
          </a:lstStyle>
          <a:p>
            <a:r>
              <a:rPr lang="en-US" dirty="0"/>
              <a:t>[Month 00, 0000]</a:t>
            </a:r>
            <a:br>
              <a:rPr lang="en-US" dirty="0"/>
            </a:br>
            <a:r>
              <a:rPr lang="en-US" dirty="0"/>
              <a:t>[Presenter Name]</a:t>
            </a:r>
            <a:br>
              <a:rPr lang="en-US" dirty="0"/>
            </a:br>
            <a:r>
              <a:rPr lang="en-US" dirty="0"/>
              <a:t>[Title]</a:t>
            </a:r>
          </a:p>
        </p:txBody>
      </p:sp>
      <p:sp>
        <p:nvSpPr>
          <p:cNvPr id="4" name="Micron" descr="Micron">
            <a:extLst>
              <a:ext uri="{FF2B5EF4-FFF2-40B4-BE49-F238E27FC236}">
                <a16:creationId xmlns:a16="http://schemas.microsoft.com/office/drawing/2014/main" id="{6828B200-B429-3B72-1A5F-4D98343150B2}"/>
              </a:ext>
            </a:extLst>
          </p:cNvPr>
          <p:cNvSpPr>
            <a:spLocks noEditPoints="1"/>
          </p:cNvSpPr>
          <p:nvPr userDrawn="1"/>
        </p:nvSpPr>
        <p:spPr bwMode="black">
          <a:xfrm>
            <a:off x="481330" y="6087033"/>
            <a:ext cx="1363726" cy="290928"/>
          </a:xfrm>
          <a:custGeom>
            <a:avLst/>
            <a:gdLst>
              <a:gd name="T0" fmla="*/ 2517 w 2879"/>
              <a:gd name="T1" fmla="*/ 180 h 617"/>
              <a:gd name="T2" fmla="*/ 2700 w 2879"/>
              <a:gd name="T3" fmla="*/ 470 h 617"/>
              <a:gd name="T4" fmla="*/ 2879 w 2879"/>
              <a:gd name="T5" fmla="*/ 527 h 617"/>
              <a:gd name="T6" fmla="*/ 2755 w 2879"/>
              <a:gd name="T7" fmla="*/ 607 h 617"/>
              <a:gd name="T8" fmla="*/ 2612 w 2879"/>
              <a:gd name="T9" fmla="*/ 381 h 617"/>
              <a:gd name="T10" fmla="*/ 2422 w 2879"/>
              <a:gd name="T11" fmla="*/ 381 h 617"/>
              <a:gd name="T12" fmla="*/ 2334 w 2879"/>
              <a:gd name="T13" fmla="*/ 607 h 617"/>
              <a:gd name="T14" fmla="*/ 2517 w 2879"/>
              <a:gd name="T15" fmla="*/ 180 h 617"/>
              <a:gd name="T16" fmla="*/ 2037 w 2879"/>
              <a:gd name="T17" fmla="*/ 536 h 617"/>
              <a:gd name="T18" fmla="*/ 2037 w 2879"/>
              <a:gd name="T19" fmla="*/ 260 h 617"/>
              <a:gd name="T20" fmla="*/ 2037 w 2879"/>
              <a:gd name="T21" fmla="*/ 536 h 617"/>
              <a:gd name="T22" fmla="*/ 2037 w 2879"/>
              <a:gd name="T23" fmla="*/ 180 h 617"/>
              <a:gd name="T24" fmla="*/ 2037 w 2879"/>
              <a:gd name="T25" fmla="*/ 617 h 617"/>
              <a:gd name="T26" fmla="*/ 2037 w 2879"/>
              <a:gd name="T27" fmla="*/ 180 h 617"/>
              <a:gd name="T28" fmla="*/ 1715 w 2879"/>
              <a:gd name="T29" fmla="*/ 180 h 617"/>
              <a:gd name="T30" fmla="*/ 1769 w 2879"/>
              <a:gd name="T31" fmla="*/ 270 h 617"/>
              <a:gd name="T32" fmla="*/ 1638 w 2879"/>
              <a:gd name="T33" fmla="*/ 369 h 617"/>
              <a:gd name="T34" fmla="*/ 1552 w 2879"/>
              <a:gd name="T35" fmla="*/ 607 h 617"/>
              <a:gd name="T36" fmla="*/ 1715 w 2879"/>
              <a:gd name="T37" fmla="*/ 180 h 617"/>
              <a:gd name="T38" fmla="*/ 1344 w 2879"/>
              <a:gd name="T39" fmla="*/ 180 h 617"/>
              <a:gd name="T40" fmla="*/ 1430 w 2879"/>
              <a:gd name="T41" fmla="*/ 278 h 617"/>
              <a:gd name="T42" fmla="*/ 1235 w 2879"/>
              <a:gd name="T43" fmla="*/ 398 h 617"/>
              <a:gd name="T44" fmla="*/ 1434 w 2879"/>
              <a:gd name="T45" fmla="*/ 516 h 617"/>
              <a:gd name="T46" fmla="*/ 1344 w 2879"/>
              <a:gd name="T47" fmla="*/ 617 h 617"/>
              <a:gd name="T48" fmla="*/ 1344 w 2879"/>
              <a:gd name="T49" fmla="*/ 180 h 617"/>
              <a:gd name="T50" fmla="*/ 948 w 2879"/>
              <a:gd name="T51" fmla="*/ 190 h 617"/>
              <a:gd name="T52" fmla="*/ 1036 w 2879"/>
              <a:gd name="T53" fmla="*/ 607 h 617"/>
              <a:gd name="T54" fmla="*/ 948 w 2879"/>
              <a:gd name="T55" fmla="*/ 190 h 617"/>
              <a:gd name="T56" fmla="*/ 992 w 2879"/>
              <a:gd name="T57" fmla="*/ 0 h 617"/>
              <a:gd name="T58" fmla="*/ 992 w 2879"/>
              <a:gd name="T59" fmla="*/ 112 h 617"/>
              <a:gd name="T60" fmla="*/ 992 w 2879"/>
              <a:gd name="T61" fmla="*/ 0 h 617"/>
              <a:gd name="T62" fmla="*/ 0 w 2879"/>
              <a:gd name="T63" fmla="*/ 527 h 617"/>
              <a:gd name="T64" fmla="*/ 179 w 2879"/>
              <a:gd name="T65" fmla="*/ 470 h 617"/>
              <a:gd name="T66" fmla="*/ 359 w 2879"/>
              <a:gd name="T67" fmla="*/ 180 h 617"/>
              <a:gd name="T68" fmla="*/ 631 w 2879"/>
              <a:gd name="T69" fmla="*/ 180 h 617"/>
              <a:gd name="T70" fmla="*/ 812 w 2879"/>
              <a:gd name="T71" fmla="*/ 607 h 617"/>
              <a:gd name="T72" fmla="*/ 724 w 2879"/>
              <a:gd name="T73" fmla="*/ 381 h 617"/>
              <a:gd name="T74" fmla="*/ 539 w 2879"/>
              <a:gd name="T75" fmla="*/ 381 h 617"/>
              <a:gd name="T76" fmla="*/ 451 w 2879"/>
              <a:gd name="T77" fmla="*/ 607 h 617"/>
              <a:gd name="T78" fmla="*/ 359 w 2879"/>
              <a:gd name="T79" fmla="*/ 260 h 617"/>
              <a:gd name="T80" fmla="*/ 267 w 2879"/>
              <a:gd name="T81" fmla="*/ 470 h 617"/>
              <a:gd name="T82" fmla="*/ 0 w 2879"/>
              <a:gd name="T83" fmla="*/ 607 h 6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2879" h="617">
                <a:moveTo>
                  <a:pt x="2517" y="180"/>
                </a:moveTo>
                <a:lnTo>
                  <a:pt x="2517" y="180"/>
                </a:lnTo>
                <a:cubicBezTo>
                  <a:pt x="2638" y="180"/>
                  <a:pt x="2700" y="249"/>
                  <a:pt x="2700" y="381"/>
                </a:cubicBezTo>
                <a:lnTo>
                  <a:pt x="2700" y="470"/>
                </a:lnTo>
                <a:cubicBezTo>
                  <a:pt x="2700" y="512"/>
                  <a:pt x="2717" y="527"/>
                  <a:pt x="2755" y="527"/>
                </a:cubicBezTo>
                <a:lnTo>
                  <a:pt x="2879" y="527"/>
                </a:lnTo>
                <a:lnTo>
                  <a:pt x="2879" y="607"/>
                </a:lnTo>
                <a:lnTo>
                  <a:pt x="2755" y="607"/>
                </a:lnTo>
                <a:cubicBezTo>
                  <a:pt x="2660" y="607"/>
                  <a:pt x="2612" y="568"/>
                  <a:pt x="2612" y="470"/>
                </a:cubicBezTo>
                <a:lnTo>
                  <a:pt x="2612" y="381"/>
                </a:lnTo>
                <a:cubicBezTo>
                  <a:pt x="2612" y="300"/>
                  <a:pt x="2579" y="260"/>
                  <a:pt x="2517" y="260"/>
                </a:cubicBezTo>
                <a:cubicBezTo>
                  <a:pt x="2454" y="260"/>
                  <a:pt x="2422" y="300"/>
                  <a:pt x="2422" y="381"/>
                </a:cubicBezTo>
                <a:lnTo>
                  <a:pt x="2422" y="607"/>
                </a:lnTo>
                <a:lnTo>
                  <a:pt x="2334" y="607"/>
                </a:lnTo>
                <a:lnTo>
                  <a:pt x="2334" y="381"/>
                </a:lnTo>
                <a:cubicBezTo>
                  <a:pt x="2334" y="249"/>
                  <a:pt x="2396" y="180"/>
                  <a:pt x="2517" y="180"/>
                </a:cubicBezTo>
                <a:close/>
                <a:moveTo>
                  <a:pt x="2037" y="536"/>
                </a:moveTo>
                <a:lnTo>
                  <a:pt x="2037" y="536"/>
                </a:lnTo>
                <a:cubicBezTo>
                  <a:pt x="2107" y="536"/>
                  <a:pt x="2150" y="489"/>
                  <a:pt x="2150" y="398"/>
                </a:cubicBezTo>
                <a:cubicBezTo>
                  <a:pt x="2150" y="308"/>
                  <a:pt x="2107" y="260"/>
                  <a:pt x="2037" y="260"/>
                </a:cubicBezTo>
                <a:cubicBezTo>
                  <a:pt x="1967" y="260"/>
                  <a:pt x="1924" y="308"/>
                  <a:pt x="1924" y="398"/>
                </a:cubicBezTo>
                <a:cubicBezTo>
                  <a:pt x="1924" y="489"/>
                  <a:pt x="1967" y="536"/>
                  <a:pt x="2037" y="536"/>
                </a:cubicBezTo>
                <a:close/>
                <a:moveTo>
                  <a:pt x="2037" y="180"/>
                </a:moveTo>
                <a:lnTo>
                  <a:pt x="2037" y="180"/>
                </a:lnTo>
                <a:cubicBezTo>
                  <a:pt x="2162" y="180"/>
                  <a:pt x="2239" y="262"/>
                  <a:pt x="2239" y="398"/>
                </a:cubicBezTo>
                <a:cubicBezTo>
                  <a:pt x="2239" y="535"/>
                  <a:pt x="2162" y="617"/>
                  <a:pt x="2037" y="617"/>
                </a:cubicBezTo>
                <a:cubicBezTo>
                  <a:pt x="1912" y="617"/>
                  <a:pt x="1835" y="535"/>
                  <a:pt x="1835" y="398"/>
                </a:cubicBezTo>
                <a:cubicBezTo>
                  <a:pt x="1835" y="262"/>
                  <a:pt x="1912" y="180"/>
                  <a:pt x="2037" y="180"/>
                </a:cubicBezTo>
                <a:close/>
                <a:moveTo>
                  <a:pt x="1715" y="180"/>
                </a:moveTo>
                <a:lnTo>
                  <a:pt x="1715" y="180"/>
                </a:lnTo>
                <a:cubicBezTo>
                  <a:pt x="1743" y="180"/>
                  <a:pt x="1772" y="186"/>
                  <a:pt x="1795" y="194"/>
                </a:cubicBezTo>
                <a:lnTo>
                  <a:pt x="1769" y="270"/>
                </a:lnTo>
                <a:cubicBezTo>
                  <a:pt x="1752" y="263"/>
                  <a:pt x="1735" y="260"/>
                  <a:pt x="1715" y="260"/>
                </a:cubicBezTo>
                <a:cubicBezTo>
                  <a:pt x="1664" y="260"/>
                  <a:pt x="1638" y="297"/>
                  <a:pt x="1638" y="369"/>
                </a:cubicBezTo>
                <a:cubicBezTo>
                  <a:pt x="1638" y="433"/>
                  <a:pt x="1639" y="502"/>
                  <a:pt x="1640" y="607"/>
                </a:cubicBezTo>
                <a:lnTo>
                  <a:pt x="1552" y="607"/>
                </a:lnTo>
                <a:cubicBezTo>
                  <a:pt x="1551" y="502"/>
                  <a:pt x="1550" y="433"/>
                  <a:pt x="1550" y="369"/>
                </a:cubicBezTo>
                <a:cubicBezTo>
                  <a:pt x="1550" y="241"/>
                  <a:pt x="1608" y="180"/>
                  <a:pt x="1715" y="180"/>
                </a:cubicBezTo>
                <a:close/>
                <a:moveTo>
                  <a:pt x="1344" y="180"/>
                </a:moveTo>
                <a:lnTo>
                  <a:pt x="1344" y="180"/>
                </a:lnTo>
                <a:cubicBezTo>
                  <a:pt x="1387" y="180"/>
                  <a:pt x="1423" y="188"/>
                  <a:pt x="1458" y="204"/>
                </a:cubicBezTo>
                <a:lnTo>
                  <a:pt x="1430" y="278"/>
                </a:lnTo>
                <a:cubicBezTo>
                  <a:pt x="1395" y="265"/>
                  <a:pt x="1370" y="260"/>
                  <a:pt x="1344" y="260"/>
                </a:cubicBezTo>
                <a:cubicBezTo>
                  <a:pt x="1277" y="260"/>
                  <a:pt x="1235" y="308"/>
                  <a:pt x="1235" y="398"/>
                </a:cubicBezTo>
                <a:cubicBezTo>
                  <a:pt x="1235" y="489"/>
                  <a:pt x="1277" y="536"/>
                  <a:pt x="1344" y="536"/>
                </a:cubicBezTo>
                <a:cubicBezTo>
                  <a:pt x="1371" y="536"/>
                  <a:pt x="1397" y="531"/>
                  <a:pt x="1434" y="516"/>
                </a:cubicBezTo>
                <a:lnTo>
                  <a:pt x="1465" y="590"/>
                </a:lnTo>
                <a:cubicBezTo>
                  <a:pt x="1427" y="608"/>
                  <a:pt x="1384" y="617"/>
                  <a:pt x="1344" y="617"/>
                </a:cubicBezTo>
                <a:cubicBezTo>
                  <a:pt x="1223" y="617"/>
                  <a:pt x="1145" y="535"/>
                  <a:pt x="1145" y="398"/>
                </a:cubicBezTo>
                <a:cubicBezTo>
                  <a:pt x="1145" y="262"/>
                  <a:pt x="1223" y="180"/>
                  <a:pt x="1344" y="180"/>
                </a:cubicBezTo>
                <a:close/>
                <a:moveTo>
                  <a:pt x="948" y="190"/>
                </a:moveTo>
                <a:lnTo>
                  <a:pt x="948" y="190"/>
                </a:lnTo>
                <a:lnTo>
                  <a:pt x="1036" y="190"/>
                </a:lnTo>
                <a:lnTo>
                  <a:pt x="1036" y="607"/>
                </a:lnTo>
                <a:lnTo>
                  <a:pt x="948" y="607"/>
                </a:lnTo>
                <a:lnTo>
                  <a:pt x="948" y="190"/>
                </a:lnTo>
                <a:close/>
                <a:moveTo>
                  <a:pt x="992" y="0"/>
                </a:moveTo>
                <a:lnTo>
                  <a:pt x="992" y="0"/>
                </a:lnTo>
                <a:cubicBezTo>
                  <a:pt x="1023" y="0"/>
                  <a:pt x="1049" y="25"/>
                  <a:pt x="1049" y="56"/>
                </a:cubicBezTo>
                <a:cubicBezTo>
                  <a:pt x="1049" y="87"/>
                  <a:pt x="1023" y="112"/>
                  <a:pt x="992" y="112"/>
                </a:cubicBezTo>
                <a:cubicBezTo>
                  <a:pt x="961" y="112"/>
                  <a:pt x="936" y="87"/>
                  <a:pt x="936" y="56"/>
                </a:cubicBezTo>
                <a:cubicBezTo>
                  <a:pt x="936" y="25"/>
                  <a:pt x="961" y="0"/>
                  <a:pt x="992" y="0"/>
                </a:cubicBezTo>
                <a:close/>
                <a:moveTo>
                  <a:pt x="0" y="527"/>
                </a:moveTo>
                <a:lnTo>
                  <a:pt x="0" y="527"/>
                </a:lnTo>
                <a:lnTo>
                  <a:pt x="124" y="527"/>
                </a:lnTo>
                <a:cubicBezTo>
                  <a:pt x="162" y="527"/>
                  <a:pt x="179" y="512"/>
                  <a:pt x="179" y="470"/>
                </a:cubicBezTo>
                <a:lnTo>
                  <a:pt x="179" y="381"/>
                </a:lnTo>
                <a:cubicBezTo>
                  <a:pt x="179" y="249"/>
                  <a:pt x="241" y="180"/>
                  <a:pt x="359" y="180"/>
                </a:cubicBezTo>
                <a:cubicBezTo>
                  <a:pt x="421" y="180"/>
                  <a:pt x="468" y="202"/>
                  <a:pt x="496" y="244"/>
                </a:cubicBezTo>
                <a:cubicBezTo>
                  <a:pt x="525" y="202"/>
                  <a:pt x="570" y="180"/>
                  <a:pt x="631" y="180"/>
                </a:cubicBezTo>
                <a:cubicBezTo>
                  <a:pt x="750" y="180"/>
                  <a:pt x="812" y="249"/>
                  <a:pt x="812" y="381"/>
                </a:cubicBezTo>
                <a:lnTo>
                  <a:pt x="812" y="607"/>
                </a:lnTo>
                <a:lnTo>
                  <a:pt x="724" y="607"/>
                </a:lnTo>
                <a:lnTo>
                  <a:pt x="724" y="381"/>
                </a:lnTo>
                <a:cubicBezTo>
                  <a:pt x="724" y="300"/>
                  <a:pt x="691" y="260"/>
                  <a:pt x="631" y="260"/>
                </a:cubicBezTo>
                <a:cubicBezTo>
                  <a:pt x="572" y="260"/>
                  <a:pt x="539" y="300"/>
                  <a:pt x="539" y="381"/>
                </a:cubicBezTo>
                <a:lnTo>
                  <a:pt x="539" y="607"/>
                </a:lnTo>
                <a:lnTo>
                  <a:pt x="451" y="607"/>
                </a:lnTo>
                <a:lnTo>
                  <a:pt x="451" y="381"/>
                </a:lnTo>
                <a:cubicBezTo>
                  <a:pt x="451" y="300"/>
                  <a:pt x="419" y="260"/>
                  <a:pt x="359" y="260"/>
                </a:cubicBezTo>
                <a:cubicBezTo>
                  <a:pt x="300" y="260"/>
                  <a:pt x="267" y="300"/>
                  <a:pt x="267" y="381"/>
                </a:cubicBezTo>
                <a:lnTo>
                  <a:pt x="267" y="470"/>
                </a:lnTo>
                <a:cubicBezTo>
                  <a:pt x="267" y="568"/>
                  <a:pt x="219" y="607"/>
                  <a:pt x="124" y="607"/>
                </a:cubicBezTo>
                <a:lnTo>
                  <a:pt x="0" y="607"/>
                </a:lnTo>
                <a:lnTo>
                  <a:pt x="0" y="527"/>
                </a:lnTo>
                <a:close/>
              </a:path>
            </a:pathLst>
          </a:custGeom>
          <a:solidFill>
            <a:schemeClr val="tx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7" name="Rectangle 6">
            <a:extLst>
              <a:ext uri="{FF2B5EF4-FFF2-40B4-BE49-F238E27FC236}">
                <a16:creationId xmlns:a16="http://schemas.microsoft.com/office/drawing/2014/main" id="{0ADDF1D4-1256-9276-BFC7-692D2AEA53F6}"/>
              </a:ext>
            </a:extLst>
          </p:cNvPr>
          <p:cNvSpPr>
            <a:spLocks noGrp="1" noRot="1" noMove="1" noResize="1" noEditPoints="1" noAdjustHandles="1" noChangeArrowheads="1" noChangeShapeType="1"/>
          </p:cNvSpPr>
          <p:nvPr userDrawn="1"/>
        </p:nvSpPr>
        <p:spPr>
          <a:xfrm>
            <a:off x="6858000" y="6429829"/>
            <a:ext cx="5334000" cy="428171"/>
          </a:xfrm>
          <a:prstGeom prst="rect">
            <a:avLst/>
          </a:prstGeom>
          <a:gradFill>
            <a:gsLst>
              <a:gs pos="86000">
                <a:srgbClr val="242931"/>
              </a:gs>
              <a:gs pos="60000">
                <a:srgbClr val="171A1F"/>
              </a:gs>
              <a:gs pos="43000">
                <a:srgbClr val="0B0C0E">
                  <a:alpha val="95000"/>
                </a:srgbClr>
              </a:gs>
              <a:gs pos="24000">
                <a:srgbClr val="040405">
                  <a:alpha val="46000"/>
                </a:srgbClr>
              </a:gs>
              <a:gs pos="0">
                <a:srgbClr val="000F24">
                  <a:alpha val="35000"/>
                </a:srgbClr>
              </a:gs>
              <a:gs pos="100000">
                <a:srgbClr val="2C323C"/>
              </a:gs>
            </a:gsLst>
            <a:lin ang="19860000" scaled="0"/>
          </a:gradFill>
          <a:ln w="6350" cap="sq">
            <a:miter lim="800000"/>
          </a:ln>
        </p:spPr>
        <p:style>
          <a:lnRef idx="0">
            <a:schemeClr val="tx1"/>
          </a:lnRef>
          <a:fillRef idx="1">
            <a:schemeClr val="tx1"/>
          </a:fillRef>
          <a:effectRef idx="0">
            <a:srgbClr val="000000"/>
          </a:effectRef>
          <a:fontRef idx="minor">
            <a:schemeClr val="bg1"/>
          </a:fontRef>
        </p:style>
        <p:txBody>
          <a:bodyPr rtlCol="0" anchor="ctr"/>
          <a:lstStyle/>
          <a:p>
            <a:pPr algn="ctr">
              <a:lnSpc>
                <a:spcPct val="100000"/>
              </a:lnSpc>
            </a:pPr>
            <a:endParaRPr lang="en-US" sz="1800"/>
          </a:p>
        </p:txBody>
      </p:sp>
    </p:spTree>
    <p:extLst>
      <p:ext uri="{BB962C8B-B14F-4D97-AF65-F5344CB8AC3E}">
        <p14:creationId xmlns:p14="http://schemas.microsoft.com/office/powerpoint/2010/main" val="3181058112"/>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5568" userDrawn="1">
          <p15:clr>
            <a:srgbClr val="C35EA4"/>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Slide 6">
    <p:bg>
      <p:bgPr>
        <a:gradFill>
          <a:gsLst>
            <a:gs pos="0">
              <a:srgbClr val="BD03F7"/>
            </a:gs>
            <a:gs pos="50000">
              <a:srgbClr val="000000"/>
            </a:gs>
            <a:gs pos="100000">
              <a:srgbClr val="4F5A6C"/>
            </a:gs>
          </a:gsLst>
          <a:lin ang="18420000" scaled="0"/>
        </a:gradFill>
        <a:effectLst/>
      </p:bgPr>
    </p:bg>
    <p:spTree>
      <p:nvGrpSpPr>
        <p:cNvPr id="1" name=""/>
        <p:cNvGrpSpPr/>
        <p:nvPr/>
      </p:nvGrpSpPr>
      <p:grpSpPr>
        <a:xfrm>
          <a:off x="0" y="0"/>
          <a:ext cx="0" cy="0"/>
          <a:chOff x="0" y="0"/>
          <a:chExt cx="0" cy="0"/>
        </a:xfrm>
      </p:grpSpPr>
      <p:sp>
        <p:nvSpPr>
          <p:cNvPr id="2" name="Title 2">
            <a:extLst>
              <a:ext uri="{FF2B5EF4-FFF2-40B4-BE49-F238E27FC236}">
                <a16:creationId xmlns:a16="http://schemas.microsoft.com/office/drawing/2014/main" id="{53F8AB78-8FDA-46ED-B308-67C07FAC61F6}"/>
              </a:ext>
            </a:extLst>
          </p:cNvPr>
          <p:cNvSpPr>
            <a:spLocks noGrp="1"/>
          </p:cNvSpPr>
          <p:nvPr>
            <p:ph type="ctrTitle" hasCustomPrompt="1"/>
          </p:nvPr>
        </p:nvSpPr>
        <p:spPr>
          <a:xfrm>
            <a:off x="484632" y="484632"/>
            <a:ext cx="8354568" cy="2944368"/>
          </a:xfrm>
        </p:spPr>
        <p:txBody>
          <a:bodyPr anchor="b"/>
          <a:lstStyle>
            <a:lvl1pPr algn="l">
              <a:lnSpc>
                <a:spcPct val="90000"/>
              </a:lnSpc>
              <a:defRPr sz="6600" spc="-100" baseline="0">
                <a:solidFill>
                  <a:schemeClr val="tx1"/>
                </a:solidFill>
              </a:defRPr>
            </a:lvl1pPr>
          </a:lstStyle>
          <a:p>
            <a:r>
              <a:rPr lang="en-US" dirty="0"/>
              <a:t>[Presentation title]</a:t>
            </a:r>
          </a:p>
        </p:txBody>
      </p:sp>
      <p:sp>
        <p:nvSpPr>
          <p:cNvPr id="3" name="Subtitle 3">
            <a:extLst>
              <a:ext uri="{FF2B5EF4-FFF2-40B4-BE49-F238E27FC236}">
                <a16:creationId xmlns:a16="http://schemas.microsoft.com/office/drawing/2014/main" id="{61892C3E-3DA9-484B-A45D-DEED5EFA6C48}"/>
              </a:ext>
            </a:extLst>
          </p:cNvPr>
          <p:cNvSpPr>
            <a:spLocks noGrp="1"/>
          </p:cNvSpPr>
          <p:nvPr>
            <p:ph type="subTitle" idx="1" hasCustomPrompt="1"/>
          </p:nvPr>
        </p:nvSpPr>
        <p:spPr>
          <a:xfrm>
            <a:off x="484632" y="3723437"/>
            <a:ext cx="8354568" cy="886968"/>
          </a:xfrm>
        </p:spPr>
        <p:txBody>
          <a:bodyPr>
            <a:noAutofit/>
          </a:bodyPr>
          <a:lstStyle>
            <a:lvl1pPr marL="0" indent="0" algn="l">
              <a:lnSpc>
                <a:spcPct val="100000"/>
              </a:lnSpc>
              <a:spcBef>
                <a:spcPts val="0"/>
              </a:spcBef>
              <a:buNone/>
              <a:defRPr sz="1800">
                <a:solidFill>
                  <a:schemeClr val="tx1"/>
                </a:solidFill>
              </a:defRPr>
            </a:lvl1pPr>
            <a:lvl2pPr marL="0" indent="0" algn="l">
              <a:lnSpc>
                <a:spcPct val="100000"/>
              </a:lnSpc>
              <a:spcBef>
                <a:spcPts val="0"/>
              </a:spcBef>
              <a:buNone/>
              <a:defRPr sz="1800">
                <a:solidFill>
                  <a:schemeClr val="tx1"/>
                </a:solidFill>
              </a:defRPr>
            </a:lvl2pPr>
            <a:lvl3pPr marL="0" indent="0" algn="l">
              <a:lnSpc>
                <a:spcPct val="100000"/>
              </a:lnSpc>
              <a:spcBef>
                <a:spcPts val="0"/>
              </a:spcBef>
              <a:buNone/>
              <a:defRPr sz="1800">
                <a:solidFill>
                  <a:schemeClr val="tx1"/>
                </a:solidFill>
              </a:defRPr>
            </a:lvl3pPr>
            <a:lvl4pPr marL="0" indent="0" algn="l">
              <a:lnSpc>
                <a:spcPct val="100000"/>
              </a:lnSpc>
              <a:spcBef>
                <a:spcPts val="0"/>
              </a:spcBef>
              <a:buNone/>
              <a:defRPr sz="1800">
                <a:solidFill>
                  <a:schemeClr val="tx1"/>
                </a:solidFill>
              </a:defRPr>
            </a:lvl4pPr>
            <a:lvl5pPr marL="0" indent="0" algn="l">
              <a:lnSpc>
                <a:spcPct val="100000"/>
              </a:lnSpc>
              <a:spcBef>
                <a:spcPts val="0"/>
              </a:spcBef>
              <a:buNone/>
              <a:defRPr sz="1800">
                <a:solidFill>
                  <a:schemeClr val="tx1"/>
                </a:solidFill>
              </a:defRPr>
            </a:lvl5pPr>
            <a:lvl6pPr marL="0" indent="0" algn="l">
              <a:lnSpc>
                <a:spcPct val="100000"/>
              </a:lnSpc>
              <a:spcBef>
                <a:spcPts val="0"/>
              </a:spcBef>
              <a:buNone/>
              <a:defRPr sz="1800">
                <a:solidFill>
                  <a:schemeClr val="tx1"/>
                </a:solidFill>
              </a:defRPr>
            </a:lvl6pPr>
            <a:lvl7pPr marL="0" indent="0" algn="l">
              <a:lnSpc>
                <a:spcPct val="100000"/>
              </a:lnSpc>
              <a:spcBef>
                <a:spcPts val="0"/>
              </a:spcBef>
              <a:buNone/>
              <a:defRPr sz="1800">
                <a:solidFill>
                  <a:schemeClr val="tx1"/>
                </a:solidFill>
              </a:defRPr>
            </a:lvl7pPr>
            <a:lvl8pPr marL="0" indent="0" algn="l">
              <a:lnSpc>
                <a:spcPct val="100000"/>
              </a:lnSpc>
              <a:spcBef>
                <a:spcPts val="0"/>
              </a:spcBef>
              <a:buNone/>
              <a:defRPr sz="1800">
                <a:solidFill>
                  <a:schemeClr val="tx1"/>
                </a:solidFill>
              </a:defRPr>
            </a:lvl8pPr>
            <a:lvl9pPr marL="0" indent="0" algn="l">
              <a:lnSpc>
                <a:spcPct val="100000"/>
              </a:lnSpc>
              <a:spcBef>
                <a:spcPts val="0"/>
              </a:spcBef>
              <a:buNone/>
              <a:defRPr sz="1800">
                <a:solidFill>
                  <a:schemeClr val="tx1"/>
                </a:solidFill>
              </a:defRPr>
            </a:lvl9pPr>
          </a:lstStyle>
          <a:p>
            <a:r>
              <a:rPr lang="en-US" dirty="0"/>
              <a:t>[Month 00, 0000]</a:t>
            </a:r>
            <a:br>
              <a:rPr lang="en-US" dirty="0"/>
            </a:br>
            <a:r>
              <a:rPr lang="en-US" dirty="0"/>
              <a:t>[Presenter Name]</a:t>
            </a:r>
            <a:br>
              <a:rPr lang="en-US" dirty="0"/>
            </a:br>
            <a:r>
              <a:rPr lang="en-US" dirty="0"/>
              <a:t>[Title]</a:t>
            </a:r>
          </a:p>
        </p:txBody>
      </p:sp>
      <p:sp>
        <p:nvSpPr>
          <p:cNvPr id="4" name="Micron" descr="Micron">
            <a:extLst>
              <a:ext uri="{FF2B5EF4-FFF2-40B4-BE49-F238E27FC236}">
                <a16:creationId xmlns:a16="http://schemas.microsoft.com/office/drawing/2014/main" id="{5D78915F-5B99-8821-195F-AFC656456ED9}"/>
              </a:ext>
            </a:extLst>
          </p:cNvPr>
          <p:cNvSpPr>
            <a:spLocks noEditPoints="1"/>
          </p:cNvSpPr>
          <p:nvPr userDrawn="1"/>
        </p:nvSpPr>
        <p:spPr bwMode="black">
          <a:xfrm>
            <a:off x="481330" y="6087033"/>
            <a:ext cx="1363726" cy="290928"/>
          </a:xfrm>
          <a:custGeom>
            <a:avLst/>
            <a:gdLst>
              <a:gd name="T0" fmla="*/ 2517 w 2879"/>
              <a:gd name="T1" fmla="*/ 180 h 617"/>
              <a:gd name="T2" fmla="*/ 2700 w 2879"/>
              <a:gd name="T3" fmla="*/ 470 h 617"/>
              <a:gd name="T4" fmla="*/ 2879 w 2879"/>
              <a:gd name="T5" fmla="*/ 527 h 617"/>
              <a:gd name="T6" fmla="*/ 2755 w 2879"/>
              <a:gd name="T7" fmla="*/ 607 h 617"/>
              <a:gd name="T8" fmla="*/ 2612 w 2879"/>
              <a:gd name="T9" fmla="*/ 381 h 617"/>
              <a:gd name="T10" fmla="*/ 2422 w 2879"/>
              <a:gd name="T11" fmla="*/ 381 h 617"/>
              <a:gd name="T12" fmla="*/ 2334 w 2879"/>
              <a:gd name="T13" fmla="*/ 607 h 617"/>
              <a:gd name="T14" fmla="*/ 2517 w 2879"/>
              <a:gd name="T15" fmla="*/ 180 h 617"/>
              <a:gd name="T16" fmla="*/ 2037 w 2879"/>
              <a:gd name="T17" fmla="*/ 536 h 617"/>
              <a:gd name="T18" fmla="*/ 2037 w 2879"/>
              <a:gd name="T19" fmla="*/ 260 h 617"/>
              <a:gd name="T20" fmla="*/ 2037 w 2879"/>
              <a:gd name="T21" fmla="*/ 536 h 617"/>
              <a:gd name="T22" fmla="*/ 2037 w 2879"/>
              <a:gd name="T23" fmla="*/ 180 h 617"/>
              <a:gd name="T24" fmla="*/ 2037 w 2879"/>
              <a:gd name="T25" fmla="*/ 617 h 617"/>
              <a:gd name="T26" fmla="*/ 2037 w 2879"/>
              <a:gd name="T27" fmla="*/ 180 h 617"/>
              <a:gd name="T28" fmla="*/ 1715 w 2879"/>
              <a:gd name="T29" fmla="*/ 180 h 617"/>
              <a:gd name="T30" fmla="*/ 1769 w 2879"/>
              <a:gd name="T31" fmla="*/ 270 h 617"/>
              <a:gd name="T32" fmla="*/ 1638 w 2879"/>
              <a:gd name="T33" fmla="*/ 369 h 617"/>
              <a:gd name="T34" fmla="*/ 1552 w 2879"/>
              <a:gd name="T35" fmla="*/ 607 h 617"/>
              <a:gd name="T36" fmla="*/ 1715 w 2879"/>
              <a:gd name="T37" fmla="*/ 180 h 617"/>
              <a:gd name="T38" fmla="*/ 1344 w 2879"/>
              <a:gd name="T39" fmla="*/ 180 h 617"/>
              <a:gd name="T40" fmla="*/ 1430 w 2879"/>
              <a:gd name="T41" fmla="*/ 278 h 617"/>
              <a:gd name="T42" fmla="*/ 1235 w 2879"/>
              <a:gd name="T43" fmla="*/ 398 h 617"/>
              <a:gd name="T44" fmla="*/ 1434 w 2879"/>
              <a:gd name="T45" fmla="*/ 516 h 617"/>
              <a:gd name="T46" fmla="*/ 1344 w 2879"/>
              <a:gd name="T47" fmla="*/ 617 h 617"/>
              <a:gd name="T48" fmla="*/ 1344 w 2879"/>
              <a:gd name="T49" fmla="*/ 180 h 617"/>
              <a:gd name="T50" fmla="*/ 948 w 2879"/>
              <a:gd name="T51" fmla="*/ 190 h 617"/>
              <a:gd name="T52" fmla="*/ 1036 w 2879"/>
              <a:gd name="T53" fmla="*/ 607 h 617"/>
              <a:gd name="T54" fmla="*/ 948 w 2879"/>
              <a:gd name="T55" fmla="*/ 190 h 617"/>
              <a:gd name="T56" fmla="*/ 992 w 2879"/>
              <a:gd name="T57" fmla="*/ 0 h 617"/>
              <a:gd name="T58" fmla="*/ 992 w 2879"/>
              <a:gd name="T59" fmla="*/ 112 h 617"/>
              <a:gd name="T60" fmla="*/ 992 w 2879"/>
              <a:gd name="T61" fmla="*/ 0 h 617"/>
              <a:gd name="T62" fmla="*/ 0 w 2879"/>
              <a:gd name="T63" fmla="*/ 527 h 617"/>
              <a:gd name="T64" fmla="*/ 179 w 2879"/>
              <a:gd name="T65" fmla="*/ 470 h 617"/>
              <a:gd name="T66" fmla="*/ 359 w 2879"/>
              <a:gd name="T67" fmla="*/ 180 h 617"/>
              <a:gd name="T68" fmla="*/ 631 w 2879"/>
              <a:gd name="T69" fmla="*/ 180 h 617"/>
              <a:gd name="T70" fmla="*/ 812 w 2879"/>
              <a:gd name="T71" fmla="*/ 607 h 617"/>
              <a:gd name="T72" fmla="*/ 724 w 2879"/>
              <a:gd name="T73" fmla="*/ 381 h 617"/>
              <a:gd name="T74" fmla="*/ 539 w 2879"/>
              <a:gd name="T75" fmla="*/ 381 h 617"/>
              <a:gd name="T76" fmla="*/ 451 w 2879"/>
              <a:gd name="T77" fmla="*/ 607 h 617"/>
              <a:gd name="T78" fmla="*/ 359 w 2879"/>
              <a:gd name="T79" fmla="*/ 260 h 617"/>
              <a:gd name="T80" fmla="*/ 267 w 2879"/>
              <a:gd name="T81" fmla="*/ 470 h 617"/>
              <a:gd name="T82" fmla="*/ 0 w 2879"/>
              <a:gd name="T83" fmla="*/ 607 h 6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2879" h="617">
                <a:moveTo>
                  <a:pt x="2517" y="180"/>
                </a:moveTo>
                <a:lnTo>
                  <a:pt x="2517" y="180"/>
                </a:lnTo>
                <a:cubicBezTo>
                  <a:pt x="2638" y="180"/>
                  <a:pt x="2700" y="249"/>
                  <a:pt x="2700" y="381"/>
                </a:cubicBezTo>
                <a:lnTo>
                  <a:pt x="2700" y="470"/>
                </a:lnTo>
                <a:cubicBezTo>
                  <a:pt x="2700" y="512"/>
                  <a:pt x="2717" y="527"/>
                  <a:pt x="2755" y="527"/>
                </a:cubicBezTo>
                <a:lnTo>
                  <a:pt x="2879" y="527"/>
                </a:lnTo>
                <a:lnTo>
                  <a:pt x="2879" y="607"/>
                </a:lnTo>
                <a:lnTo>
                  <a:pt x="2755" y="607"/>
                </a:lnTo>
                <a:cubicBezTo>
                  <a:pt x="2660" y="607"/>
                  <a:pt x="2612" y="568"/>
                  <a:pt x="2612" y="470"/>
                </a:cubicBezTo>
                <a:lnTo>
                  <a:pt x="2612" y="381"/>
                </a:lnTo>
                <a:cubicBezTo>
                  <a:pt x="2612" y="300"/>
                  <a:pt x="2579" y="260"/>
                  <a:pt x="2517" y="260"/>
                </a:cubicBezTo>
                <a:cubicBezTo>
                  <a:pt x="2454" y="260"/>
                  <a:pt x="2422" y="300"/>
                  <a:pt x="2422" y="381"/>
                </a:cubicBezTo>
                <a:lnTo>
                  <a:pt x="2422" y="607"/>
                </a:lnTo>
                <a:lnTo>
                  <a:pt x="2334" y="607"/>
                </a:lnTo>
                <a:lnTo>
                  <a:pt x="2334" y="381"/>
                </a:lnTo>
                <a:cubicBezTo>
                  <a:pt x="2334" y="249"/>
                  <a:pt x="2396" y="180"/>
                  <a:pt x="2517" y="180"/>
                </a:cubicBezTo>
                <a:close/>
                <a:moveTo>
                  <a:pt x="2037" y="536"/>
                </a:moveTo>
                <a:lnTo>
                  <a:pt x="2037" y="536"/>
                </a:lnTo>
                <a:cubicBezTo>
                  <a:pt x="2107" y="536"/>
                  <a:pt x="2150" y="489"/>
                  <a:pt x="2150" y="398"/>
                </a:cubicBezTo>
                <a:cubicBezTo>
                  <a:pt x="2150" y="308"/>
                  <a:pt x="2107" y="260"/>
                  <a:pt x="2037" y="260"/>
                </a:cubicBezTo>
                <a:cubicBezTo>
                  <a:pt x="1967" y="260"/>
                  <a:pt x="1924" y="308"/>
                  <a:pt x="1924" y="398"/>
                </a:cubicBezTo>
                <a:cubicBezTo>
                  <a:pt x="1924" y="489"/>
                  <a:pt x="1967" y="536"/>
                  <a:pt x="2037" y="536"/>
                </a:cubicBezTo>
                <a:close/>
                <a:moveTo>
                  <a:pt x="2037" y="180"/>
                </a:moveTo>
                <a:lnTo>
                  <a:pt x="2037" y="180"/>
                </a:lnTo>
                <a:cubicBezTo>
                  <a:pt x="2162" y="180"/>
                  <a:pt x="2239" y="262"/>
                  <a:pt x="2239" y="398"/>
                </a:cubicBezTo>
                <a:cubicBezTo>
                  <a:pt x="2239" y="535"/>
                  <a:pt x="2162" y="617"/>
                  <a:pt x="2037" y="617"/>
                </a:cubicBezTo>
                <a:cubicBezTo>
                  <a:pt x="1912" y="617"/>
                  <a:pt x="1835" y="535"/>
                  <a:pt x="1835" y="398"/>
                </a:cubicBezTo>
                <a:cubicBezTo>
                  <a:pt x="1835" y="262"/>
                  <a:pt x="1912" y="180"/>
                  <a:pt x="2037" y="180"/>
                </a:cubicBezTo>
                <a:close/>
                <a:moveTo>
                  <a:pt x="1715" y="180"/>
                </a:moveTo>
                <a:lnTo>
                  <a:pt x="1715" y="180"/>
                </a:lnTo>
                <a:cubicBezTo>
                  <a:pt x="1743" y="180"/>
                  <a:pt x="1772" y="186"/>
                  <a:pt x="1795" y="194"/>
                </a:cubicBezTo>
                <a:lnTo>
                  <a:pt x="1769" y="270"/>
                </a:lnTo>
                <a:cubicBezTo>
                  <a:pt x="1752" y="263"/>
                  <a:pt x="1735" y="260"/>
                  <a:pt x="1715" y="260"/>
                </a:cubicBezTo>
                <a:cubicBezTo>
                  <a:pt x="1664" y="260"/>
                  <a:pt x="1638" y="297"/>
                  <a:pt x="1638" y="369"/>
                </a:cubicBezTo>
                <a:cubicBezTo>
                  <a:pt x="1638" y="433"/>
                  <a:pt x="1639" y="502"/>
                  <a:pt x="1640" y="607"/>
                </a:cubicBezTo>
                <a:lnTo>
                  <a:pt x="1552" y="607"/>
                </a:lnTo>
                <a:cubicBezTo>
                  <a:pt x="1551" y="502"/>
                  <a:pt x="1550" y="433"/>
                  <a:pt x="1550" y="369"/>
                </a:cubicBezTo>
                <a:cubicBezTo>
                  <a:pt x="1550" y="241"/>
                  <a:pt x="1608" y="180"/>
                  <a:pt x="1715" y="180"/>
                </a:cubicBezTo>
                <a:close/>
                <a:moveTo>
                  <a:pt x="1344" y="180"/>
                </a:moveTo>
                <a:lnTo>
                  <a:pt x="1344" y="180"/>
                </a:lnTo>
                <a:cubicBezTo>
                  <a:pt x="1387" y="180"/>
                  <a:pt x="1423" y="188"/>
                  <a:pt x="1458" y="204"/>
                </a:cubicBezTo>
                <a:lnTo>
                  <a:pt x="1430" y="278"/>
                </a:lnTo>
                <a:cubicBezTo>
                  <a:pt x="1395" y="265"/>
                  <a:pt x="1370" y="260"/>
                  <a:pt x="1344" y="260"/>
                </a:cubicBezTo>
                <a:cubicBezTo>
                  <a:pt x="1277" y="260"/>
                  <a:pt x="1235" y="308"/>
                  <a:pt x="1235" y="398"/>
                </a:cubicBezTo>
                <a:cubicBezTo>
                  <a:pt x="1235" y="489"/>
                  <a:pt x="1277" y="536"/>
                  <a:pt x="1344" y="536"/>
                </a:cubicBezTo>
                <a:cubicBezTo>
                  <a:pt x="1371" y="536"/>
                  <a:pt x="1397" y="531"/>
                  <a:pt x="1434" y="516"/>
                </a:cubicBezTo>
                <a:lnTo>
                  <a:pt x="1465" y="590"/>
                </a:lnTo>
                <a:cubicBezTo>
                  <a:pt x="1427" y="608"/>
                  <a:pt x="1384" y="617"/>
                  <a:pt x="1344" y="617"/>
                </a:cubicBezTo>
                <a:cubicBezTo>
                  <a:pt x="1223" y="617"/>
                  <a:pt x="1145" y="535"/>
                  <a:pt x="1145" y="398"/>
                </a:cubicBezTo>
                <a:cubicBezTo>
                  <a:pt x="1145" y="262"/>
                  <a:pt x="1223" y="180"/>
                  <a:pt x="1344" y="180"/>
                </a:cubicBezTo>
                <a:close/>
                <a:moveTo>
                  <a:pt x="948" y="190"/>
                </a:moveTo>
                <a:lnTo>
                  <a:pt x="948" y="190"/>
                </a:lnTo>
                <a:lnTo>
                  <a:pt x="1036" y="190"/>
                </a:lnTo>
                <a:lnTo>
                  <a:pt x="1036" y="607"/>
                </a:lnTo>
                <a:lnTo>
                  <a:pt x="948" y="607"/>
                </a:lnTo>
                <a:lnTo>
                  <a:pt x="948" y="190"/>
                </a:lnTo>
                <a:close/>
                <a:moveTo>
                  <a:pt x="992" y="0"/>
                </a:moveTo>
                <a:lnTo>
                  <a:pt x="992" y="0"/>
                </a:lnTo>
                <a:cubicBezTo>
                  <a:pt x="1023" y="0"/>
                  <a:pt x="1049" y="25"/>
                  <a:pt x="1049" y="56"/>
                </a:cubicBezTo>
                <a:cubicBezTo>
                  <a:pt x="1049" y="87"/>
                  <a:pt x="1023" y="112"/>
                  <a:pt x="992" y="112"/>
                </a:cubicBezTo>
                <a:cubicBezTo>
                  <a:pt x="961" y="112"/>
                  <a:pt x="936" y="87"/>
                  <a:pt x="936" y="56"/>
                </a:cubicBezTo>
                <a:cubicBezTo>
                  <a:pt x="936" y="25"/>
                  <a:pt x="961" y="0"/>
                  <a:pt x="992" y="0"/>
                </a:cubicBezTo>
                <a:close/>
                <a:moveTo>
                  <a:pt x="0" y="527"/>
                </a:moveTo>
                <a:lnTo>
                  <a:pt x="0" y="527"/>
                </a:lnTo>
                <a:lnTo>
                  <a:pt x="124" y="527"/>
                </a:lnTo>
                <a:cubicBezTo>
                  <a:pt x="162" y="527"/>
                  <a:pt x="179" y="512"/>
                  <a:pt x="179" y="470"/>
                </a:cubicBezTo>
                <a:lnTo>
                  <a:pt x="179" y="381"/>
                </a:lnTo>
                <a:cubicBezTo>
                  <a:pt x="179" y="249"/>
                  <a:pt x="241" y="180"/>
                  <a:pt x="359" y="180"/>
                </a:cubicBezTo>
                <a:cubicBezTo>
                  <a:pt x="421" y="180"/>
                  <a:pt x="468" y="202"/>
                  <a:pt x="496" y="244"/>
                </a:cubicBezTo>
                <a:cubicBezTo>
                  <a:pt x="525" y="202"/>
                  <a:pt x="570" y="180"/>
                  <a:pt x="631" y="180"/>
                </a:cubicBezTo>
                <a:cubicBezTo>
                  <a:pt x="750" y="180"/>
                  <a:pt x="812" y="249"/>
                  <a:pt x="812" y="381"/>
                </a:cubicBezTo>
                <a:lnTo>
                  <a:pt x="812" y="607"/>
                </a:lnTo>
                <a:lnTo>
                  <a:pt x="724" y="607"/>
                </a:lnTo>
                <a:lnTo>
                  <a:pt x="724" y="381"/>
                </a:lnTo>
                <a:cubicBezTo>
                  <a:pt x="724" y="300"/>
                  <a:pt x="691" y="260"/>
                  <a:pt x="631" y="260"/>
                </a:cubicBezTo>
                <a:cubicBezTo>
                  <a:pt x="572" y="260"/>
                  <a:pt x="539" y="300"/>
                  <a:pt x="539" y="381"/>
                </a:cubicBezTo>
                <a:lnTo>
                  <a:pt x="539" y="607"/>
                </a:lnTo>
                <a:lnTo>
                  <a:pt x="451" y="607"/>
                </a:lnTo>
                <a:lnTo>
                  <a:pt x="451" y="381"/>
                </a:lnTo>
                <a:cubicBezTo>
                  <a:pt x="451" y="300"/>
                  <a:pt x="419" y="260"/>
                  <a:pt x="359" y="260"/>
                </a:cubicBezTo>
                <a:cubicBezTo>
                  <a:pt x="300" y="260"/>
                  <a:pt x="267" y="300"/>
                  <a:pt x="267" y="381"/>
                </a:cubicBezTo>
                <a:lnTo>
                  <a:pt x="267" y="470"/>
                </a:lnTo>
                <a:cubicBezTo>
                  <a:pt x="267" y="568"/>
                  <a:pt x="219" y="607"/>
                  <a:pt x="124" y="607"/>
                </a:cubicBezTo>
                <a:lnTo>
                  <a:pt x="0" y="607"/>
                </a:lnTo>
                <a:lnTo>
                  <a:pt x="0" y="527"/>
                </a:lnTo>
                <a:close/>
              </a:path>
            </a:pathLst>
          </a:custGeom>
          <a:solidFill>
            <a:schemeClr val="tx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7" name="Rectangle 6">
            <a:extLst>
              <a:ext uri="{FF2B5EF4-FFF2-40B4-BE49-F238E27FC236}">
                <a16:creationId xmlns:a16="http://schemas.microsoft.com/office/drawing/2014/main" id="{749FD661-319F-7662-B929-5B84BC187778}"/>
              </a:ext>
            </a:extLst>
          </p:cNvPr>
          <p:cNvSpPr>
            <a:spLocks noGrp="1" noRot="1" noMove="1" noResize="1" noEditPoints="1" noAdjustHandles="1" noChangeArrowheads="1" noChangeShapeType="1"/>
          </p:cNvSpPr>
          <p:nvPr userDrawn="1"/>
        </p:nvSpPr>
        <p:spPr>
          <a:xfrm>
            <a:off x="6858000" y="6429829"/>
            <a:ext cx="5334000" cy="428171"/>
          </a:xfrm>
          <a:prstGeom prst="rect">
            <a:avLst/>
          </a:prstGeom>
          <a:gradFill>
            <a:gsLst>
              <a:gs pos="77000">
                <a:srgbClr val="07080A"/>
              </a:gs>
              <a:gs pos="59000">
                <a:srgbClr val="010102">
                  <a:alpha val="98534"/>
                </a:srgbClr>
              </a:gs>
              <a:gs pos="43000">
                <a:srgbClr val="14001B">
                  <a:alpha val="67565"/>
                </a:srgbClr>
              </a:gs>
              <a:gs pos="23000">
                <a:srgbClr val="260132">
                  <a:alpha val="15754"/>
                </a:srgbClr>
              </a:gs>
              <a:gs pos="0">
                <a:srgbClr val="39014B">
                  <a:alpha val="15000"/>
                </a:srgbClr>
              </a:gs>
              <a:gs pos="98000">
                <a:srgbClr val="0F1114"/>
              </a:gs>
            </a:gsLst>
            <a:lin ang="19860000" scaled="0"/>
          </a:gradFill>
          <a:ln w="6350" cap="sq">
            <a:miter lim="800000"/>
          </a:ln>
        </p:spPr>
        <p:style>
          <a:lnRef idx="0">
            <a:schemeClr val="tx1"/>
          </a:lnRef>
          <a:fillRef idx="1">
            <a:schemeClr val="tx1"/>
          </a:fillRef>
          <a:effectRef idx="0">
            <a:srgbClr val="000000"/>
          </a:effectRef>
          <a:fontRef idx="minor">
            <a:schemeClr val="bg1"/>
          </a:fontRef>
        </p:style>
        <p:txBody>
          <a:bodyPr rtlCol="0" anchor="ctr"/>
          <a:lstStyle/>
          <a:p>
            <a:pPr algn="ctr">
              <a:lnSpc>
                <a:spcPct val="100000"/>
              </a:lnSpc>
            </a:pPr>
            <a:endParaRPr lang="en-US" sz="1800"/>
          </a:p>
        </p:txBody>
      </p:sp>
    </p:spTree>
    <p:extLst>
      <p:ext uri="{BB962C8B-B14F-4D97-AF65-F5344CB8AC3E}">
        <p14:creationId xmlns:p14="http://schemas.microsoft.com/office/powerpoint/2010/main" val="3700078439"/>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5568" userDrawn="1">
          <p15:clr>
            <a:srgbClr val="C35EA4"/>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able of Content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4A6B02-6947-5249-AFBD-D9060B065257}"/>
              </a:ext>
            </a:extLst>
          </p:cNvPr>
          <p:cNvSpPr>
            <a:spLocks noGrp="1"/>
          </p:cNvSpPr>
          <p:nvPr>
            <p:ph type="title" hasCustomPrompt="1"/>
          </p:nvPr>
        </p:nvSpPr>
        <p:spPr/>
        <p:txBody>
          <a:bodyPr/>
          <a:lstStyle/>
          <a:p>
            <a:r>
              <a:rPr lang="en-US" dirty="0"/>
              <a:t>[Slide title]</a:t>
            </a:r>
          </a:p>
        </p:txBody>
      </p:sp>
      <p:sp>
        <p:nvSpPr>
          <p:cNvPr id="5" name="Text Placeholder 2">
            <a:extLst>
              <a:ext uri="{FF2B5EF4-FFF2-40B4-BE49-F238E27FC236}">
                <a16:creationId xmlns:a16="http://schemas.microsoft.com/office/drawing/2014/main" id="{32CFE74F-DEB7-DD4E-8A91-816727F725C3}"/>
              </a:ext>
            </a:extLst>
          </p:cNvPr>
          <p:cNvSpPr>
            <a:spLocks noGrp="1"/>
          </p:cNvSpPr>
          <p:nvPr>
            <p:ph type="body" sz="quarter" idx="10" hasCustomPrompt="1"/>
          </p:nvPr>
        </p:nvSpPr>
        <p:spPr>
          <a:xfrm>
            <a:off x="484630" y="1664207"/>
            <a:ext cx="11219688" cy="3531409"/>
          </a:xfrm>
        </p:spPr>
        <p:txBody>
          <a:bodyPr numCol="2"/>
          <a:lstStyle>
            <a:lvl1pPr marL="0" indent="0">
              <a:spcBef>
                <a:spcPts val="1800"/>
              </a:spcBef>
              <a:buFontTx/>
              <a:buNone/>
              <a:tabLst>
                <a:tab pos="5253038" algn="r"/>
              </a:tabLst>
              <a:defRPr b="1"/>
            </a:lvl1pPr>
            <a:lvl2pPr marL="0" indent="0">
              <a:buFontTx/>
              <a:buNone/>
              <a:tabLst>
                <a:tab pos="5253038" algn="r"/>
              </a:tabLst>
              <a:defRPr/>
            </a:lvl2pPr>
            <a:lvl3pPr marL="182880" indent="-182563">
              <a:buFont typeface="Verdana" panose="020B0604030504040204" pitchFamily="34" charset="0"/>
              <a:buChar char="–"/>
              <a:tabLst>
                <a:tab pos="5253038" algn="r"/>
              </a:tabLst>
              <a:defRPr/>
            </a:lvl3pPr>
            <a:lvl4pPr marL="365760" indent="-182563">
              <a:tabLst>
                <a:tab pos="5253038" algn="r"/>
              </a:tabLst>
              <a:defRPr/>
            </a:lvl4pPr>
            <a:lvl5pPr marL="548640" indent="-182563">
              <a:tabLst>
                <a:tab pos="5253038" algn="r"/>
              </a:tabLst>
              <a:defRPr/>
            </a:lvl5pPr>
            <a:lvl6pPr marL="731520" indent="-182563">
              <a:tabLst>
                <a:tab pos="5253038" algn="r"/>
              </a:tabLst>
              <a:defRPr/>
            </a:lvl6pPr>
            <a:lvl7pPr marL="914400" indent="-182563">
              <a:tabLst>
                <a:tab pos="5253038" algn="r"/>
              </a:tabLst>
              <a:defRPr/>
            </a:lvl7pPr>
            <a:lvl8pPr marL="1097280" indent="-182563">
              <a:tabLst>
                <a:tab pos="5253038" algn="r"/>
              </a:tabLst>
              <a:defRPr/>
            </a:lvl8pPr>
            <a:lvl9pPr marL="1280160" indent="-182563">
              <a:tabLst>
                <a:tab pos="5253038" algn="r"/>
              </a:tabLst>
              <a:defRPr/>
            </a:lvl9pPr>
          </a:lstStyle>
          <a:p>
            <a:pPr lvl="0"/>
            <a:r>
              <a:rPr lang="en-US" dirty="0"/>
              <a:t>[Section title]</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 level</a:t>
            </a:r>
          </a:p>
          <a:p>
            <a:pPr lvl="6"/>
            <a:r>
              <a:rPr lang="en-US" dirty="0"/>
              <a:t>Seventh level</a:t>
            </a:r>
          </a:p>
          <a:p>
            <a:pPr lvl="7"/>
            <a:r>
              <a:rPr lang="en-US" dirty="0"/>
              <a:t>Eighth level</a:t>
            </a:r>
          </a:p>
          <a:p>
            <a:pPr lvl="8"/>
            <a:r>
              <a:rPr lang="en-US" dirty="0"/>
              <a:t>Ninth level</a:t>
            </a:r>
          </a:p>
        </p:txBody>
      </p:sp>
    </p:spTree>
    <p:extLst>
      <p:ext uri="{BB962C8B-B14F-4D97-AF65-F5344CB8AC3E}">
        <p14:creationId xmlns:p14="http://schemas.microsoft.com/office/powerpoint/2010/main" val="438187272"/>
      </p:ext>
    </p:extLst>
  </p:cSld>
  <p:clrMapOvr>
    <a:masterClrMapping/>
  </p:clrMapOvr>
  <p:extLst>
    <p:ext uri="{DCECCB84-F9BA-43D5-87BE-67443E8EF086}">
      <p15:sldGuideLst xmlns:p15="http://schemas.microsoft.com/office/powerpoint/2012/main">
        <p15:guide id="1" orient="horz" pos="1046" userDrawn="1">
          <p15:clr>
            <a:srgbClr val="5ACBF0"/>
          </p15:clr>
        </p15:guide>
        <p15:guide id="2" pos="3688" userDrawn="1">
          <p15:clr>
            <a:srgbClr val="C35EA4"/>
          </p15:clr>
        </p15:guide>
        <p15:guide id="3" pos="3988" userDrawn="1">
          <p15:clr>
            <a:srgbClr val="C35EA4"/>
          </p15:clr>
        </p15:guide>
        <p15:guide id="4" orient="horz" pos="3274" userDrawn="1">
          <p15:clr>
            <a:srgbClr val="5ACBF0"/>
          </p15:clr>
        </p15:guide>
        <p15:guide id="5" orient="horz" pos="2528" userDrawn="1">
          <p15:clr>
            <a:srgbClr val="5ACBF0"/>
          </p15:clr>
        </p15:guide>
        <p15:guide id="6" orient="horz" pos="1790" userDrawn="1">
          <p15:clr>
            <a:srgbClr val="5ACBF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D7435F-F363-DC4B-A5A7-E1BAD98772D4}"/>
              </a:ext>
            </a:extLst>
          </p:cNvPr>
          <p:cNvSpPr>
            <a:spLocks noGrp="1"/>
          </p:cNvSpPr>
          <p:nvPr>
            <p:ph type="title" hasCustomPrompt="1"/>
          </p:nvPr>
        </p:nvSpPr>
        <p:spPr/>
        <p:txBody>
          <a:bodyPr/>
          <a:lstStyle/>
          <a:p>
            <a:r>
              <a:rPr lang="en-US" dirty="0"/>
              <a:t>[Slide title]</a:t>
            </a:r>
          </a:p>
        </p:txBody>
      </p:sp>
      <p:sp>
        <p:nvSpPr>
          <p:cNvPr id="6" name="Text Placeholder 2">
            <a:extLst>
              <a:ext uri="{FF2B5EF4-FFF2-40B4-BE49-F238E27FC236}">
                <a16:creationId xmlns:a16="http://schemas.microsoft.com/office/drawing/2014/main" id="{3EC527AC-ABA0-E74E-9C6D-C4CD3736E92D}"/>
              </a:ext>
            </a:extLst>
          </p:cNvPr>
          <p:cNvSpPr>
            <a:spLocks noGrp="1"/>
          </p:cNvSpPr>
          <p:nvPr>
            <p:ph type="body" sz="quarter" idx="10" hasCustomPrompt="1"/>
          </p:nvPr>
        </p:nvSpPr>
        <p:spPr>
          <a:xfrm>
            <a:off x="484630" y="1664208"/>
            <a:ext cx="228600" cy="45720"/>
          </a:xfrm>
          <a:solidFill>
            <a:schemeClr val="tx1"/>
          </a:solidFill>
        </p:spPr>
        <p:txBody>
          <a:bodyPr>
            <a:noAutofit/>
          </a:bodyPr>
          <a:lstStyle>
            <a:lvl1pPr marL="0" indent="0">
              <a:spcBef>
                <a:spcPts val="0"/>
              </a:spcBef>
              <a:buFontTx/>
              <a:buNone/>
              <a:defRPr sz="500">
                <a:solidFill>
                  <a:schemeClr val="tx1"/>
                </a:solidFill>
              </a:defRPr>
            </a:lvl1pPr>
            <a:lvl2pPr marL="0" indent="0">
              <a:spcBef>
                <a:spcPts val="0"/>
              </a:spcBef>
              <a:buFontTx/>
              <a:buNone/>
              <a:defRPr sz="500">
                <a:solidFill>
                  <a:srgbClr val="BD03F7"/>
                </a:solidFill>
              </a:defRPr>
            </a:lvl2pPr>
            <a:lvl3pPr marL="0" indent="0">
              <a:spcBef>
                <a:spcPts val="0"/>
              </a:spcBef>
              <a:buFontTx/>
              <a:buNone/>
              <a:defRPr sz="500">
                <a:solidFill>
                  <a:srgbClr val="BD03F7"/>
                </a:solidFill>
              </a:defRPr>
            </a:lvl3pPr>
            <a:lvl4pPr marL="0" indent="0">
              <a:spcBef>
                <a:spcPts val="0"/>
              </a:spcBef>
              <a:buFontTx/>
              <a:buNone/>
              <a:defRPr sz="500">
                <a:solidFill>
                  <a:srgbClr val="BD03F7"/>
                </a:solidFill>
              </a:defRPr>
            </a:lvl4pPr>
            <a:lvl5pPr marL="0" indent="0">
              <a:spcBef>
                <a:spcPts val="0"/>
              </a:spcBef>
              <a:buFontTx/>
              <a:buNone/>
              <a:defRPr sz="500">
                <a:solidFill>
                  <a:srgbClr val="BD03F7"/>
                </a:solidFill>
              </a:defRPr>
            </a:lvl5pPr>
            <a:lvl6pPr marL="0" indent="0">
              <a:spcBef>
                <a:spcPts val="0"/>
              </a:spcBef>
              <a:buFontTx/>
              <a:buNone/>
              <a:defRPr sz="500">
                <a:solidFill>
                  <a:srgbClr val="BD03F7"/>
                </a:solidFill>
              </a:defRPr>
            </a:lvl6pPr>
            <a:lvl7pPr marL="0" indent="0">
              <a:spcBef>
                <a:spcPts val="0"/>
              </a:spcBef>
              <a:buFontTx/>
              <a:buNone/>
              <a:defRPr sz="500">
                <a:solidFill>
                  <a:srgbClr val="BD03F7"/>
                </a:solidFill>
              </a:defRPr>
            </a:lvl7pPr>
            <a:lvl8pPr marL="0" indent="0">
              <a:spcBef>
                <a:spcPts val="0"/>
              </a:spcBef>
              <a:buFontTx/>
              <a:buNone/>
              <a:defRPr sz="500">
                <a:solidFill>
                  <a:srgbClr val="BD03F7"/>
                </a:solidFill>
              </a:defRPr>
            </a:lvl8pPr>
            <a:lvl9pPr marL="0" indent="0">
              <a:spcBef>
                <a:spcPts val="0"/>
              </a:spcBef>
              <a:buFontTx/>
              <a:buNone/>
              <a:defRPr sz="500">
                <a:solidFill>
                  <a:srgbClr val="BD03F7"/>
                </a:solidFill>
              </a:defRPr>
            </a:lvl9pPr>
          </a:lstStyle>
          <a:p>
            <a:pPr lvl="0"/>
            <a:r>
              <a:rPr lang="en-US" dirty="0"/>
              <a:t> </a:t>
            </a:r>
          </a:p>
        </p:txBody>
      </p:sp>
      <p:sp>
        <p:nvSpPr>
          <p:cNvPr id="8" name="Text Placeholder 3">
            <a:extLst>
              <a:ext uri="{FF2B5EF4-FFF2-40B4-BE49-F238E27FC236}">
                <a16:creationId xmlns:a16="http://schemas.microsoft.com/office/drawing/2014/main" id="{A7EC4445-3CBA-A747-8031-53AA705FBA99}"/>
              </a:ext>
            </a:extLst>
          </p:cNvPr>
          <p:cNvSpPr>
            <a:spLocks noGrp="1"/>
          </p:cNvSpPr>
          <p:nvPr>
            <p:ph type="body" sz="quarter" idx="11" hasCustomPrompt="1"/>
          </p:nvPr>
        </p:nvSpPr>
        <p:spPr>
          <a:xfrm>
            <a:off x="484629" y="1772284"/>
            <a:ext cx="2441448" cy="1627632"/>
          </a:xfrm>
        </p:spPr>
        <p:txBody>
          <a:bodyPr>
            <a:noAutofit/>
          </a:bodyPr>
          <a:lstStyle>
            <a:lvl1pPr marL="0" indent="0">
              <a:spcBef>
                <a:spcPts val="0"/>
              </a:spcBef>
              <a:buFontTx/>
              <a:buNone/>
              <a:defRPr sz="2400" b="1"/>
            </a:lvl1pPr>
            <a:lvl2pPr marL="0" indent="0">
              <a:spcBef>
                <a:spcPts val="1200"/>
              </a:spcBef>
              <a:buFontTx/>
              <a:buNone/>
              <a:defRPr/>
            </a:lvl2pPr>
            <a:lvl3pPr marL="0" indent="0">
              <a:buNone/>
              <a:defRPr/>
            </a:lvl3pPr>
            <a:lvl4pPr marL="365760">
              <a:defRPr/>
            </a:lvl4pPr>
            <a:lvl5pPr marL="548640">
              <a:defRPr/>
            </a:lvl5pPr>
            <a:lvl6pPr marL="731520">
              <a:defRPr/>
            </a:lvl6pPr>
            <a:lvl7pPr marL="914400">
              <a:defRPr/>
            </a:lvl7pPr>
            <a:lvl8pPr marL="1097280">
              <a:defRPr/>
            </a:lvl8pPr>
            <a:lvl9pPr marL="1280160">
              <a:defRPr/>
            </a:lvl9pPr>
          </a:lstStyle>
          <a:p>
            <a:pPr lvl="0"/>
            <a:r>
              <a:rPr lang="en-US" dirty="0"/>
              <a:t>[Agenda item 1]</a:t>
            </a:r>
          </a:p>
          <a:p>
            <a:pPr lvl="1"/>
            <a:r>
              <a:rPr lang="en-US" dirty="0"/>
              <a:t>Second level</a:t>
            </a:r>
          </a:p>
        </p:txBody>
      </p:sp>
      <p:sp>
        <p:nvSpPr>
          <p:cNvPr id="15" name="Text Placeholder 4">
            <a:extLst>
              <a:ext uri="{FF2B5EF4-FFF2-40B4-BE49-F238E27FC236}">
                <a16:creationId xmlns:a16="http://schemas.microsoft.com/office/drawing/2014/main" id="{8946F610-76A7-5446-96AC-602E3CAAE785}"/>
              </a:ext>
            </a:extLst>
          </p:cNvPr>
          <p:cNvSpPr>
            <a:spLocks noGrp="1"/>
          </p:cNvSpPr>
          <p:nvPr>
            <p:ph type="body" sz="quarter" idx="12" hasCustomPrompt="1"/>
          </p:nvPr>
        </p:nvSpPr>
        <p:spPr>
          <a:xfrm>
            <a:off x="3410709" y="1664208"/>
            <a:ext cx="228600" cy="45720"/>
          </a:xfrm>
          <a:solidFill>
            <a:schemeClr val="tx1"/>
          </a:solidFill>
        </p:spPr>
        <p:txBody>
          <a:bodyPr>
            <a:noAutofit/>
          </a:bodyPr>
          <a:lstStyle>
            <a:lvl1pPr marL="0" indent="0">
              <a:spcBef>
                <a:spcPts val="0"/>
              </a:spcBef>
              <a:buFontTx/>
              <a:buNone/>
              <a:defRPr sz="500">
                <a:solidFill>
                  <a:schemeClr val="tx1"/>
                </a:solidFill>
              </a:defRPr>
            </a:lvl1pPr>
            <a:lvl2pPr marL="0" indent="0">
              <a:spcBef>
                <a:spcPts val="0"/>
              </a:spcBef>
              <a:buFontTx/>
              <a:buNone/>
              <a:defRPr sz="500">
                <a:solidFill>
                  <a:srgbClr val="BD03F7"/>
                </a:solidFill>
              </a:defRPr>
            </a:lvl2pPr>
            <a:lvl3pPr marL="0" indent="0">
              <a:spcBef>
                <a:spcPts val="0"/>
              </a:spcBef>
              <a:buFontTx/>
              <a:buNone/>
              <a:defRPr sz="500">
                <a:solidFill>
                  <a:srgbClr val="BD03F7"/>
                </a:solidFill>
              </a:defRPr>
            </a:lvl3pPr>
            <a:lvl4pPr marL="0" indent="0">
              <a:spcBef>
                <a:spcPts val="0"/>
              </a:spcBef>
              <a:buFontTx/>
              <a:buNone/>
              <a:defRPr sz="500">
                <a:solidFill>
                  <a:srgbClr val="BD03F7"/>
                </a:solidFill>
              </a:defRPr>
            </a:lvl4pPr>
            <a:lvl5pPr marL="0" indent="0">
              <a:spcBef>
                <a:spcPts val="0"/>
              </a:spcBef>
              <a:buFontTx/>
              <a:buNone/>
              <a:defRPr sz="500">
                <a:solidFill>
                  <a:srgbClr val="BD03F7"/>
                </a:solidFill>
              </a:defRPr>
            </a:lvl5pPr>
            <a:lvl6pPr marL="0" indent="0">
              <a:spcBef>
                <a:spcPts val="0"/>
              </a:spcBef>
              <a:buFontTx/>
              <a:buNone/>
              <a:defRPr sz="500">
                <a:solidFill>
                  <a:srgbClr val="BD03F7"/>
                </a:solidFill>
              </a:defRPr>
            </a:lvl6pPr>
            <a:lvl7pPr marL="0" indent="0">
              <a:spcBef>
                <a:spcPts val="0"/>
              </a:spcBef>
              <a:buFontTx/>
              <a:buNone/>
              <a:defRPr sz="500">
                <a:solidFill>
                  <a:srgbClr val="BD03F7"/>
                </a:solidFill>
              </a:defRPr>
            </a:lvl7pPr>
            <a:lvl8pPr marL="0" indent="0">
              <a:spcBef>
                <a:spcPts val="0"/>
              </a:spcBef>
              <a:buFontTx/>
              <a:buNone/>
              <a:defRPr sz="500">
                <a:solidFill>
                  <a:srgbClr val="BD03F7"/>
                </a:solidFill>
              </a:defRPr>
            </a:lvl8pPr>
            <a:lvl9pPr marL="0" indent="0">
              <a:spcBef>
                <a:spcPts val="0"/>
              </a:spcBef>
              <a:buFontTx/>
              <a:buNone/>
              <a:defRPr sz="500">
                <a:solidFill>
                  <a:srgbClr val="BD03F7"/>
                </a:solidFill>
              </a:defRPr>
            </a:lvl9pPr>
          </a:lstStyle>
          <a:p>
            <a:pPr lvl="0"/>
            <a:r>
              <a:rPr lang="en-US" dirty="0"/>
              <a:t> </a:t>
            </a:r>
          </a:p>
        </p:txBody>
      </p:sp>
      <p:sp>
        <p:nvSpPr>
          <p:cNvPr id="16" name="Text Placeholder 5">
            <a:extLst>
              <a:ext uri="{FF2B5EF4-FFF2-40B4-BE49-F238E27FC236}">
                <a16:creationId xmlns:a16="http://schemas.microsoft.com/office/drawing/2014/main" id="{FEFC5EA2-00E0-A245-A63B-5B59E722AFB4}"/>
              </a:ext>
            </a:extLst>
          </p:cNvPr>
          <p:cNvSpPr>
            <a:spLocks noGrp="1"/>
          </p:cNvSpPr>
          <p:nvPr>
            <p:ph type="body" sz="quarter" idx="13" hasCustomPrompt="1"/>
          </p:nvPr>
        </p:nvSpPr>
        <p:spPr>
          <a:xfrm>
            <a:off x="3410709" y="1772284"/>
            <a:ext cx="2441448" cy="1627632"/>
          </a:xfrm>
        </p:spPr>
        <p:txBody>
          <a:bodyPr>
            <a:noAutofit/>
          </a:bodyPr>
          <a:lstStyle>
            <a:lvl1pPr marL="0" indent="0">
              <a:spcBef>
                <a:spcPts val="0"/>
              </a:spcBef>
              <a:buFontTx/>
              <a:buNone/>
              <a:defRPr sz="2400" b="1"/>
            </a:lvl1pPr>
            <a:lvl2pPr marL="0" indent="0">
              <a:spcBef>
                <a:spcPts val="1200"/>
              </a:spcBef>
              <a:buFontTx/>
              <a:buNone/>
              <a:defRPr/>
            </a:lvl2pPr>
            <a:lvl3pPr marL="182880">
              <a:defRPr/>
            </a:lvl3pPr>
            <a:lvl4pPr marL="365760">
              <a:defRPr/>
            </a:lvl4pPr>
            <a:lvl5pPr marL="548640">
              <a:defRPr/>
            </a:lvl5pPr>
            <a:lvl6pPr marL="731520">
              <a:defRPr/>
            </a:lvl6pPr>
            <a:lvl7pPr marL="914400">
              <a:defRPr/>
            </a:lvl7pPr>
            <a:lvl8pPr marL="1097280">
              <a:defRPr/>
            </a:lvl8pPr>
            <a:lvl9pPr marL="1280160">
              <a:defRPr/>
            </a:lvl9pPr>
          </a:lstStyle>
          <a:p>
            <a:pPr lvl="0"/>
            <a:r>
              <a:rPr lang="en-US" dirty="0"/>
              <a:t>[Agenda item 2]</a:t>
            </a:r>
          </a:p>
          <a:p>
            <a:pPr lvl="1"/>
            <a:r>
              <a:rPr lang="en-US" dirty="0"/>
              <a:t>Second level</a:t>
            </a:r>
          </a:p>
        </p:txBody>
      </p:sp>
      <p:sp>
        <p:nvSpPr>
          <p:cNvPr id="17" name="Text Placeholder 6">
            <a:extLst>
              <a:ext uri="{FF2B5EF4-FFF2-40B4-BE49-F238E27FC236}">
                <a16:creationId xmlns:a16="http://schemas.microsoft.com/office/drawing/2014/main" id="{1894F4AA-2573-D44D-B083-CAB1BF8EC82E}"/>
              </a:ext>
            </a:extLst>
          </p:cNvPr>
          <p:cNvSpPr>
            <a:spLocks noGrp="1"/>
          </p:cNvSpPr>
          <p:nvPr>
            <p:ph type="body" sz="quarter" idx="14" hasCustomPrompt="1"/>
          </p:nvPr>
        </p:nvSpPr>
        <p:spPr>
          <a:xfrm>
            <a:off x="6336789" y="1664208"/>
            <a:ext cx="228600" cy="45720"/>
          </a:xfrm>
          <a:solidFill>
            <a:schemeClr val="tx1"/>
          </a:solidFill>
        </p:spPr>
        <p:txBody>
          <a:bodyPr>
            <a:noAutofit/>
          </a:bodyPr>
          <a:lstStyle>
            <a:lvl1pPr marL="0" indent="0">
              <a:spcBef>
                <a:spcPts val="0"/>
              </a:spcBef>
              <a:buFontTx/>
              <a:buNone/>
              <a:defRPr sz="500">
                <a:solidFill>
                  <a:schemeClr val="tx1"/>
                </a:solidFill>
              </a:defRPr>
            </a:lvl1pPr>
            <a:lvl2pPr marL="0" indent="0">
              <a:spcBef>
                <a:spcPts val="0"/>
              </a:spcBef>
              <a:buFontTx/>
              <a:buNone/>
              <a:defRPr sz="500">
                <a:solidFill>
                  <a:srgbClr val="BD03F7"/>
                </a:solidFill>
              </a:defRPr>
            </a:lvl2pPr>
            <a:lvl3pPr marL="0" indent="0">
              <a:spcBef>
                <a:spcPts val="0"/>
              </a:spcBef>
              <a:buFontTx/>
              <a:buNone/>
              <a:defRPr sz="500">
                <a:solidFill>
                  <a:srgbClr val="BD03F7"/>
                </a:solidFill>
              </a:defRPr>
            </a:lvl3pPr>
            <a:lvl4pPr marL="0" indent="0">
              <a:spcBef>
                <a:spcPts val="0"/>
              </a:spcBef>
              <a:buFontTx/>
              <a:buNone/>
              <a:defRPr sz="500">
                <a:solidFill>
                  <a:srgbClr val="BD03F7"/>
                </a:solidFill>
              </a:defRPr>
            </a:lvl4pPr>
            <a:lvl5pPr marL="0" indent="0">
              <a:spcBef>
                <a:spcPts val="0"/>
              </a:spcBef>
              <a:buFontTx/>
              <a:buNone/>
              <a:defRPr sz="500">
                <a:solidFill>
                  <a:srgbClr val="BD03F7"/>
                </a:solidFill>
              </a:defRPr>
            </a:lvl5pPr>
            <a:lvl6pPr marL="0" indent="0">
              <a:spcBef>
                <a:spcPts val="0"/>
              </a:spcBef>
              <a:buFontTx/>
              <a:buNone/>
              <a:defRPr sz="500">
                <a:solidFill>
                  <a:srgbClr val="BD03F7"/>
                </a:solidFill>
              </a:defRPr>
            </a:lvl6pPr>
            <a:lvl7pPr marL="0" indent="0">
              <a:spcBef>
                <a:spcPts val="0"/>
              </a:spcBef>
              <a:buFontTx/>
              <a:buNone/>
              <a:defRPr sz="500">
                <a:solidFill>
                  <a:srgbClr val="BD03F7"/>
                </a:solidFill>
              </a:defRPr>
            </a:lvl7pPr>
            <a:lvl8pPr marL="0" indent="0">
              <a:spcBef>
                <a:spcPts val="0"/>
              </a:spcBef>
              <a:buFontTx/>
              <a:buNone/>
              <a:defRPr sz="500">
                <a:solidFill>
                  <a:srgbClr val="BD03F7"/>
                </a:solidFill>
              </a:defRPr>
            </a:lvl8pPr>
            <a:lvl9pPr marL="0" indent="0">
              <a:spcBef>
                <a:spcPts val="0"/>
              </a:spcBef>
              <a:buFontTx/>
              <a:buNone/>
              <a:defRPr sz="500">
                <a:solidFill>
                  <a:srgbClr val="BD03F7"/>
                </a:solidFill>
              </a:defRPr>
            </a:lvl9pPr>
          </a:lstStyle>
          <a:p>
            <a:pPr lvl="0"/>
            <a:r>
              <a:rPr lang="en-US" dirty="0"/>
              <a:t> </a:t>
            </a:r>
          </a:p>
        </p:txBody>
      </p:sp>
      <p:sp>
        <p:nvSpPr>
          <p:cNvPr id="18" name="Text Placeholder 7">
            <a:extLst>
              <a:ext uri="{FF2B5EF4-FFF2-40B4-BE49-F238E27FC236}">
                <a16:creationId xmlns:a16="http://schemas.microsoft.com/office/drawing/2014/main" id="{11CBF3DB-0F1A-B54C-AA3D-C37A3A8A5ACB}"/>
              </a:ext>
            </a:extLst>
          </p:cNvPr>
          <p:cNvSpPr>
            <a:spLocks noGrp="1"/>
          </p:cNvSpPr>
          <p:nvPr>
            <p:ph type="body" sz="quarter" idx="15" hasCustomPrompt="1"/>
          </p:nvPr>
        </p:nvSpPr>
        <p:spPr>
          <a:xfrm>
            <a:off x="6336789" y="1772284"/>
            <a:ext cx="2441448" cy="1627632"/>
          </a:xfrm>
        </p:spPr>
        <p:txBody>
          <a:bodyPr>
            <a:noAutofit/>
          </a:bodyPr>
          <a:lstStyle>
            <a:lvl1pPr marL="0" indent="0">
              <a:spcBef>
                <a:spcPts val="0"/>
              </a:spcBef>
              <a:buFontTx/>
              <a:buNone/>
              <a:defRPr sz="2400" b="1"/>
            </a:lvl1pPr>
            <a:lvl2pPr marL="0" indent="0">
              <a:spcBef>
                <a:spcPts val="1200"/>
              </a:spcBef>
              <a:buFontTx/>
              <a:buNone/>
              <a:defRPr/>
            </a:lvl2pPr>
            <a:lvl3pPr marL="182880">
              <a:defRPr/>
            </a:lvl3pPr>
            <a:lvl4pPr marL="365760">
              <a:defRPr/>
            </a:lvl4pPr>
            <a:lvl5pPr marL="548640">
              <a:defRPr/>
            </a:lvl5pPr>
            <a:lvl6pPr marL="731520">
              <a:defRPr/>
            </a:lvl6pPr>
            <a:lvl7pPr marL="914400">
              <a:defRPr/>
            </a:lvl7pPr>
            <a:lvl8pPr marL="1097280">
              <a:defRPr/>
            </a:lvl8pPr>
            <a:lvl9pPr marL="1280160">
              <a:defRPr/>
            </a:lvl9pPr>
          </a:lstStyle>
          <a:p>
            <a:pPr lvl="0"/>
            <a:r>
              <a:rPr lang="en-US" dirty="0"/>
              <a:t>[Agenda item 3]</a:t>
            </a:r>
          </a:p>
          <a:p>
            <a:pPr lvl="1"/>
            <a:r>
              <a:rPr lang="en-US" dirty="0"/>
              <a:t>Second level</a:t>
            </a:r>
          </a:p>
        </p:txBody>
      </p:sp>
      <p:sp>
        <p:nvSpPr>
          <p:cNvPr id="19" name="Text Placeholder 8">
            <a:extLst>
              <a:ext uri="{FF2B5EF4-FFF2-40B4-BE49-F238E27FC236}">
                <a16:creationId xmlns:a16="http://schemas.microsoft.com/office/drawing/2014/main" id="{3605597B-BBE1-A544-B4ED-CF6751DD4D67}"/>
              </a:ext>
            </a:extLst>
          </p:cNvPr>
          <p:cNvSpPr>
            <a:spLocks noGrp="1"/>
          </p:cNvSpPr>
          <p:nvPr>
            <p:ph type="body" sz="quarter" idx="16" hasCustomPrompt="1"/>
          </p:nvPr>
        </p:nvSpPr>
        <p:spPr>
          <a:xfrm>
            <a:off x="9262870" y="1664208"/>
            <a:ext cx="228600" cy="45720"/>
          </a:xfrm>
          <a:solidFill>
            <a:schemeClr val="tx1"/>
          </a:solidFill>
        </p:spPr>
        <p:txBody>
          <a:bodyPr>
            <a:noAutofit/>
          </a:bodyPr>
          <a:lstStyle>
            <a:lvl1pPr marL="0" indent="0">
              <a:spcBef>
                <a:spcPts val="0"/>
              </a:spcBef>
              <a:buFontTx/>
              <a:buNone/>
              <a:defRPr sz="500">
                <a:solidFill>
                  <a:schemeClr val="tx1"/>
                </a:solidFill>
              </a:defRPr>
            </a:lvl1pPr>
            <a:lvl2pPr marL="0" indent="0">
              <a:spcBef>
                <a:spcPts val="0"/>
              </a:spcBef>
              <a:buFontTx/>
              <a:buNone/>
              <a:defRPr sz="500">
                <a:solidFill>
                  <a:srgbClr val="BD03F7"/>
                </a:solidFill>
              </a:defRPr>
            </a:lvl2pPr>
            <a:lvl3pPr marL="0" indent="0">
              <a:spcBef>
                <a:spcPts val="0"/>
              </a:spcBef>
              <a:buFontTx/>
              <a:buNone/>
              <a:defRPr sz="500">
                <a:solidFill>
                  <a:srgbClr val="BD03F7"/>
                </a:solidFill>
              </a:defRPr>
            </a:lvl3pPr>
            <a:lvl4pPr marL="0" indent="0">
              <a:spcBef>
                <a:spcPts val="0"/>
              </a:spcBef>
              <a:buFontTx/>
              <a:buNone/>
              <a:defRPr sz="500">
                <a:solidFill>
                  <a:srgbClr val="BD03F7"/>
                </a:solidFill>
              </a:defRPr>
            </a:lvl4pPr>
            <a:lvl5pPr marL="0" indent="0">
              <a:spcBef>
                <a:spcPts val="0"/>
              </a:spcBef>
              <a:buFontTx/>
              <a:buNone/>
              <a:defRPr sz="500">
                <a:solidFill>
                  <a:srgbClr val="BD03F7"/>
                </a:solidFill>
              </a:defRPr>
            </a:lvl5pPr>
            <a:lvl6pPr marL="0" indent="0">
              <a:spcBef>
                <a:spcPts val="0"/>
              </a:spcBef>
              <a:buFontTx/>
              <a:buNone/>
              <a:defRPr sz="500">
                <a:solidFill>
                  <a:srgbClr val="BD03F7"/>
                </a:solidFill>
              </a:defRPr>
            </a:lvl6pPr>
            <a:lvl7pPr marL="0" indent="0">
              <a:spcBef>
                <a:spcPts val="0"/>
              </a:spcBef>
              <a:buFontTx/>
              <a:buNone/>
              <a:defRPr sz="500">
                <a:solidFill>
                  <a:srgbClr val="BD03F7"/>
                </a:solidFill>
              </a:defRPr>
            </a:lvl7pPr>
            <a:lvl8pPr marL="0" indent="0">
              <a:spcBef>
                <a:spcPts val="0"/>
              </a:spcBef>
              <a:buFontTx/>
              <a:buNone/>
              <a:defRPr sz="500">
                <a:solidFill>
                  <a:srgbClr val="BD03F7"/>
                </a:solidFill>
              </a:defRPr>
            </a:lvl8pPr>
            <a:lvl9pPr marL="0" indent="0">
              <a:spcBef>
                <a:spcPts val="0"/>
              </a:spcBef>
              <a:buFontTx/>
              <a:buNone/>
              <a:defRPr sz="500">
                <a:solidFill>
                  <a:srgbClr val="BD03F7"/>
                </a:solidFill>
              </a:defRPr>
            </a:lvl9pPr>
          </a:lstStyle>
          <a:p>
            <a:pPr lvl="0"/>
            <a:r>
              <a:rPr lang="en-US" dirty="0"/>
              <a:t> </a:t>
            </a:r>
          </a:p>
        </p:txBody>
      </p:sp>
      <p:sp>
        <p:nvSpPr>
          <p:cNvPr id="20" name="Text Placeholder 9">
            <a:extLst>
              <a:ext uri="{FF2B5EF4-FFF2-40B4-BE49-F238E27FC236}">
                <a16:creationId xmlns:a16="http://schemas.microsoft.com/office/drawing/2014/main" id="{578E9298-440F-7047-8B92-E5AB87F27169}"/>
              </a:ext>
            </a:extLst>
          </p:cNvPr>
          <p:cNvSpPr>
            <a:spLocks noGrp="1"/>
          </p:cNvSpPr>
          <p:nvPr>
            <p:ph type="body" sz="quarter" idx="17" hasCustomPrompt="1"/>
          </p:nvPr>
        </p:nvSpPr>
        <p:spPr>
          <a:xfrm>
            <a:off x="9262870" y="1772284"/>
            <a:ext cx="2441448" cy="1627632"/>
          </a:xfrm>
        </p:spPr>
        <p:txBody>
          <a:bodyPr>
            <a:noAutofit/>
          </a:bodyPr>
          <a:lstStyle>
            <a:lvl1pPr marL="0" indent="0">
              <a:spcBef>
                <a:spcPts val="0"/>
              </a:spcBef>
              <a:buFontTx/>
              <a:buNone/>
              <a:defRPr sz="2400" b="1"/>
            </a:lvl1pPr>
            <a:lvl2pPr marL="0" indent="0">
              <a:spcBef>
                <a:spcPts val="1200"/>
              </a:spcBef>
              <a:buFontTx/>
              <a:buNone/>
              <a:defRPr/>
            </a:lvl2pPr>
            <a:lvl3pPr marL="182880">
              <a:defRPr/>
            </a:lvl3pPr>
            <a:lvl4pPr marL="365760">
              <a:defRPr/>
            </a:lvl4pPr>
            <a:lvl5pPr marL="548640">
              <a:defRPr/>
            </a:lvl5pPr>
            <a:lvl6pPr marL="731520">
              <a:defRPr/>
            </a:lvl6pPr>
            <a:lvl7pPr marL="914400">
              <a:defRPr/>
            </a:lvl7pPr>
            <a:lvl8pPr marL="1097280">
              <a:defRPr/>
            </a:lvl8pPr>
            <a:lvl9pPr marL="1280160">
              <a:defRPr/>
            </a:lvl9pPr>
          </a:lstStyle>
          <a:p>
            <a:pPr lvl="0"/>
            <a:r>
              <a:rPr lang="en-US" dirty="0"/>
              <a:t>[Agenda item 4]</a:t>
            </a:r>
          </a:p>
          <a:p>
            <a:pPr lvl="1"/>
            <a:r>
              <a:rPr lang="en-US" dirty="0"/>
              <a:t>Second level</a:t>
            </a:r>
          </a:p>
        </p:txBody>
      </p:sp>
      <p:sp>
        <p:nvSpPr>
          <p:cNvPr id="11" name="Text Placeholder 10">
            <a:extLst>
              <a:ext uri="{FF2B5EF4-FFF2-40B4-BE49-F238E27FC236}">
                <a16:creationId xmlns:a16="http://schemas.microsoft.com/office/drawing/2014/main" id="{1E7C40ED-C9AB-2C43-A669-99E57C177821}"/>
              </a:ext>
            </a:extLst>
          </p:cNvPr>
          <p:cNvSpPr>
            <a:spLocks noGrp="1"/>
          </p:cNvSpPr>
          <p:nvPr>
            <p:ph type="body" sz="quarter" idx="18" hasCustomPrompt="1"/>
          </p:nvPr>
        </p:nvSpPr>
        <p:spPr>
          <a:xfrm>
            <a:off x="484630" y="4018104"/>
            <a:ext cx="228600" cy="45720"/>
          </a:xfrm>
          <a:solidFill>
            <a:schemeClr val="tx1"/>
          </a:solidFill>
        </p:spPr>
        <p:txBody>
          <a:bodyPr>
            <a:noAutofit/>
          </a:bodyPr>
          <a:lstStyle>
            <a:lvl1pPr marL="0" indent="0">
              <a:spcBef>
                <a:spcPts val="0"/>
              </a:spcBef>
              <a:buFontTx/>
              <a:buNone/>
              <a:defRPr sz="500">
                <a:solidFill>
                  <a:schemeClr val="tx1"/>
                </a:solidFill>
              </a:defRPr>
            </a:lvl1pPr>
            <a:lvl2pPr marL="0" indent="0">
              <a:spcBef>
                <a:spcPts val="0"/>
              </a:spcBef>
              <a:buFontTx/>
              <a:buNone/>
              <a:defRPr sz="500">
                <a:solidFill>
                  <a:srgbClr val="BD03F7"/>
                </a:solidFill>
              </a:defRPr>
            </a:lvl2pPr>
            <a:lvl3pPr marL="0" indent="0">
              <a:spcBef>
                <a:spcPts val="0"/>
              </a:spcBef>
              <a:buFontTx/>
              <a:buNone/>
              <a:defRPr sz="500">
                <a:solidFill>
                  <a:srgbClr val="BD03F7"/>
                </a:solidFill>
              </a:defRPr>
            </a:lvl3pPr>
            <a:lvl4pPr marL="0" indent="0">
              <a:spcBef>
                <a:spcPts val="0"/>
              </a:spcBef>
              <a:buFontTx/>
              <a:buNone/>
              <a:defRPr sz="500">
                <a:solidFill>
                  <a:srgbClr val="BD03F7"/>
                </a:solidFill>
              </a:defRPr>
            </a:lvl4pPr>
            <a:lvl5pPr marL="0" indent="0">
              <a:spcBef>
                <a:spcPts val="0"/>
              </a:spcBef>
              <a:buFontTx/>
              <a:buNone/>
              <a:defRPr sz="500">
                <a:solidFill>
                  <a:srgbClr val="BD03F7"/>
                </a:solidFill>
              </a:defRPr>
            </a:lvl5pPr>
            <a:lvl6pPr marL="0" indent="0">
              <a:spcBef>
                <a:spcPts val="0"/>
              </a:spcBef>
              <a:buFontTx/>
              <a:buNone/>
              <a:defRPr sz="500">
                <a:solidFill>
                  <a:srgbClr val="BD03F7"/>
                </a:solidFill>
              </a:defRPr>
            </a:lvl6pPr>
            <a:lvl7pPr marL="0" indent="0">
              <a:spcBef>
                <a:spcPts val="0"/>
              </a:spcBef>
              <a:buFontTx/>
              <a:buNone/>
              <a:defRPr sz="500">
                <a:solidFill>
                  <a:srgbClr val="BD03F7"/>
                </a:solidFill>
              </a:defRPr>
            </a:lvl7pPr>
            <a:lvl8pPr marL="0" indent="0">
              <a:spcBef>
                <a:spcPts val="0"/>
              </a:spcBef>
              <a:buFontTx/>
              <a:buNone/>
              <a:defRPr sz="500">
                <a:solidFill>
                  <a:srgbClr val="BD03F7"/>
                </a:solidFill>
              </a:defRPr>
            </a:lvl8pPr>
            <a:lvl9pPr marL="0" indent="0">
              <a:spcBef>
                <a:spcPts val="0"/>
              </a:spcBef>
              <a:buFontTx/>
              <a:buNone/>
              <a:defRPr sz="500">
                <a:solidFill>
                  <a:srgbClr val="BD03F7"/>
                </a:solidFill>
              </a:defRPr>
            </a:lvl9pPr>
          </a:lstStyle>
          <a:p>
            <a:pPr lvl="0"/>
            <a:r>
              <a:rPr lang="en-US" dirty="0"/>
              <a:t> </a:t>
            </a:r>
          </a:p>
        </p:txBody>
      </p:sp>
      <p:sp>
        <p:nvSpPr>
          <p:cNvPr id="12" name="Text Placeholder 11">
            <a:extLst>
              <a:ext uri="{FF2B5EF4-FFF2-40B4-BE49-F238E27FC236}">
                <a16:creationId xmlns:a16="http://schemas.microsoft.com/office/drawing/2014/main" id="{D36828FA-3F81-CB44-91AD-DA092ADDB8A8}"/>
              </a:ext>
            </a:extLst>
          </p:cNvPr>
          <p:cNvSpPr>
            <a:spLocks noGrp="1"/>
          </p:cNvSpPr>
          <p:nvPr>
            <p:ph type="body" sz="quarter" idx="19" hasCustomPrompt="1"/>
          </p:nvPr>
        </p:nvSpPr>
        <p:spPr>
          <a:xfrm>
            <a:off x="484629" y="4123944"/>
            <a:ext cx="2441448" cy="1627632"/>
          </a:xfrm>
        </p:spPr>
        <p:txBody>
          <a:bodyPr>
            <a:noAutofit/>
          </a:bodyPr>
          <a:lstStyle>
            <a:lvl1pPr marL="0" indent="0">
              <a:spcBef>
                <a:spcPts val="0"/>
              </a:spcBef>
              <a:buFontTx/>
              <a:buNone/>
              <a:defRPr sz="2400" b="1"/>
            </a:lvl1pPr>
            <a:lvl2pPr marL="0" indent="0">
              <a:spcBef>
                <a:spcPts val="1200"/>
              </a:spcBef>
              <a:buFontTx/>
              <a:buNone/>
              <a:defRPr/>
            </a:lvl2pPr>
            <a:lvl3pPr marL="182880">
              <a:defRPr/>
            </a:lvl3pPr>
            <a:lvl4pPr marL="365760">
              <a:defRPr/>
            </a:lvl4pPr>
            <a:lvl5pPr marL="548640">
              <a:defRPr/>
            </a:lvl5pPr>
            <a:lvl6pPr marL="731520">
              <a:defRPr/>
            </a:lvl6pPr>
            <a:lvl7pPr marL="914400">
              <a:defRPr/>
            </a:lvl7pPr>
            <a:lvl8pPr marL="1097280">
              <a:defRPr/>
            </a:lvl8pPr>
            <a:lvl9pPr marL="1280160">
              <a:defRPr/>
            </a:lvl9pPr>
          </a:lstStyle>
          <a:p>
            <a:pPr lvl="0"/>
            <a:r>
              <a:rPr lang="en-US" dirty="0"/>
              <a:t>[Agenda item 5]</a:t>
            </a:r>
          </a:p>
          <a:p>
            <a:pPr lvl="1"/>
            <a:r>
              <a:rPr lang="en-US" dirty="0"/>
              <a:t>Second level</a:t>
            </a:r>
          </a:p>
        </p:txBody>
      </p:sp>
      <p:sp>
        <p:nvSpPr>
          <p:cNvPr id="13" name="Text Placeholder 12">
            <a:extLst>
              <a:ext uri="{FF2B5EF4-FFF2-40B4-BE49-F238E27FC236}">
                <a16:creationId xmlns:a16="http://schemas.microsoft.com/office/drawing/2014/main" id="{CDBC1D25-1CFB-A244-A4C9-2F1DF22CD242}"/>
              </a:ext>
            </a:extLst>
          </p:cNvPr>
          <p:cNvSpPr>
            <a:spLocks noGrp="1"/>
          </p:cNvSpPr>
          <p:nvPr>
            <p:ph type="body" sz="quarter" idx="20" hasCustomPrompt="1"/>
          </p:nvPr>
        </p:nvSpPr>
        <p:spPr>
          <a:xfrm>
            <a:off x="3410709" y="4018104"/>
            <a:ext cx="228600" cy="45720"/>
          </a:xfrm>
          <a:solidFill>
            <a:schemeClr val="tx1"/>
          </a:solidFill>
        </p:spPr>
        <p:txBody>
          <a:bodyPr>
            <a:noAutofit/>
          </a:bodyPr>
          <a:lstStyle>
            <a:lvl1pPr marL="0" indent="0">
              <a:spcBef>
                <a:spcPts val="0"/>
              </a:spcBef>
              <a:buFontTx/>
              <a:buNone/>
              <a:defRPr sz="500">
                <a:solidFill>
                  <a:schemeClr val="tx1"/>
                </a:solidFill>
              </a:defRPr>
            </a:lvl1pPr>
            <a:lvl2pPr marL="0" indent="0">
              <a:spcBef>
                <a:spcPts val="0"/>
              </a:spcBef>
              <a:buFontTx/>
              <a:buNone/>
              <a:defRPr sz="500">
                <a:solidFill>
                  <a:srgbClr val="BD03F7"/>
                </a:solidFill>
              </a:defRPr>
            </a:lvl2pPr>
            <a:lvl3pPr marL="0" indent="0">
              <a:spcBef>
                <a:spcPts val="0"/>
              </a:spcBef>
              <a:buFontTx/>
              <a:buNone/>
              <a:defRPr sz="500">
                <a:solidFill>
                  <a:srgbClr val="BD03F7"/>
                </a:solidFill>
              </a:defRPr>
            </a:lvl3pPr>
            <a:lvl4pPr marL="0" indent="0">
              <a:spcBef>
                <a:spcPts val="0"/>
              </a:spcBef>
              <a:buFontTx/>
              <a:buNone/>
              <a:defRPr sz="500">
                <a:solidFill>
                  <a:srgbClr val="BD03F7"/>
                </a:solidFill>
              </a:defRPr>
            </a:lvl4pPr>
            <a:lvl5pPr marL="0" indent="0">
              <a:spcBef>
                <a:spcPts val="0"/>
              </a:spcBef>
              <a:buFontTx/>
              <a:buNone/>
              <a:defRPr sz="500">
                <a:solidFill>
                  <a:srgbClr val="BD03F7"/>
                </a:solidFill>
              </a:defRPr>
            </a:lvl5pPr>
            <a:lvl6pPr marL="0" indent="0">
              <a:spcBef>
                <a:spcPts val="0"/>
              </a:spcBef>
              <a:buFontTx/>
              <a:buNone/>
              <a:defRPr sz="500">
                <a:solidFill>
                  <a:srgbClr val="BD03F7"/>
                </a:solidFill>
              </a:defRPr>
            </a:lvl6pPr>
            <a:lvl7pPr marL="0" indent="0">
              <a:spcBef>
                <a:spcPts val="0"/>
              </a:spcBef>
              <a:buFontTx/>
              <a:buNone/>
              <a:defRPr sz="500">
                <a:solidFill>
                  <a:srgbClr val="BD03F7"/>
                </a:solidFill>
              </a:defRPr>
            </a:lvl7pPr>
            <a:lvl8pPr marL="0" indent="0">
              <a:spcBef>
                <a:spcPts val="0"/>
              </a:spcBef>
              <a:buFontTx/>
              <a:buNone/>
              <a:defRPr sz="500">
                <a:solidFill>
                  <a:srgbClr val="BD03F7"/>
                </a:solidFill>
              </a:defRPr>
            </a:lvl8pPr>
            <a:lvl9pPr marL="0" indent="0">
              <a:spcBef>
                <a:spcPts val="0"/>
              </a:spcBef>
              <a:buFontTx/>
              <a:buNone/>
              <a:defRPr sz="500">
                <a:solidFill>
                  <a:srgbClr val="BD03F7"/>
                </a:solidFill>
              </a:defRPr>
            </a:lvl9pPr>
          </a:lstStyle>
          <a:p>
            <a:pPr lvl="0"/>
            <a:r>
              <a:rPr lang="en-US" dirty="0"/>
              <a:t> </a:t>
            </a:r>
          </a:p>
        </p:txBody>
      </p:sp>
      <p:sp>
        <p:nvSpPr>
          <p:cNvPr id="14" name="Text Placeholder 13">
            <a:extLst>
              <a:ext uri="{FF2B5EF4-FFF2-40B4-BE49-F238E27FC236}">
                <a16:creationId xmlns:a16="http://schemas.microsoft.com/office/drawing/2014/main" id="{7C92D7E9-91DB-B649-8B09-85B2662F9CA8}"/>
              </a:ext>
            </a:extLst>
          </p:cNvPr>
          <p:cNvSpPr>
            <a:spLocks noGrp="1"/>
          </p:cNvSpPr>
          <p:nvPr>
            <p:ph type="body" sz="quarter" idx="21" hasCustomPrompt="1"/>
          </p:nvPr>
        </p:nvSpPr>
        <p:spPr>
          <a:xfrm>
            <a:off x="3410709" y="4123944"/>
            <a:ext cx="2441448" cy="1627632"/>
          </a:xfrm>
        </p:spPr>
        <p:txBody>
          <a:bodyPr>
            <a:noAutofit/>
          </a:bodyPr>
          <a:lstStyle>
            <a:lvl1pPr marL="0" indent="0">
              <a:spcBef>
                <a:spcPts val="0"/>
              </a:spcBef>
              <a:buFontTx/>
              <a:buNone/>
              <a:defRPr sz="2400" b="1"/>
            </a:lvl1pPr>
            <a:lvl2pPr marL="0" indent="0">
              <a:spcBef>
                <a:spcPts val="1200"/>
              </a:spcBef>
              <a:buFontTx/>
              <a:buNone/>
              <a:defRPr/>
            </a:lvl2pPr>
            <a:lvl3pPr marL="182880">
              <a:defRPr/>
            </a:lvl3pPr>
            <a:lvl4pPr marL="365760">
              <a:defRPr/>
            </a:lvl4pPr>
            <a:lvl5pPr marL="548640">
              <a:defRPr/>
            </a:lvl5pPr>
            <a:lvl6pPr marL="731520">
              <a:defRPr/>
            </a:lvl6pPr>
            <a:lvl7pPr marL="914400">
              <a:defRPr/>
            </a:lvl7pPr>
            <a:lvl8pPr marL="1097280">
              <a:defRPr/>
            </a:lvl8pPr>
            <a:lvl9pPr marL="1280160">
              <a:defRPr/>
            </a:lvl9pPr>
          </a:lstStyle>
          <a:p>
            <a:pPr lvl="0"/>
            <a:r>
              <a:rPr lang="en-US" dirty="0"/>
              <a:t>[Agenda item 6]</a:t>
            </a:r>
          </a:p>
          <a:p>
            <a:pPr lvl="1"/>
            <a:r>
              <a:rPr lang="en-US" dirty="0"/>
              <a:t>Second level</a:t>
            </a:r>
          </a:p>
        </p:txBody>
      </p:sp>
      <p:sp>
        <p:nvSpPr>
          <p:cNvPr id="21" name="Text Placeholder 14">
            <a:extLst>
              <a:ext uri="{FF2B5EF4-FFF2-40B4-BE49-F238E27FC236}">
                <a16:creationId xmlns:a16="http://schemas.microsoft.com/office/drawing/2014/main" id="{D286FE2B-C182-024F-AA7B-9F04CDCB4F6C}"/>
              </a:ext>
            </a:extLst>
          </p:cNvPr>
          <p:cNvSpPr>
            <a:spLocks noGrp="1"/>
          </p:cNvSpPr>
          <p:nvPr>
            <p:ph type="body" sz="quarter" idx="22" hasCustomPrompt="1"/>
          </p:nvPr>
        </p:nvSpPr>
        <p:spPr>
          <a:xfrm>
            <a:off x="6336789" y="4018104"/>
            <a:ext cx="228600" cy="45720"/>
          </a:xfrm>
          <a:solidFill>
            <a:schemeClr val="tx1"/>
          </a:solidFill>
        </p:spPr>
        <p:txBody>
          <a:bodyPr>
            <a:noAutofit/>
          </a:bodyPr>
          <a:lstStyle>
            <a:lvl1pPr marL="0" indent="0">
              <a:spcBef>
                <a:spcPts val="0"/>
              </a:spcBef>
              <a:buFontTx/>
              <a:buNone/>
              <a:defRPr sz="500">
                <a:solidFill>
                  <a:schemeClr val="tx1"/>
                </a:solidFill>
              </a:defRPr>
            </a:lvl1pPr>
            <a:lvl2pPr marL="0" indent="0">
              <a:spcBef>
                <a:spcPts val="0"/>
              </a:spcBef>
              <a:buFontTx/>
              <a:buNone/>
              <a:defRPr sz="500">
                <a:solidFill>
                  <a:srgbClr val="BD03F7"/>
                </a:solidFill>
              </a:defRPr>
            </a:lvl2pPr>
            <a:lvl3pPr marL="0" indent="0">
              <a:spcBef>
                <a:spcPts val="0"/>
              </a:spcBef>
              <a:buFontTx/>
              <a:buNone/>
              <a:defRPr sz="500">
                <a:solidFill>
                  <a:srgbClr val="BD03F7"/>
                </a:solidFill>
              </a:defRPr>
            </a:lvl3pPr>
            <a:lvl4pPr marL="0" indent="0">
              <a:spcBef>
                <a:spcPts val="0"/>
              </a:spcBef>
              <a:buFontTx/>
              <a:buNone/>
              <a:defRPr sz="500">
                <a:solidFill>
                  <a:srgbClr val="BD03F7"/>
                </a:solidFill>
              </a:defRPr>
            </a:lvl4pPr>
            <a:lvl5pPr marL="0" indent="0">
              <a:spcBef>
                <a:spcPts val="0"/>
              </a:spcBef>
              <a:buFontTx/>
              <a:buNone/>
              <a:defRPr sz="500">
                <a:solidFill>
                  <a:srgbClr val="BD03F7"/>
                </a:solidFill>
              </a:defRPr>
            </a:lvl5pPr>
            <a:lvl6pPr marL="0" indent="0">
              <a:spcBef>
                <a:spcPts val="0"/>
              </a:spcBef>
              <a:buFontTx/>
              <a:buNone/>
              <a:defRPr sz="500">
                <a:solidFill>
                  <a:srgbClr val="BD03F7"/>
                </a:solidFill>
              </a:defRPr>
            </a:lvl6pPr>
            <a:lvl7pPr marL="0" indent="0">
              <a:spcBef>
                <a:spcPts val="0"/>
              </a:spcBef>
              <a:buFontTx/>
              <a:buNone/>
              <a:defRPr sz="500">
                <a:solidFill>
                  <a:srgbClr val="BD03F7"/>
                </a:solidFill>
              </a:defRPr>
            </a:lvl7pPr>
            <a:lvl8pPr marL="0" indent="0">
              <a:spcBef>
                <a:spcPts val="0"/>
              </a:spcBef>
              <a:buFontTx/>
              <a:buNone/>
              <a:defRPr sz="500">
                <a:solidFill>
                  <a:srgbClr val="BD03F7"/>
                </a:solidFill>
              </a:defRPr>
            </a:lvl8pPr>
            <a:lvl9pPr marL="0" indent="0">
              <a:spcBef>
                <a:spcPts val="0"/>
              </a:spcBef>
              <a:buFontTx/>
              <a:buNone/>
              <a:defRPr sz="500">
                <a:solidFill>
                  <a:srgbClr val="BD03F7"/>
                </a:solidFill>
              </a:defRPr>
            </a:lvl9pPr>
          </a:lstStyle>
          <a:p>
            <a:pPr lvl="0"/>
            <a:r>
              <a:rPr lang="en-US" dirty="0"/>
              <a:t> </a:t>
            </a:r>
          </a:p>
        </p:txBody>
      </p:sp>
      <p:sp>
        <p:nvSpPr>
          <p:cNvPr id="22" name="Text Placeholder 15">
            <a:extLst>
              <a:ext uri="{FF2B5EF4-FFF2-40B4-BE49-F238E27FC236}">
                <a16:creationId xmlns:a16="http://schemas.microsoft.com/office/drawing/2014/main" id="{015032BD-5EF0-8446-B31A-2D78987795DE}"/>
              </a:ext>
            </a:extLst>
          </p:cNvPr>
          <p:cNvSpPr>
            <a:spLocks noGrp="1"/>
          </p:cNvSpPr>
          <p:nvPr>
            <p:ph type="body" sz="quarter" idx="23" hasCustomPrompt="1"/>
          </p:nvPr>
        </p:nvSpPr>
        <p:spPr>
          <a:xfrm>
            <a:off x="6336789" y="4123944"/>
            <a:ext cx="2441448" cy="1627632"/>
          </a:xfrm>
        </p:spPr>
        <p:txBody>
          <a:bodyPr>
            <a:noAutofit/>
          </a:bodyPr>
          <a:lstStyle>
            <a:lvl1pPr marL="0" indent="0">
              <a:spcBef>
                <a:spcPts val="0"/>
              </a:spcBef>
              <a:buFontTx/>
              <a:buNone/>
              <a:defRPr sz="2400" b="1"/>
            </a:lvl1pPr>
            <a:lvl2pPr marL="0" indent="0">
              <a:spcBef>
                <a:spcPts val="1200"/>
              </a:spcBef>
              <a:buFontTx/>
              <a:buNone/>
              <a:defRPr/>
            </a:lvl2pPr>
            <a:lvl3pPr marL="182880">
              <a:defRPr/>
            </a:lvl3pPr>
            <a:lvl4pPr marL="365760">
              <a:defRPr/>
            </a:lvl4pPr>
            <a:lvl5pPr marL="548640">
              <a:defRPr/>
            </a:lvl5pPr>
            <a:lvl6pPr marL="731520">
              <a:defRPr/>
            </a:lvl6pPr>
            <a:lvl7pPr marL="914400">
              <a:defRPr/>
            </a:lvl7pPr>
            <a:lvl8pPr marL="1097280">
              <a:defRPr/>
            </a:lvl8pPr>
            <a:lvl9pPr marL="1280160">
              <a:defRPr/>
            </a:lvl9pPr>
          </a:lstStyle>
          <a:p>
            <a:pPr lvl="0"/>
            <a:r>
              <a:rPr lang="en-US" dirty="0"/>
              <a:t>[Agenda item 7]</a:t>
            </a:r>
          </a:p>
          <a:p>
            <a:pPr lvl="1"/>
            <a:r>
              <a:rPr lang="en-US" dirty="0"/>
              <a:t>Second level</a:t>
            </a:r>
          </a:p>
        </p:txBody>
      </p:sp>
      <p:sp>
        <p:nvSpPr>
          <p:cNvPr id="23" name="Text Placeholder 16">
            <a:extLst>
              <a:ext uri="{FF2B5EF4-FFF2-40B4-BE49-F238E27FC236}">
                <a16:creationId xmlns:a16="http://schemas.microsoft.com/office/drawing/2014/main" id="{8922695D-E594-B546-99BF-694BA1406423}"/>
              </a:ext>
            </a:extLst>
          </p:cNvPr>
          <p:cNvSpPr>
            <a:spLocks noGrp="1"/>
          </p:cNvSpPr>
          <p:nvPr>
            <p:ph type="body" sz="quarter" idx="24" hasCustomPrompt="1"/>
          </p:nvPr>
        </p:nvSpPr>
        <p:spPr>
          <a:xfrm>
            <a:off x="9262870" y="4018104"/>
            <a:ext cx="228600" cy="45720"/>
          </a:xfrm>
          <a:solidFill>
            <a:schemeClr val="tx1"/>
          </a:solidFill>
        </p:spPr>
        <p:txBody>
          <a:bodyPr>
            <a:noAutofit/>
          </a:bodyPr>
          <a:lstStyle>
            <a:lvl1pPr marL="0" indent="0">
              <a:spcBef>
                <a:spcPts val="0"/>
              </a:spcBef>
              <a:buFontTx/>
              <a:buNone/>
              <a:defRPr sz="500">
                <a:solidFill>
                  <a:schemeClr val="tx1"/>
                </a:solidFill>
              </a:defRPr>
            </a:lvl1pPr>
            <a:lvl2pPr marL="0" indent="0">
              <a:spcBef>
                <a:spcPts val="0"/>
              </a:spcBef>
              <a:buFontTx/>
              <a:buNone/>
              <a:defRPr sz="500">
                <a:solidFill>
                  <a:srgbClr val="BD03F7"/>
                </a:solidFill>
              </a:defRPr>
            </a:lvl2pPr>
            <a:lvl3pPr marL="0" indent="0">
              <a:spcBef>
                <a:spcPts val="0"/>
              </a:spcBef>
              <a:buFontTx/>
              <a:buNone/>
              <a:defRPr sz="500">
                <a:solidFill>
                  <a:srgbClr val="BD03F7"/>
                </a:solidFill>
              </a:defRPr>
            </a:lvl3pPr>
            <a:lvl4pPr marL="0" indent="0">
              <a:spcBef>
                <a:spcPts val="0"/>
              </a:spcBef>
              <a:buFontTx/>
              <a:buNone/>
              <a:defRPr sz="500">
                <a:solidFill>
                  <a:srgbClr val="BD03F7"/>
                </a:solidFill>
              </a:defRPr>
            </a:lvl4pPr>
            <a:lvl5pPr marL="0" indent="0">
              <a:spcBef>
                <a:spcPts val="0"/>
              </a:spcBef>
              <a:buFontTx/>
              <a:buNone/>
              <a:defRPr sz="500">
                <a:solidFill>
                  <a:srgbClr val="BD03F7"/>
                </a:solidFill>
              </a:defRPr>
            </a:lvl5pPr>
            <a:lvl6pPr marL="0" indent="0">
              <a:spcBef>
                <a:spcPts val="0"/>
              </a:spcBef>
              <a:buFontTx/>
              <a:buNone/>
              <a:defRPr sz="500">
                <a:solidFill>
                  <a:srgbClr val="BD03F7"/>
                </a:solidFill>
              </a:defRPr>
            </a:lvl6pPr>
            <a:lvl7pPr marL="0" indent="0">
              <a:spcBef>
                <a:spcPts val="0"/>
              </a:spcBef>
              <a:buFontTx/>
              <a:buNone/>
              <a:defRPr sz="500">
                <a:solidFill>
                  <a:srgbClr val="BD03F7"/>
                </a:solidFill>
              </a:defRPr>
            </a:lvl7pPr>
            <a:lvl8pPr marL="0" indent="0">
              <a:spcBef>
                <a:spcPts val="0"/>
              </a:spcBef>
              <a:buFontTx/>
              <a:buNone/>
              <a:defRPr sz="500">
                <a:solidFill>
                  <a:srgbClr val="BD03F7"/>
                </a:solidFill>
              </a:defRPr>
            </a:lvl8pPr>
            <a:lvl9pPr marL="0" indent="0">
              <a:spcBef>
                <a:spcPts val="0"/>
              </a:spcBef>
              <a:buFontTx/>
              <a:buNone/>
              <a:defRPr sz="500">
                <a:solidFill>
                  <a:srgbClr val="BD03F7"/>
                </a:solidFill>
              </a:defRPr>
            </a:lvl9pPr>
          </a:lstStyle>
          <a:p>
            <a:pPr lvl="0"/>
            <a:r>
              <a:rPr lang="en-US" dirty="0"/>
              <a:t> </a:t>
            </a:r>
          </a:p>
        </p:txBody>
      </p:sp>
      <p:sp>
        <p:nvSpPr>
          <p:cNvPr id="24" name="Text Placeholder 17">
            <a:extLst>
              <a:ext uri="{FF2B5EF4-FFF2-40B4-BE49-F238E27FC236}">
                <a16:creationId xmlns:a16="http://schemas.microsoft.com/office/drawing/2014/main" id="{9F19735E-9211-6147-B1AD-455673F9026B}"/>
              </a:ext>
            </a:extLst>
          </p:cNvPr>
          <p:cNvSpPr>
            <a:spLocks noGrp="1"/>
          </p:cNvSpPr>
          <p:nvPr>
            <p:ph type="body" sz="quarter" idx="25" hasCustomPrompt="1"/>
          </p:nvPr>
        </p:nvSpPr>
        <p:spPr>
          <a:xfrm>
            <a:off x="9262870" y="4123944"/>
            <a:ext cx="2441448" cy="1627632"/>
          </a:xfrm>
        </p:spPr>
        <p:txBody>
          <a:bodyPr>
            <a:noAutofit/>
          </a:bodyPr>
          <a:lstStyle>
            <a:lvl1pPr marL="0" indent="0">
              <a:spcBef>
                <a:spcPts val="0"/>
              </a:spcBef>
              <a:buFontTx/>
              <a:buNone/>
              <a:defRPr sz="2400" b="1"/>
            </a:lvl1pPr>
            <a:lvl2pPr marL="0" indent="0">
              <a:spcBef>
                <a:spcPts val="1200"/>
              </a:spcBef>
              <a:buFontTx/>
              <a:buNone/>
              <a:defRPr/>
            </a:lvl2pPr>
            <a:lvl3pPr marL="182880">
              <a:defRPr/>
            </a:lvl3pPr>
            <a:lvl4pPr marL="365760">
              <a:defRPr/>
            </a:lvl4pPr>
            <a:lvl5pPr marL="548640">
              <a:defRPr/>
            </a:lvl5pPr>
            <a:lvl6pPr marL="731520">
              <a:defRPr/>
            </a:lvl6pPr>
            <a:lvl7pPr marL="914400">
              <a:defRPr/>
            </a:lvl7pPr>
            <a:lvl8pPr marL="1097280">
              <a:defRPr/>
            </a:lvl8pPr>
            <a:lvl9pPr marL="1280160">
              <a:defRPr/>
            </a:lvl9pPr>
          </a:lstStyle>
          <a:p>
            <a:pPr lvl="0"/>
            <a:r>
              <a:rPr lang="en-US" dirty="0"/>
              <a:t>[Agenda item 8]</a:t>
            </a:r>
          </a:p>
          <a:p>
            <a:pPr lvl="1"/>
            <a:r>
              <a:rPr lang="en-US" dirty="0"/>
              <a:t>Second level</a:t>
            </a:r>
          </a:p>
        </p:txBody>
      </p:sp>
    </p:spTree>
    <p:extLst>
      <p:ext uri="{BB962C8B-B14F-4D97-AF65-F5344CB8AC3E}">
        <p14:creationId xmlns:p14="http://schemas.microsoft.com/office/powerpoint/2010/main" val="2548277075"/>
      </p:ext>
    </p:extLst>
  </p:cSld>
  <p:clrMapOvr>
    <a:masterClrMapping/>
  </p:clrMapOvr>
  <p:extLst>
    <p:ext uri="{DCECCB84-F9BA-43D5-87BE-67443E8EF086}">
      <p15:sldGuideLst xmlns:p15="http://schemas.microsoft.com/office/powerpoint/2012/main">
        <p15:guide id="2" pos="1844" userDrawn="1">
          <p15:clr>
            <a:srgbClr val="C35EA4"/>
          </p15:clr>
        </p15:guide>
        <p15:guide id="3" pos="2144" userDrawn="1">
          <p15:clr>
            <a:srgbClr val="C35EA4"/>
          </p15:clr>
        </p15:guide>
        <p15:guide id="4" pos="3688" userDrawn="1">
          <p15:clr>
            <a:srgbClr val="C35EA4"/>
          </p15:clr>
        </p15:guide>
        <p15:guide id="5" pos="3988" userDrawn="1">
          <p15:clr>
            <a:srgbClr val="C35EA4"/>
          </p15:clr>
        </p15:guide>
        <p15:guide id="6" pos="5530" userDrawn="1">
          <p15:clr>
            <a:srgbClr val="C35EA4"/>
          </p15:clr>
        </p15:guide>
        <p15:guide id="7" pos="5832" userDrawn="1">
          <p15:clr>
            <a:srgbClr val="C35EA4"/>
          </p15:clr>
        </p15:guide>
        <p15:guide id="8" orient="horz" pos="2528" userDrawn="1">
          <p15:clr>
            <a:srgbClr val="5ACBF0"/>
          </p15:clr>
        </p15:guide>
        <p15:guide id="9" orient="horz" pos="1046" userDrawn="1">
          <p15:clr>
            <a:srgbClr val="5ACBF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Section Header Gradient 1">
    <p:bg>
      <p:bgPr>
        <a:gradFill>
          <a:gsLst>
            <a:gs pos="100000">
              <a:srgbClr val="FDD501"/>
            </a:gs>
            <a:gs pos="1000">
              <a:srgbClr val="E60177"/>
            </a:gs>
          </a:gsLst>
          <a:lin ang="19860000" scaled="0"/>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41D334-3DBF-4D13-804B-67B29A3D48B5}"/>
              </a:ext>
            </a:extLst>
          </p:cNvPr>
          <p:cNvSpPr>
            <a:spLocks noGrp="1"/>
          </p:cNvSpPr>
          <p:nvPr>
            <p:ph type="title" hasCustomPrompt="1"/>
          </p:nvPr>
        </p:nvSpPr>
        <p:spPr>
          <a:xfrm>
            <a:off x="484631" y="484632"/>
            <a:ext cx="8293608" cy="2944368"/>
          </a:xfrm>
        </p:spPr>
        <p:txBody>
          <a:bodyPr anchor="b" anchorCtr="0"/>
          <a:lstStyle>
            <a:lvl1pPr>
              <a:lnSpc>
                <a:spcPct val="90000"/>
              </a:lnSpc>
              <a:defRPr sz="6000" spc="-100" baseline="0"/>
            </a:lvl1pPr>
          </a:lstStyle>
          <a:p>
            <a:r>
              <a:rPr lang="en-US" dirty="0"/>
              <a:t>[Section header title]</a:t>
            </a:r>
          </a:p>
        </p:txBody>
      </p:sp>
      <p:sp>
        <p:nvSpPr>
          <p:cNvPr id="3" name="Text Placeholder 2">
            <a:extLst>
              <a:ext uri="{FF2B5EF4-FFF2-40B4-BE49-F238E27FC236}">
                <a16:creationId xmlns:a16="http://schemas.microsoft.com/office/drawing/2014/main" id="{8112AE54-FEAE-4ACB-873D-AFF95DD8AD39}"/>
              </a:ext>
            </a:extLst>
          </p:cNvPr>
          <p:cNvSpPr>
            <a:spLocks noGrp="1"/>
          </p:cNvSpPr>
          <p:nvPr>
            <p:ph type="body" idx="1" hasCustomPrompt="1"/>
          </p:nvPr>
        </p:nvSpPr>
        <p:spPr>
          <a:xfrm>
            <a:off x="484631" y="3723437"/>
            <a:ext cx="8293608" cy="886968"/>
          </a:xfrm>
        </p:spPr>
        <p:txBody>
          <a:bodyPr>
            <a:noAutofit/>
          </a:bodyPr>
          <a:lstStyle>
            <a:lvl1pPr marL="0" indent="0">
              <a:spcBef>
                <a:spcPts val="0"/>
              </a:spcBef>
              <a:buNone/>
              <a:defRPr sz="1800">
                <a:solidFill>
                  <a:schemeClr val="tx1"/>
                </a:solidFill>
              </a:defRPr>
            </a:lvl1pPr>
            <a:lvl2pPr marL="0" indent="0">
              <a:spcBef>
                <a:spcPts val="0"/>
              </a:spcBef>
              <a:buNone/>
              <a:defRPr sz="1800">
                <a:solidFill>
                  <a:schemeClr val="tx1"/>
                </a:solidFill>
              </a:defRPr>
            </a:lvl2pPr>
            <a:lvl3pPr marL="0" indent="0">
              <a:spcBef>
                <a:spcPts val="0"/>
              </a:spcBef>
              <a:buNone/>
              <a:defRPr sz="1800">
                <a:solidFill>
                  <a:schemeClr val="tx1"/>
                </a:solidFill>
              </a:defRPr>
            </a:lvl3pPr>
            <a:lvl4pPr marL="0" indent="0">
              <a:spcBef>
                <a:spcPts val="0"/>
              </a:spcBef>
              <a:buNone/>
              <a:defRPr sz="1800">
                <a:solidFill>
                  <a:schemeClr val="tx1"/>
                </a:solidFill>
              </a:defRPr>
            </a:lvl4pPr>
            <a:lvl5pPr marL="0" indent="0">
              <a:spcBef>
                <a:spcPts val="0"/>
              </a:spcBef>
              <a:buNone/>
              <a:defRPr sz="1800">
                <a:solidFill>
                  <a:schemeClr val="tx1"/>
                </a:solidFill>
              </a:defRPr>
            </a:lvl5pPr>
            <a:lvl6pPr marL="0" indent="0">
              <a:spcBef>
                <a:spcPts val="0"/>
              </a:spcBef>
              <a:buNone/>
              <a:defRPr sz="1800">
                <a:solidFill>
                  <a:schemeClr val="tx1"/>
                </a:solidFill>
              </a:defRPr>
            </a:lvl6pPr>
            <a:lvl7pPr marL="0" indent="0">
              <a:spcBef>
                <a:spcPts val="0"/>
              </a:spcBef>
              <a:buNone/>
              <a:defRPr sz="1800">
                <a:solidFill>
                  <a:schemeClr val="tx1"/>
                </a:solidFill>
              </a:defRPr>
            </a:lvl7pPr>
            <a:lvl8pPr marL="0" indent="0">
              <a:spcBef>
                <a:spcPts val="0"/>
              </a:spcBef>
              <a:buNone/>
              <a:defRPr sz="1800">
                <a:solidFill>
                  <a:schemeClr val="tx1"/>
                </a:solidFill>
              </a:defRPr>
            </a:lvl8pPr>
            <a:lvl9pPr marL="0" indent="0">
              <a:spcBef>
                <a:spcPts val="0"/>
              </a:spcBef>
              <a:buNone/>
              <a:defRPr sz="1800">
                <a:solidFill>
                  <a:schemeClr val="tx1"/>
                </a:solidFill>
              </a:defRPr>
            </a:lvl9pPr>
          </a:lstStyle>
          <a:p>
            <a:pPr lvl="0"/>
            <a:r>
              <a:rPr lang="en-US" dirty="0"/>
              <a:t>[Optional section header subtitle]</a:t>
            </a:r>
          </a:p>
        </p:txBody>
      </p:sp>
    </p:spTree>
    <p:extLst>
      <p:ext uri="{BB962C8B-B14F-4D97-AF65-F5344CB8AC3E}">
        <p14:creationId xmlns:p14="http://schemas.microsoft.com/office/powerpoint/2010/main" val="1328184392"/>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2160" userDrawn="1">
          <p15:clr>
            <a:srgbClr val="5ACBF0"/>
          </p15:clr>
        </p15:guide>
        <p15:guide id="2" orient="horz" pos="2342" userDrawn="1">
          <p15:clr>
            <a:srgbClr val="5ACBF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Section Header Gradient 2">
    <p:bg>
      <p:bgPr>
        <a:gradFill>
          <a:gsLst>
            <a:gs pos="100000">
              <a:srgbClr val="BD03F7"/>
            </a:gs>
            <a:gs pos="50000">
              <a:srgbClr val="3539F4"/>
            </a:gs>
            <a:gs pos="0">
              <a:srgbClr val="0068FF"/>
            </a:gs>
          </a:gsLst>
          <a:lin ang="12540000" scaled="0"/>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41D334-3DBF-4D13-804B-67B29A3D48B5}"/>
              </a:ext>
            </a:extLst>
          </p:cNvPr>
          <p:cNvSpPr>
            <a:spLocks noGrp="1"/>
          </p:cNvSpPr>
          <p:nvPr>
            <p:ph type="title" hasCustomPrompt="1"/>
          </p:nvPr>
        </p:nvSpPr>
        <p:spPr>
          <a:xfrm>
            <a:off x="484631" y="484632"/>
            <a:ext cx="8293608" cy="2944368"/>
          </a:xfrm>
        </p:spPr>
        <p:txBody>
          <a:bodyPr anchor="b" anchorCtr="0"/>
          <a:lstStyle>
            <a:lvl1pPr>
              <a:lnSpc>
                <a:spcPct val="90000"/>
              </a:lnSpc>
              <a:defRPr sz="6000" spc="-100" baseline="0"/>
            </a:lvl1pPr>
          </a:lstStyle>
          <a:p>
            <a:r>
              <a:rPr lang="en-US" dirty="0"/>
              <a:t>[Section header title]</a:t>
            </a:r>
          </a:p>
        </p:txBody>
      </p:sp>
      <p:sp>
        <p:nvSpPr>
          <p:cNvPr id="3" name="Text Placeholder 2">
            <a:extLst>
              <a:ext uri="{FF2B5EF4-FFF2-40B4-BE49-F238E27FC236}">
                <a16:creationId xmlns:a16="http://schemas.microsoft.com/office/drawing/2014/main" id="{8112AE54-FEAE-4ACB-873D-AFF95DD8AD39}"/>
              </a:ext>
            </a:extLst>
          </p:cNvPr>
          <p:cNvSpPr>
            <a:spLocks noGrp="1"/>
          </p:cNvSpPr>
          <p:nvPr>
            <p:ph type="body" idx="1" hasCustomPrompt="1"/>
          </p:nvPr>
        </p:nvSpPr>
        <p:spPr>
          <a:xfrm>
            <a:off x="484631" y="3723437"/>
            <a:ext cx="8293608" cy="886968"/>
          </a:xfrm>
        </p:spPr>
        <p:txBody>
          <a:bodyPr>
            <a:noAutofit/>
          </a:bodyPr>
          <a:lstStyle>
            <a:lvl1pPr marL="0" indent="0">
              <a:spcBef>
                <a:spcPts val="0"/>
              </a:spcBef>
              <a:buNone/>
              <a:defRPr sz="1800">
                <a:solidFill>
                  <a:schemeClr val="tx1"/>
                </a:solidFill>
              </a:defRPr>
            </a:lvl1pPr>
            <a:lvl2pPr marL="0" indent="0">
              <a:spcBef>
                <a:spcPts val="0"/>
              </a:spcBef>
              <a:buNone/>
              <a:defRPr sz="1800">
                <a:solidFill>
                  <a:schemeClr val="tx1"/>
                </a:solidFill>
              </a:defRPr>
            </a:lvl2pPr>
            <a:lvl3pPr marL="0" indent="0">
              <a:spcBef>
                <a:spcPts val="0"/>
              </a:spcBef>
              <a:buNone/>
              <a:defRPr sz="1800">
                <a:solidFill>
                  <a:schemeClr val="tx1"/>
                </a:solidFill>
              </a:defRPr>
            </a:lvl3pPr>
            <a:lvl4pPr marL="0" indent="0">
              <a:spcBef>
                <a:spcPts val="0"/>
              </a:spcBef>
              <a:buNone/>
              <a:defRPr sz="1800">
                <a:solidFill>
                  <a:schemeClr val="tx1"/>
                </a:solidFill>
              </a:defRPr>
            </a:lvl4pPr>
            <a:lvl5pPr marL="0" indent="0">
              <a:spcBef>
                <a:spcPts val="0"/>
              </a:spcBef>
              <a:buNone/>
              <a:defRPr sz="1800">
                <a:solidFill>
                  <a:schemeClr val="tx1"/>
                </a:solidFill>
              </a:defRPr>
            </a:lvl5pPr>
            <a:lvl6pPr marL="0" indent="0">
              <a:spcBef>
                <a:spcPts val="0"/>
              </a:spcBef>
              <a:buNone/>
              <a:defRPr sz="1800">
                <a:solidFill>
                  <a:schemeClr val="tx1"/>
                </a:solidFill>
              </a:defRPr>
            </a:lvl6pPr>
            <a:lvl7pPr marL="0" indent="0">
              <a:spcBef>
                <a:spcPts val="0"/>
              </a:spcBef>
              <a:buNone/>
              <a:defRPr sz="1800">
                <a:solidFill>
                  <a:schemeClr val="tx1"/>
                </a:solidFill>
              </a:defRPr>
            </a:lvl7pPr>
            <a:lvl8pPr marL="0" indent="0">
              <a:spcBef>
                <a:spcPts val="0"/>
              </a:spcBef>
              <a:buNone/>
              <a:defRPr sz="1800">
                <a:solidFill>
                  <a:schemeClr val="tx1"/>
                </a:solidFill>
              </a:defRPr>
            </a:lvl8pPr>
            <a:lvl9pPr marL="0" indent="0">
              <a:spcBef>
                <a:spcPts val="0"/>
              </a:spcBef>
              <a:buNone/>
              <a:defRPr sz="1800">
                <a:solidFill>
                  <a:schemeClr val="tx1"/>
                </a:solidFill>
              </a:defRPr>
            </a:lvl9pPr>
          </a:lstStyle>
          <a:p>
            <a:pPr lvl="0"/>
            <a:r>
              <a:rPr lang="en-US" dirty="0"/>
              <a:t>[Optional section header subtitle]</a:t>
            </a:r>
          </a:p>
        </p:txBody>
      </p:sp>
    </p:spTree>
    <p:extLst>
      <p:ext uri="{BB962C8B-B14F-4D97-AF65-F5344CB8AC3E}">
        <p14:creationId xmlns:p14="http://schemas.microsoft.com/office/powerpoint/2010/main" val="2083071298"/>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2160" userDrawn="1">
          <p15:clr>
            <a:srgbClr val="5ACBF0"/>
          </p15:clr>
        </p15:guide>
        <p15:guide id="2" orient="horz" pos="2342" userDrawn="1">
          <p15:clr>
            <a:srgbClr val="5ACBF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Section Header Gradient 3">
    <p:bg>
      <p:bgPr>
        <a:gradFill>
          <a:gsLst>
            <a:gs pos="100000">
              <a:srgbClr val="E60177"/>
            </a:gs>
            <a:gs pos="50000">
              <a:srgbClr val="E81245"/>
            </a:gs>
            <a:gs pos="0">
              <a:srgbClr val="BD03F7"/>
            </a:gs>
          </a:gsLst>
          <a:lin ang="19860000" scaled="0"/>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41D334-3DBF-4D13-804B-67B29A3D48B5}"/>
              </a:ext>
            </a:extLst>
          </p:cNvPr>
          <p:cNvSpPr>
            <a:spLocks noGrp="1"/>
          </p:cNvSpPr>
          <p:nvPr>
            <p:ph type="title" hasCustomPrompt="1"/>
          </p:nvPr>
        </p:nvSpPr>
        <p:spPr>
          <a:xfrm>
            <a:off x="484632" y="484632"/>
            <a:ext cx="8293608" cy="2944368"/>
          </a:xfrm>
        </p:spPr>
        <p:txBody>
          <a:bodyPr anchor="b" anchorCtr="0"/>
          <a:lstStyle>
            <a:lvl1pPr>
              <a:lnSpc>
                <a:spcPct val="90000"/>
              </a:lnSpc>
              <a:defRPr sz="6000" spc="-100" baseline="0"/>
            </a:lvl1pPr>
          </a:lstStyle>
          <a:p>
            <a:r>
              <a:rPr lang="en-US" dirty="0"/>
              <a:t>[Section header title]</a:t>
            </a:r>
          </a:p>
        </p:txBody>
      </p:sp>
      <p:sp>
        <p:nvSpPr>
          <p:cNvPr id="3" name="Text Placeholder 2">
            <a:extLst>
              <a:ext uri="{FF2B5EF4-FFF2-40B4-BE49-F238E27FC236}">
                <a16:creationId xmlns:a16="http://schemas.microsoft.com/office/drawing/2014/main" id="{8112AE54-FEAE-4ACB-873D-AFF95DD8AD39}"/>
              </a:ext>
            </a:extLst>
          </p:cNvPr>
          <p:cNvSpPr>
            <a:spLocks noGrp="1"/>
          </p:cNvSpPr>
          <p:nvPr>
            <p:ph type="body" idx="1" hasCustomPrompt="1"/>
          </p:nvPr>
        </p:nvSpPr>
        <p:spPr>
          <a:xfrm>
            <a:off x="484632" y="3723437"/>
            <a:ext cx="8293608" cy="886968"/>
          </a:xfrm>
        </p:spPr>
        <p:txBody>
          <a:bodyPr>
            <a:noAutofit/>
          </a:bodyPr>
          <a:lstStyle>
            <a:lvl1pPr marL="0" indent="0">
              <a:spcBef>
                <a:spcPts val="0"/>
              </a:spcBef>
              <a:buNone/>
              <a:defRPr sz="1800">
                <a:solidFill>
                  <a:schemeClr val="tx1"/>
                </a:solidFill>
              </a:defRPr>
            </a:lvl1pPr>
            <a:lvl2pPr marL="0" indent="0">
              <a:spcBef>
                <a:spcPts val="0"/>
              </a:spcBef>
              <a:buNone/>
              <a:defRPr sz="1800">
                <a:solidFill>
                  <a:schemeClr val="tx1"/>
                </a:solidFill>
              </a:defRPr>
            </a:lvl2pPr>
            <a:lvl3pPr marL="0" indent="0">
              <a:spcBef>
                <a:spcPts val="0"/>
              </a:spcBef>
              <a:buNone/>
              <a:defRPr sz="1800">
                <a:solidFill>
                  <a:schemeClr val="tx1"/>
                </a:solidFill>
              </a:defRPr>
            </a:lvl3pPr>
            <a:lvl4pPr marL="0" indent="0">
              <a:spcBef>
                <a:spcPts val="0"/>
              </a:spcBef>
              <a:buNone/>
              <a:defRPr sz="1800">
                <a:solidFill>
                  <a:schemeClr val="tx1"/>
                </a:solidFill>
              </a:defRPr>
            </a:lvl4pPr>
            <a:lvl5pPr marL="0" indent="0">
              <a:spcBef>
                <a:spcPts val="0"/>
              </a:spcBef>
              <a:buNone/>
              <a:defRPr sz="1800">
                <a:solidFill>
                  <a:schemeClr val="tx1"/>
                </a:solidFill>
              </a:defRPr>
            </a:lvl5pPr>
            <a:lvl6pPr marL="0" indent="0">
              <a:spcBef>
                <a:spcPts val="0"/>
              </a:spcBef>
              <a:buNone/>
              <a:defRPr sz="1800">
                <a:solidFill>
                  <a:schemeClr val="tx1"/>
                </a:solidFill>
              </a:defRPr>
            </a:lvl6pPr>
            <a:lvl7pPr marL="0" indent="0">
              <a:spcBef>
                <a:spcPts val="0"/>
              </a:spcBef>
              <a:buNone/>
              <a:defRPr sz="1800">
                <a:solidFill>
                  <a:schemeClr val="tx1"/>
                </a:solidFill>
              </a:defRPr>
            </a:lvl7pPr>
            <a:lvl8pPr marL="0" indent="0">
              <a:spcBef>
                <a:spcPts val="0"/>
              </a:spcBef>
              <a:buNone/>
              <a:defRPr sz="1800">
                <a:solidFill>
                  <a:schemeClr val="tx1"/>
                </a:solidFill>
              </a:defRPr>
            </a:lvl8pPr>
            <a:lvl9pPr marL="0" indent="0">
              <a:spcBef>
                <a:spcPts val="0"/>
              </a:spcBef>
              <a:buNone/>
              <a:defRPr sz="1800">
                <a:solidFill>
                  <a:schemeClr val="tx1"/>
                </a:solidFill>
              </a:defRPr>
            </a:lvl9pPr>
          </a:lstStyle>
          <a:p>
            <a:pPr lvl="0"/>
            <a:r>
              <a:rPr lang="en-US" dirty="0"/>
              <a:t>[Optional section header subtitle]</a:t>
            </a:r>
          </a:p>
        </p:txBody>
      </p:sp>
    </p:spTree>
    <p:extLst>
      <p:ext uri="{BB962C8B-B14F-4D97-AF65-F5344CB8AC3E}">
        <p14:creationId xmlns:p14="http://schemas.microsoft.com/office/powerpoint/2010/main" val="2292912986"/>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2160" userDrawn="1">
          <p15:clr>
            <a:srgbClr val="5ACBF0"/>
          </p15:clr>
        </p15:guide>
        <p15:guide id="2" orient="horz" pos="2342" userDrawn="1">
          <p15:clr>
            <a:srgbClr val="5ACBF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Section Header Gradient 4">
    <p:bg>
      <p:bgPr>
        <a:gradFill>
          <a:gsLst>
            <a:gs pos="100000">
              <a:srgbClr val="01AB01"/>
            </a:gs>
            <a:gs pos="50000">
              <a:srgbClr val="0068FF"/>
            </a:gs>
            <a:gs pos="0">
              <a:srgbClr val="3539F4"/>
            </a:gs>
          </a:gsLst>
          <a:lin ang="19860000" scaled="0"/>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41D334-3DBF-4D13-804B-67B29A3D48B5}"/>
              </a:ext>
            </a:extLst>
          </p:cNvPr>
          <p:cNvSpPr>
            <a:spLocks noGrp="1"/>
          </p:cNvSpPr>
          <p:nvPr>
            <p:ph type="title" hasCustomPrompt="1"/>
          </p:nvPr>
        </p:nvSpPr>
        <p:spPr>
          <a:xfrm>
            <a:off x="484631" y="484632"/>
            <a:ext cx="8293608" cy="2944368"/>
          </a:xfrm>
        </p:spPr>
        <p:txBody>
          <a:bodyPr anchor="b" anchorCtr="0"/>
          <a:lstStyle>
            <a:lvl1pPr>
              <a:lnSpc>
                <a:spcPct val="90000"/>
              </a:lnSpc>
              <a:defRPr sz="6000" spc="-100" baseline="0"/>
            </a:lvl1pPr>
          </a:lstStyle>
          <a:p>
            <a:r>
              <a:rPr lang="en-US" dirty="0"/>
              <a:t>[Section header title]</a:t>
            </a:r>
          </a:p>
        </p:txBody>
      </p:sp>
      <p:sp>
        <p:nvSpPr>
          <p:cNvPr id="3" name="Text Placeholder 2">
            <a:extLst>
              <a:ext uri="{FF2B5EF4-FFF2-40B4-BE49-F238E27FC236}">
                <a16:creationId xmlns:a16="http://schemas.microsoft.com/office/drawing/2014/main" id="{8112AE54-FEAE-4ACB-873D-AFF95DD8AD39}"/>
              </a:ext>
            </a:extLst>
          </p:cNvPr>
          <p:cNvSpPr>
            <a:spLocks noGrp="1"/>
          </p:cNvSpPr>
          <p:nvPr>
            <p:ph type="body" idx="1" hasCustomPrompt="1"/>
          </p:nvPr>
        </p:nvSpPr>
        <p:spPr>
          <a:xfrm>
            <a:off x="484631" y="3723437"/>
            <a:ext cx="8293608" cy="886968"/>
          </a:xfrm>
        </p:spPr>
        <p:txBody>
          <a:bodyPr>
            <a:noAutofit/>
          </a:bodyPr>
          <a:lstStyle>
            <a:lvl1pPr marL="0" indent="0">
              <a:spcBef>
                <a:spcPts val="0"/>
              </a:spcBef>
              <a:buNone/>
              <a:defRPr sz="1800">
                <a:solidFill>
                  <a:schemeClr val="tx1"/>
                </a:solidFill>
              </a:defRPr>
            </a:lvl1pPr>
            <a:lvl2pPr marL="0" indent="0">
              <a:spcBef>
                <a:spcPts val="0"/>
              </a:spcBef>
              <a:buNone/>
              <a:defRPr sz="1800">
                <a:solidFill>
                  <a:schemeClr val="tx1"/>
                </a:solidFill>
              </a:defRPr>
            </a:lvl2pPr>
            <a:lvl3pPr marL="0" indent="0">
              <a:spcBef>
                <a:spcPts val="0"/>
              </a:spcBef>
              <a:buNone/>
              <a:defRPr sz="1800">
                <a:solidFill>
                  <a:schemeClr val="tx1"/>
                </a:solidFill>
              </a:defRPr>
            </a:lvl3pPr>
            <a:lvl4pPr marL="0" indent="0">
              <a:spcBef>
                <a:spcPts val="0"/>
              </a:spcBef>
              <a:buNone/>
              <a:defRPr sz="1800">
                <a:solidFill>
                  <a:schemeClr val="tx1"/>
                </a:solidFill>
              </a:defRPr>
            </a:lvl4pPr>
            <a:lvl5pPr marL="0" indent="0">
              <a:spcBef>
                <a:spcPts val="0"/>
              </a:spcBef>
              <a:buNone/>
              <a:defRPr sz="1800">
                <a:solidFill>
                  <a:schemeClr val="tx1"/>
                </a:solidFill>
              </a:defRPr>
            </a:lvl5pPr>
            <a:lvl6pPr marL="0" indent="0">
              <a:spcBef>
                <a:spcPts val="0"/>
              </a:spcBef>
              <a:buNone/>
              <a:defRPr sz="1800">
                <a:solidFill>
                  <a:schemeClr val="tx1"/>
                </a:solidFill>
              </a:defRPr>
            </a:lvl6pPr>
            <a:lvl7pPr marL="0" indent="0">
              <a:spcBef>
                <a:spcPts val="0"/>
              </a:spcBef>
              <a:buNone/>
              <a:defRPr sz="1800">
                <a:solidFill>
                  <a:schemeClr val="tx1"/>
                </a:solidFill>
              </a:defRPr>
            </a:lvl7pPr>
            <a:lvl8pPr marL="0" indent="0">
              <a:spcBef>
                <a:spcPts val="0"/>
              </a:spcBef>
              <a:buNone/>
              <a:defRPr sz="1800">
                <a:solidFill>
                  <a:schemeClr val="tx1"/>
                </a:solidFill>
              </a:defRPr>
            </a:lvl8pPr>
            <a:lvl9pPr marL="0" indent="0">
              <a:spcBef>
                <a:spcPts val="0"/>
              </a:spcBef>
              <a:buNone/>
              <a:defRPr sz="1800">
                <a:solidFill>
                  <a:schemeClr val="tx1"/>
                </a:solidFill>
              </a:defRPr>
            </a:lvl9pPr>
          </a:lstStyle>
          <a:p>
            <a:pPr lvl="0"/>
            <a:r>
              <a:rPr lang="en-US" dirty="0"/>
              <a:t>[Optional section header subtitle]</a:t>
            </a:r>
          </a:p>
        </p:txBody>
      </p:sp>
    </p:spTree>
    <p:extLst>
      <p:ext uri="{BB962C8B-B14F-4D97-AF65-F5344CB8AC3E}">
        <p14:creationId xmlns:p14="http://schemas.microsoft.com/office/powerpoint/2010/main" val="3846806269"/>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2160" userDrawn="1">
          <p15:clr>
            <a:srgbClr val="5ACBF0"/>
          </p15:clr>
        </p15:guide>
        <p15:guide id="2" orient="horz" pos="2342" userDrawn="1">
          <p15:clr>
            <a:srgbClr val="5ACBF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Section Header - Whit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41D334-3DBF-4D13-804B-67B29A3D48B5}"/>
              </a:ext>
            </a:extLst>
          </p:cNvPr>
          <p:cNvSpPr>
            <a:spLocks noGrp="1"/>
          </p:cNvSpPr>
          <p:nvPr>
            <p:ph type="title" hasCustomPrompt="1"/>
          </p:nvPr>
        </p:nvSpPr>
        <p:spPr>
          <a:xfrm>
            <a:off x="484632" y="484632"/>
            <a:ext cx="8293608" cy="2944368"/>
          </a:xfrm>
        </p:spPr>
        <p:txBody>
          <a:bodyPr anchor="b" anchorCtr="0"/>
          <a:lstStyle>
            <a:lvl1pPr>
              <a:lnSpc>
                <a:spcPct val="90000"/>
              </a:lnSpc>
              <a:defRPr sz="6000" spc="-100" baseline="0"/>
            </a:lvl1pPr>
          </a:lstStyle>
          <a:p>
            <a:r>
              <a:rPr lang="en-US" dirty="0"/>
              <a:t>[Section header title]</a:t>
            </a:r>
          </a:p>
        </p:txBody>
      </p:sp>
      <p:sp>
        <p:nvSpPr>
          <p:cNvPr id="3" name="Text Placeholder 2">
            <a:extLst>
              <a:ext uri="{FF2B5EF4-FFF2-40B4-BE49-F238E27FC236}">
                <a16:creationId xmlns:a16="http://schemas.microsoft.com/office/drawing/2014/main" id="{8112AE54-FEAE-4ACB-873D-AFF95DD8AD39}"/>
              </a:ext>
            </a:extLst>
          </p:cNvPr>
          <p:cNvSpPr>
            <a:spLocks noGrp="1"/>
          </p:cNvSpPr>
          <p:nvPr>
            <p:ph type="body" idx="1" hasCustomPrompt="1"/>
          </p:nvPr>
        </p:nvSpPr>
        <p:spPr>
          <a:xfrm>
            <a:off x="484632" y="3723437"/>
            <a:ext cx="8293608" cy="886968"/>
          </a:xfrm>
        </p:spPr>
        <p:txBody>
          <a:bodyPr>
            <a:noAutofit/>
          </a:bodyPr>
          <a:lstStyle>
            <a:lvl1pPr marL="0" indent="0">
              <a:spcBef>
                <a:spcPts val="0"/>
              </a:spcBef>
              <a:buNone/>
              <a:defRPr sz="1800">
                <a:solidFill>
                  <a:schemeClr val="tx1"/>
                </a:solidFill>
              </a:defRPr>
            </a:lvl1pPr>
            <a:lvl2pPr marL="0" indent="0">
              <a:spcBef>
                <a:spcPts val="0"/>
              </a:spcBef>
              <a:buNone/>
              <a:defRPr sz="1800">
                <a:solidFill>
                  <a:schemeClr val="tx1"/>
                </a:solidFill>
              </a:defRPr>
            </a:lvl2pPr>
            <a:lvl3pPr marL="0" indent="0">
              <a:spcBef>
                <a:spcPts val="0"/>
              </a:spcBef>
              <a:buNone/>
              <a:defRPr sz="1800">
                <a:solidFill>
                  <a:schemeClr val="tx1"/>
                </a:solidFill>
              </a:defRPr>
            </a:lvl3pPr>
            <a:lvl4pPr marL="0" indent="0">
              <a:spcBef>
                <a:spcPts val="0"/>
              </a:spcBef>
              <a:buNone/>
              <a:defRPr sz="1800">
                <a:solidFill>
                  <a:schemeClr val="tx1"/>
                </a:solidFill>
              </a:defRPr>
            </a:lvl4pPr>
            <a:lvl5pPr marL="0" indent="0">
              <a:spcBef>
                <a:spcPts val="0"/>
              </a:spcBef>
              <a:buNone/>
              <a:defRPr sz="1800">
                <a:solidFill>
                  <a:schemeClr val="tx1"/>
                </a:solidFill>
              </a:defRPr>
            </a:lvl5pPr>
            <a:lvl6pPr marL="0" indent="0">
              <a:spcBef>
                <a:spcPts val="0"/>
              </a:spcBef>
              <a:buNone/>
              <a:defRPr sz="1800">
                <a:solidFill>
                  <a:schemeClr val="tx1"/>
                </a:solidFill>
              </a:defRPr>
            </a:lvl6pPr>
            <a:lvl7pPr marL="0" indent="0">
              <a:spcBef>
                <a:spcPts val="0"/>
              </a:spcBef>
              <a:buNone/>
              <a:defRPr sz="1800">
                <a:solidFill>
                  <a:schemeClr val="tx1"/>
                </a:solidFill>
              </a:defRPr>
            </a:lvl7pPr>
            <a:lvl8pPr marL="0" indent="0">
              <a:spcBef>
                <a:spcPts val="0"/>
              </a:spcBef>
              <a:buNone/>
              <a:defRPr sz="1800">
                <a:solidFill>
                  <a:schemeClr val="tx1"/>
                </a:solidFill>
              </a:defRPr>
            </a:lvl8pPr>
            <a:lvl9pPr marL="0" indent="0">
              <a:spcBef>
                <a:spcPts val="0"/>
              </a:spcBef>
              <a:buNone/>
              <a:defRPr sz="1800">
                <a:solidFill>
                  <a:schemeClr val="tx1"/>
                </a:solidFill>
              </a:defRPr>
            </a:lvl9pPr>
          </a:lstStyle>
          <a:p>
            <a:pPr lvl="0"/>
            <a:r>
              <a:rPr lang="en-US" dirty="0"/>
              <a:t>[Optional section header subtitle]</a:t>
            </a:r>
          </a:p>
        </p:txBody>
      </p:sp>
    </p:spTree>
    <p:extLst>
      <p:ext uri="{BB962C8B-B14F-4D97-AF65-F5344CB8AC3E}">
        <p14:creationId xmlns:p14="http://schemas.microsoft.com/office/powerpoint/2010/main" val="3837721409"/>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pos="5530" userDrawn="1">
          <p15:clr>
            <a:srgbClr val="C35EA4"/>
          </p15:clr>
        </p15:guide>
        <p15:guide id="2" orient="horz" pos="2160" userDrawn="1">
          <p15:clr>
            <a:srgbClr val="5ACBF0"/>
          </p15:clr>
        </p15:guide>
        <p15:guide id="3" orient="horz" pos="2342" userDrawn="1">
          <p15:clr>
            <a:srgbClr val="5ACBF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08EE12-25FA-4170-8328-55278109322A}"/>
              </a:ext>
            </a:extLst>
          </p:cNvPr>
          <p:cNvSpPr>
            <a:spLocks noGrp="1"/>
          </p:cNvSpPr>
          <p:nvPr>
            <p:ph type="title" hasCustomPrompt="1"/>
          </p:nvPr>
        </p:nvSpPr>
        <p:spPr>
          <a:xfrm>
            <a:off x="484630" y="484632"/>
            <a:ext cx="11219688" cy="534871"/>
          </a:xfrm>
        </p:spPr>
        <p:txBody>
          <a:bodyPr/>
          <a:lstStyle/>
          <a:p>
            <a:r>
              <a:rPr lang="en-US" dirty="0"/>
              <a:t>[Slide title]</a:t>
            </a:r>
          </a:p>
        </p:txBody>
      </p:sp>
      <p:sp>
        <p:nvSpPr>
          <p:cNvPr id="3" name="Content Placeholder 2">
            <a:extLst>
              <a:ext uri="{FF2B5EF4-FFF2-40B4-BE49-F238E27FC236}">
                <a16:creationId xmlns:a16="http://schemas.microsoft.com/office/drawing/2014/main" id="{7E323959-B929-4872-A3D7-1BB1CAD1B2FD}"/>
              </a:ext>
            </a:extLst>
          </p:cNvPr>
          <p:cNvSpPr>
            <a:spLocks noGrp="1"/>
          </p:cNvSpPr>
          <p:nvPr>
            <p:ph idx="1"/>
          </p:nvPr>
        </p:nvSpPr>
        <p:spPr>
          <a:xfrm>
            <a:off x="484629" y="1664208"/>
            <a:ext cx="11221595" cy="434289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Text Placeholder 6">
            <a:extLst>
              <a:ext uri="{FF2B5EF4-FFF2-40B4-BE49-F238E27FC236}">
                <a16:creationId xmlns:a16="http://schemas.microsoft.com/office/drawing/2014/main" id="{E6404438-9845-C655-4975-02BDF3CE9651}"/>
              </a:ext>
            </a:extLst>
          </p:cNvPr>
          <p:cNvSpPr>
            <a:spLocks noGrp="1"/>
          </p:cNvSpPr>
          <p:nvPr>
            <p:ph type="body" sz="quarter" idx="10" hasCustomPrompt="1"/>
          </p:nvPr>
        </p:nvSpPr>
        <p:spPr>
          <a:xfrm>
            <a:off x="484631" y="1030944"/>
            <a:ext cx="11219688" cy="347663"/>
          </a:xfrm>
        </p:spPr>
        <p:txBody>
          <a:bodyPr/>
          <a:lstStyle>
            <a:lvl1pPr marL="0" indent="0">
              <a:buFontTx/>
              <a:buNone/>
              <a:defRPr sz="1800"/>
            </a:lvl1pPr>
          </a:lstStyle>
          <a:p>
            <a:pPr lvl="0"/>
            <a:r>
              <a:rPr lang="en-US" dirty="0"/>
              <a:t>[Slide subtitle]</a:t>
            </a:r>
          </a:p>
        </p:txBody>
      </p:sp>
      <p:sp>
        <p:nvSpPr>
          <p:cNvPr id="5" name="Text Placeholder 6">
            <a:extLst>
              <a:ext uri="{FF2B5EF4-FFF2-40B4-BE49-F238E27FC236}">
                <a16:creationId xmlns:a16="http://schemas.microsoft.com/office/drawing/2014/main" id="{324DBC0A-09C6-8D5B-7217-D71586B96521}"/>
              </a:ext>
            </a:extLst>
          </p:cNvPr>
          <p:cNvSpPr>
            <a:spLocks noGrp="1"/>
          </p:cNvSpPr>
          <p:nvPr>
            <p:ph type="body" sz="quarter" idx="11" hasCustomPrompt="1"/>
          </p:nvPr>
        </p:nvSpPr>
        <p:spPr>
          <a:xfrm>
            <a:off x="486537" y="6153150"/>
            <a:ext cx="11219688" cy="219075"/>
          </a:xfrm>
        </p:spPr>
        <p:txBody>
          <a:bodyPr/>
          <a:lstStyle>
            <a:lvl1pPr marL="0" indent="0">
              <a:buFontTx/>
              <a:buNone/>
              <a:defRPr sz="800"/>
            </a:lvl1pPr>
          </a:lstStyle>
          <a:p>
            <a:pPr lvl="0"/>
            <a:r>
              <a:rPr lang="en-US" dirty="0"/>
              <a:t>Footnote</a:t>
            </a:r>
          </a:p>
        </p:txBody>
      </p:sp>
    </p:spTree>
    <p:extLst>
      <p:ext uri="{BB962C8B-B14F-4D97-AF65-F5344CB8AC3E}">
        <p14:creationId xmlns:p14="http://schemas.microsoft.com/office/powerpoint/2010/main" val="1923336257"/>
      </p:ext>
    </p:extLst>
  </p:cSld>
  <p:clrMapOvr>
    <a:masterClrMapping/>
  </p:clrMapOvr>
  <p:extLst>
    <p:ext uri="{DCECCB84-F9BA-43D5-87BE-67443E8EF086}">
      <p15:sldGuideLst xmlns:p15="http://schemas.microsoft.com/office/powerpoint/2012/main">
        <p15:guide id="1" orient="horz" pos="1046">
          <p15:clr>
            <a:srgbClr val="5ACBF0"/>
          </p15:clr>
        </p15:guide>
        <p15:guide id="4" orient="horz" pos="1790">
          <p15:clr>
            <a:srgbClr val="5ACBF0"/>
          </p15:clr>
        </p15:guide>
        <p15:guide id="5" orient="horz" pos="2528">
          <p15:clr>
            <a:srgbClr val="5ACBF0"/>
          </p15:clr>
        </p15:guide>
        <p15:guide id="6" orient="horz" pos="3272">
          <p15:clr>
            <a:srgbClr val="5ACBF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itle and Subtit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08EE12-25FA-4170-8328-55278109322A}"/>
              </a:ext>
            </a:extLst>
          </p:cNvPr>
          <p:cNvSpPr>
            <a:spLocks noGrp="1"/>
          </p:cNvSpPr>
          <p:nvPr>
            <p:ph type="title" hasCustomPrompt="1"/>
          </p:nvPr>
        </p:nvSpPr>
        <p:spPr>
          <a:xfrm>
            <a:off x="484630" y="484632"/>
            <a:ext cx="11219688" cy="534871"/>
          </a:xfrm>
        </p:spPr>
        <p:txBody>
          <a:bodyPr/>
          <a:lstStyle/>
          <a:p>
            <a:r>
              <a:rPr lang="en-US" dirty="0"/>
              <a:t>[Slide title]</a:t>
            </a:r>
          </a:p>
        </p:txBody>
      </p:sp>
      <p:sp>
        <p:nvSpPr>
          <p:cNvPr id="7" name="Text Placeholder 6">
            <a:extLst>
              <a:ext uri="{FF2B5EF4-FFF2-40B4-BE49-F238E27FC236}">
                <a16:creationId xmlns:a16="http://schemas.microsoft.com/office/drawing/2014/main" id="{E6404438-9845-C655-4975-02BDF3CE9651}"/>
              </a:ext>
            </a:extLst>
          </p:cNvPr>
          <p:cNvSpPr>
            <a:spLocks noGrp="1"/>
          </p:cNvSpPr>
          <p:nvPr>
            <p:ph type="body" sz="quarter" idx="10" hasCustomPrompt="1"/>
          </p:nvPr>
        </p:nvSpPr>
        <p:spPr>
          <a:xfrm>
            <a:off x="484631" y="1030944"/>
            <a:ext cx="11219688" cy="347663"/>
          </a:xfrm>
        </p:spPr>
        <p:txBody>
          <a:bodyPr/>
          <a:lstStyle>
            <a:lvl1pPr marL="0" indent="0">
              <a:buFontTx/>
              <a:buNone/>
              <a:defRPr sz="1800"/>
            </a:lvl1pPr>
          </a:lstStyle>
          <a:p>
            <a:pPr lvl="0"/>
            <a:r>
              <a:rPr lang="en-US" dirty="0"/>
              <a:t>[Slide subtitle]</a:t>
            </a:r>
          </a:p>
        </p:txBody>
      </p:sp>
      <p:sp>
        <p:nvSpPr>
          <p:cNvPr id="3" name="Text Placeholder 6">
            <a:extLst>
              <a:ext uri="{FF2B5EF4-FFF2-40B4-BE49-F238E27FC236}">
                <a16:creationId xmlns:a16="http://schemas.microsoft.com/office/drawing/2014/main" id="{223BF356-CF1D-4355-C776-ED3A225B591C}"/>
              </a:ext>
            </a:extLst>
          </p:cNvPr>
          <p:cNvSpPr>
            <a:spLocks noGrp="1"/>
          </p:cNvSpPr>
          <p:nvPr>
            <p:ph type="body" sz="quarter" idx="11" hasCustomPrompt="1"/>
          </p:nvPr>
        </p:nvSpPr>
        <p:spPr>
          <a:xfrm>
            <a:off x="486537" y="6153150"/>
            <a:ext cx="11219688" cy="219075"/>
          </a:xfrm>
        </p:spPr>
        <p:txBody>
          <a:bodyPr/>
          <a:lstStyle>
            <a:lvl1pPr marL="0" indent="0">
              <a:buFontTx/>
              <a:buNone/>
              <a:defRPr sz="800"/>
            </a:lvl1pPr>
          </a:lstStyle>
          <a:p>
            <a:pPr lvl="0"/>
            <a:r>
              <a:rPr lang="en-US" dirty="0"/>
              <a:t>Footnote</a:t>
            </a:r>
          </a:p>
        </p:txBody>
      </p:sp>
    </p:spTree>
    <p:extLst>
      <p:ext uri="{BB962C8B-B14F-4D97-AF65-F5344CB8AC3E}">
        <p14:creationId xmlns:p14="http://schemas.microsoft.com/office/powerpoint/2010/main" val="3357535452"/>
      </p:ext>
    </p:extLst>
  </p:cSld>
  <p:clrMapOvr>
    <a:masterClrMapping/>
  </p:clrMapOvr>
  <p:extLst>
    <p:ext uri="{DCECCB84-F9BA-43D5-87BE-67443E8EF086}">
      <p15:sldGuideLst xmlns:p15="http://schemas.microsoft.com/office/powerpoint/2012/main">
        <p15:guide id="1" orient="horz" pos="1046">
          <p15:clr>
            <a:srgbClr val="5ACBF0"/>
          </p15:clr>
        </p15:guide>
        <p15:guide id="4" orient="horz" pos="1790">
          <p15:clr>
            <a:srgbClr val="5ACBF0"/>
          </p15:clr>
        </p15:guide>
        <p15:guide id="5" orient="horz" pos="2528">
          <p15:clr>
            <a:srgbClr val="5ACBF0"/>
          </p15:clr>
        </p15:guide>
        <p15:guide id="6" orient="horz" pos="3272">
          <p15:clr>
            <a:srgbClr val="5ACBF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CFD1EE69-3DA9-384B-BE69-3C35C5627FA1}"/>
              </a:ext>
            </a:extLst>
          </p:cNvPr>
          <p:cNvSpPr>
            <a:spLocks noGrp="1"/>
          </p:cNvSpPr>
          <p:nvPr>
            <p:ph type="title" hasCustomPrompt="1"/>
          </p:nvPr>
        </p:nvSpPr>
        <p:spPr/>
        <p:txBody>
          <a:bodyPr/>
          <a:lstStyle/>
          <a:p>
            <a:r>
              <a:rPr lang="en-US" dirty="0"/>
              <a:t>[Slide title]</a:t>
            </a:r>
          </a:p>
        </p:txBody>
      </p:sp>
      <p:sp>
        <p:nvSpPr>
          <p:cNvPr id="3" name="Content Placeholder 2">
            <a:extLst>
              <a:ext uri="{FF2B5EF4-FFF2-40B4-BE49-F238E27FC236}">
                <a16:creationId xmlns:a16="http://schemas.microsoft.com/office/drawing/2014/main" id="{F2A87E07-D230-4A2B-90EB-BAFE34A4ADA3}"/>
              </a:ext>
            </a:extLst>
          </p:cNvPr>
          <p:cNvSpPr>
            <a:spLocks noGrp="1"/>
          </p:cNvSpPr>
          <p:nvPr>
            <p:ph sz="half" idx="1"/>
          </p:nvPr>
        </p:nvSpPr>
        <p:spPr>
          <a:xfrm>
            <a:off x="484630" y="1664208"/>
            <a:ext cx="5367528" cy="434348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CFF30D3B-DD55-43C0-9A96-3AC11E01121D}"/>
              </a:ext>
            </a:extLst>
          </p:cNvPr>
          <p:cNvSpPr>
            <a:spLocks noGrp="1"/>
          </p:cNvSpPr>
          <p:nvPr>
            <p:ph sz="half" idx="2"/>
          </p:nvPr>
        </p:nvSpPr>
        <p:spPr>
          <a:xfrm>
            <a:off x="6336790" y="1664208"/>
            <a:ext cx="5367528" cy="434348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Text Placeholder 6">
            <a:extLst>
              <a:ext uri="{FF2B5EF4-FFF2-40B4-BE49-F238E27FC236}">
                <a16:creationId xmlns:a16="http://schemas.microsoft.com/office/drawing/2014/main" id="{57A58F2F-CEF9-C6DC-893F-9FC18D2F3F7A}"/>
              </a:ext>
            </a:extLst>
          </p:cNvPr>
          <p:cNvSpPr>
            <a:spLocks noGrp="1"/>
          </p:cNvSpPr>
          <p:nvPr>
            <p:ph type="body" sz="quarter" idx="10" hasCustomPrompt="1"/>
          </p:nvPr>
        </p:nvSpPr>
        <p:spPr>
          <a:xfrm>
            <a:off x="484631" y="1030944"/>
            <a:ext cx="11219688" cy="347663"/>
          </a:xfrm>
        </p:spPr>
        <p:txBody>
          <a:bodyPr/>
          <a:lstStyle>
            <a:lvl1pPr marL="0" indent="0">
              <a:buFontTx/>
              <a:buNone/>
              <a:defRPr sz="1800"/>
            </a:lvl1pPr>
          </a:lstStyle>
          <a:p>
            <a:pPr lvl="0"/>
            <a:r>
              <a:rPr lang="en-US" dirty="0"/>
              <a:t>[Slide subtitle]</a:t>
            </a:r>
          </a:p>
        </p:txBody>
      </p:sp>
      <p:sp>
        <p:nvSpPr>
          <p:cNvPr id="6" name="Text Placeholder 6">
            <a:extLst>
              <a:ext uri="{FF2B5EF4-FFF2-40B4-BE49-F238E27FC236}">
                <a16:creationId xmlns:a16="http://schemas.microsoft.com/office/drawing/2014/main" id="{EE8FF44B-DA0D-BCCF-6D23-F5FF84CDB7EB}"/>
              </a:ext>
            </a:extLst>
          </p:cNvPr>
          <p:cNvSpPr>
            <a:spLocks noGrp="1"/>
          </p:cNvSpPr>
          <p:nvPr>
            <p:ph type="body" sz="quarter" idx="11" hasCustomPrompt="1"/>
          </p:nvPr>
        </p:nvSpPr>
        <p:spPr>
          <a:xfrm>
            <a:off x="486537" y="6153150"/>
            <a:ext cx="11219688" cy="219075"/>
          </a:xfrm>
        </p:spPr>
        <p:txBody>
          <a:bodyPr/>
          <a:lstStyle>
            <a:lvl1pPr marL="0" indent="0">
              <a:buFontTx/>
              <a:buNone/>
              <a:defRPr sz="800"/>
            </a:lvl1pPr>
          </a:lstStyle>
          <a:p>
            <a:pPr lvl="0"/>
            <a:r>
              <a:rPr lang="en-US" dirty="0"/>
              <a:t>Footnote</a:t>
            </a:r>
          </a:p>
        </p:txBody>
      </p:sp>
    </p:spTree>
    <p:extLst>
      <p:ext uri="{BB962C8B-B14F-4D97-AF65-F5344CB8AC3E}">
        <p14:creationId xmlns:p14="http://schemas.microsoft.com/office/powerpoint/2010/main" val="1612164743"/>
      </p:ext>
    </p:extLst>
  </p:cSld>
  <p:clrMapOvr>
    <a:masterClrMapping/>
  </p:clrMapOvr>
  <p:extLst>
    <p:ext uri="{DCECCB84-F9BA-43D5-87BE-67443E8EF086}">
      <p15:sldGuideLst xmlns:p15="http://schemas.microsoft.com/office/powerpoint/2012/main">
        <p15:guide id="4" pos="3688" userDrawn="1">
          <p15:clr>
            <a:srgbClr val="C35EA4"/>
          </p15:clr>
        </p15:guide>
        <p15:guide id="5" pos="3988" userDrawn="1">
          <p15:clr>
            <a:srgbClr val="C35EA4"/>
          </p15:clr>
        </p15:guide>
        <p15:guide id="6" orient="horz" pos="1046" userDrawn="1">
          <p15:clr>
            <a:srgbClr val="5ACBF0"/>
          </p15:clr>
        </p15:guide>
        <p15:guide id="7" orient="horz" pos="1790" userDrawn="1">
          <p15:clr>
            <a:srgbClr val="5ACBF0"/>
          </p15:clr>
        </p15:guide>
        <p15:guide id="8" orient="horz" pos="2528" userDrawn="1">
          <p15:clr>
            <a:srgbClr val="5ACBF0"/>
          </p15:clr>
        </p15:guide>
        <p15:guide id="9" orient="horz" pos="3274" userDrawn="1">
          <p15:clr>
            <a:srgbClr val="5ACBF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hree Content">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424E9832-BC9B-2645-B809-4008C9354C49}"/>
              </a:ext>
            </a:extLst>
          </p:cNvPr>
          <p:cNvSpPr>
            <a:spLocks noGrp="1"/>
          </p:cNvSpPr>
          <p:nvPr>
            <p:ph type="title" hasCustomPrompt="1"/>
          </p:nvPr>
        </p:nvSpPr>
        <p:spPr/>
        <p:txBody>
          <a:bodyPr/>
          <a:lstStyle/>
          <a:p>
            <a:r>
              <a:rPr lang="en-US" dirty="0"/>
              <a:t>[Slide title]</a:t>
            </a:r>
          </a:p>
        </p:txBody>
      </p:sp>
      <p:sp>
        <p:nvSpPr>
          <p:cNvPr id="3" name="Content Placeholder 2">
            <a:extLst>
              <a:ext uri="{FF2B5EF4-FFF2-40B4-BE49-F238E27FC236}">
                <a16:creationId xmlns:a16="http://schemas.microsoft.com/office/drawing/2014/main" id="{F2A87E07-D230-4A2B-90EB-BAFE34A4ADA3}"/>
              </a:ext>
            </a:extLst>
          </p:cNvPr>
          <p:cNvSpPr>
            <a:spLocks noGrp="1"/>
          </p:cNvSpPr>
          <p:nvPr>
            <p:ph sz="half" idx="1"/>
          </p:nvPr>
        </p:nvSpPr>
        <p:spPr>
          <a:xfrm>
            <a:off x="484630" y="1664208"/>
            <a:ext cx="3410712" cy="434348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CFF30D3B-DD55-43C0-9A96-3AC11E01121D}"/>
              </a:ext>
            </a:extLst>
          </p:cNvPr>
          <p:cNvSpPr>
            <a:spLocks noGrp="1"/>
          </p:cNvSpPr>
          <p:nvPr>
            <p:ph sz="half" idx="2"/>
          </p:nvPr>
        </p:nvSpPr>
        <p:spPr>
          <a:xfrm>
            <a:off x="4389118" y="1664208"/>
            <a:ext cx="3410712" cy="434348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Content Placeholder 4">
            <a:extLst>
              <a:ext uri="{FF2B5EF4-FFF2-40B4-BE49-F238E27FC236}">
                <a16:creationId xmlns:a16="http://schemas.microsoft.com/office/drawing/2014/main" id="{3E7CE142-0CA8-FE44-AEBE-6EA0C0C59560}"/>
              </a:ext>
            </a:extLst>
          </p:cNvPr>
          <p:cNvSpPr>
            <a:spLocks noGrp="1"/>
          </p:cNvSpPr>
          <p:nvPr>
            <p:ph sz="quarter" idx="11"/>
          </p:nvPr>
        </p:nvSpPr>
        <p:spPr>
          <a:xfrm>
            <a:off x="8293606" y="1664208"/>
            <a:ext cx="3410712" cy="434348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Text Placeholder 6">
            <a:extLst>
              <a:ext uri="{FF2B5EF4-FFF2-40B4-BE49-F238E27FC236}">
                <a16:creationId xmlns:a16="http://schemas.microsoft.com/office/drawing/2014/main" id="{B9352E71-0FBC-B57C-BA1C-F3123777E3E9}"/>
              </a:ext>
            </a:extLst>
          </p:cNvPr>
          <p:cNvSpPr>
            <a:spLocks noGrp="1"/>
          </p:cNvSpPr>
          <p:nvPr>
            <p:ph type="body" sz="quarter" idx="10" hasCustomPrompt="1"/>
          </p:nvPr>
        </p:nvSpPr>
        <p:spPr>
          <a:xfrm>
            <a:off x="484631" y="1030944"/>
            <a:ext cx="11219688" cy="347663"/>
          </a:xfrm>
        </p:spPr>
        <p:txBody>
          <a:bodyPr/>
          <a:lstStyle>
            <a:lvl1pPr marL="0" indent="0">
              <a:buFontTx/>
              <a:buNone/>
              <a:defRPr sz="1800"/>
            </a:lvl1pPr>
          </a:lstStyle>
          <a:p>
            <a:pPr lvl="0"/>
            <a:r>
              <a:rPr lang="en-US" dirty="0"/>
              <a:t>[Slide subtitle]</a:t>
            </a:r>
          </a:p>
        </p:txBody>
      </p:sp>
      <p:sp>
        <p:nvSpPr>
          <p:cNvPr id="6" name="Text Placeholder 6">
            <a:extLst>
              <a:ext uri="{FF2B5EF4-FFF2-40B4-BE49-F238E27FC236}">
                <a16:creationId xmlns:a16="http://schemas.microsoft.com/office/drawing/2014/main" id="{087B9522-8FAC-44DF-B41B-8A11FB1BD484}"/>
              </a:ext>
            </a:extLst>
          </p:cNvPr>
          <p:cNvSpPr>
            <a:spLocks noGrp="1"/>
          </p:cNvSpPr>
          <p:nvPr>
            <p:ph type="body" sz="quarter" idx="12" hasCustomPrompt="1"/>
          </p:nvPr>
        </p:nvSpPr>
        <p:spPr>
          <a:xfrm>
            <a:off x="486537" y="6153150"/>
            <a:ext cx="11219688" cy="219075"/>
          </a:xfrm>
        </p:spPr>
        <p:txBody>
          <a:bodyPr/>
          <a:lstStyle>
            <a:lvl1pPr marL="0" indent="0">
              <a:buFontTx/>
              <a:buNone/>
              <a:defRPr sz="800"/>
            </a:lvl1pPr>
          </a:lstStyle>
          <a:p>
            <a:pPr lvl="0"/>
            <a:r>
              <a:rPr lang="en-US" dirty="0"/>
              <a:t>Footnote</a:t>
            </a:r>
          </a:p>
        </p:txBody>
      </p:sp>
    </p:spTree>
    <p:extLst>
      <p:ext uri="{BB962C8B-B14F-4D97-AF65-F5344CB8AC3E}">
        <p14:creationId xmlns:p14="http://schemas.microsoft.com/office/powerpoint/2010/main" val="469634042"/>
      </p:ext>
    </p:extLst>
  </p:cSld>
  <p:clrMapOvr>
    <a:masterClrMapping/>
  </p:clrMapOvr>
  <p:extLst>
    <p:ext uri="{DCECCB84-F9BA-43D5-87BE-67443E8EF086}">
      <p15:sldGuideLst xmlns:p15="http://schemas.microsoft.com/office/powerpoint/2012/main">
        <p15:guide id="4" pos="2454" userDrawn="1">
          <p15:clr>
            <a:srgbClr val="C35EA4"/>
          </p15:clr>
        </p15:guide>
        <p15:guide id="5" pos="2762" userDrawn="1">
          <p15:clr>
            <a:srgbClr val="C35EA4"/>
          </p15:clr>
        </p15:guide>
        <p15:guide id="6" pos="4914" userDrawn="1">
          <p15:clr>
            <a:srgbClr val="C35EA4"/>
          </p15:clr>
        </p15:guide>
        <p15:guide id="7" pos="5222" userDrawn="1">
          <p15:clr>
            <a:srgbClr val="C35EA4"/>
          </p15:clr>
        </p15:guide>
        <p15:guide id="8" orient="horz" pos="1046" userDrawn="1">
          <p15:clr>
            <a:srgbClr val="5ACBF0"/>
          </p15:clr>
        </p15:guide>
        <p15:guide id="9" orient="horz" pos="1790" userDrawn="1">
          <p15:clr>
            <a:srgbClr val="5ACBF0"/>
          </p15:clr>
        </p15:guide>
        <p15:guide id="10" orient="horz" pos="2528" userDrawn="1">
          <p15:clr>
            <a:srgbClr val="5ACBF0"/>
          </p15:clr>
        </p15:guide>
        <p15:guide id="11" orient="horz" pos="3274" userDrawn="1">
          <p15:clr>
            <a:srgbClr val="5ACBF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Four Content">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EE7E91BE-77A9-C842-93FA-10844AAA64EA}"/>
              </a:ext>
            </a:extLst>
          </p:cNvPr>
          <p:cNvSpPr>
            <a:spLocks noGrp="1"/>
          </p:cNvSpPr>
          <p:nvPr>
            <p:ph type="title" hasCustomPrompt="1"/>
          </p:nvPr>
        </p:nvSpPr>
        <p:spPr/>
        <p:txBody>
          <a:bodyPr/>
          <a:lstStyle/>
          <a:p>
            <a:r>
              <a:rPr lang="en-US" dirty="0"/>
              <a:t>[Slide title]</a:t>
            </a:r>
          </a:p>
        </p:txBody>
      </p:sp>
      <p:sp>
        <p:nvSpPr>
          <p:cNvPr id="3" name="Content Placeholder 2">
            <a:extLst>
              <a:ext uri="{FF2B5EF4-FFF2-40B4-BE49-F238E27FC236}">
                <a16:creationId xmlns:a16="http://schemas.microsoft.com/office/drawing/2014/main" id="{F2A87E07-D230-4A2B-90EB-BAFE34A4ADA3}"/>
              </a:ext>
            </a:extLst>
          </p:cNvPr>
          <p:cNvSpPr>
            <a:spLocks noGrp="1"/>
          </p:cNvSpPr>
          <p:nvPr>
            <p:ph sz="half" idx="1"/>
          </p:nvPr>
        </p:nvSpPr>
        <p:spPr>
          <a:xfrm>
            <a:off x="484630" y="1664208"/>
            <a:ext cx="2441448" cy="4343485"/>
          </a:xfrm>
        </p:spPr>
        <p:txBody>
          <a:bodyPr>
            <a:noAutofit/>
          </a:bodyPr>
          <a:lstStyle>
            <a:lvl1pPr marL="137160" indent="-137160">
              <a:spcBef>
                <a:spcPts val="900"/>
              </a:spcBef>
              <a:defRPr sz="1400"/>
            </a:lvl1pPr>
            <a:lvl2pPr marL="274320" indent="-137160">
              <a:spcBef>
                <a:spcPts val="300"/>
              </a:spcBef>
              <a:defRPr sz="1400"/>
            </a:lvl2pPr>
            <a:lvl3pPr marL="411480" indent="-137160">
              <a:spcBef>
                <a:spcPts val="0"/>
              </a:spcBef>
              <a:defRPr sz="1400"/>
            </a:lvl3pPr>
            <a:lvl4pPr marL="548640" indent="-137160">
              <a:spcBef>
                <a:spcPts val="0"/>
              </a:spcBef>
              <a:defRPr sz="1400"/>
            </a:lvl4pPr>
            <a:lvl5pPr marL="685800" indent="-137160">
              <a:spcBef>
                <a:spcPts val="0"/>
              </a:spcBef>
              <a:defRPr sz="1400"/>
            </a:lvl5pPr>
            <a:lvl6pPr marL="822960" indent="-137160">
              <a:spcBef>
                <a:spcPts val="0"/>
              </a:spcBef>
              <a:defRPr sz="1400"/>
            </a:lvl6pPr>
            <a:lvl7pPr marL="960120" indent="-137160">
              <a:spcBef>
                <a:spcPts val="0"/>
              </a:spcBef>
              <a:defRPr sz="1400"/>
            </a:lvl7pPr>
            <a:lvl8pPr marL="1097280" indent="-137160">
              <a:spcBef>
                <a:spcPts val="0"/>
              </a:spcBef>
              <a:defRPr sz="1400"/>
            </a:lvl8pPr>
            <a:lvl9pPr marL="1234440" indent="-137160">
              <a:spcBef>
                <a:spcPts val="0"/>
              </a:spcBef>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CFF30D3B-DD55-43C0-9A96-3AC11E01121D}"/>
              </a:ext>
            </a:extLst>
          </p:cNvPr>
          <p:cNvSpPr>
            <a:spLocks noGrp="1"/>
          </p:cNvSpPr>
          <p:nvPr>
            <p:ph sz="half" idx="2"/>
          </p:nvPr>
        </p:nvSpPr>
        <p:spPr>
          <a:xfrm>
            <a:off x="3410710" y="1664208"/>
            <a:ext cx="2441448" cy="4343485"/>
          </a:xfrm>
        </p:spPr>
        <p:txBody>
          <a:bodyPr>
            <a:noAutofit/>
          </a:bodyPr>
          <a:lstStyle>
            <a:lvl1pPr marL="137160" indent="-137160">
              <a:spcBef>
                <a:spcPts val="900"/>
              </a:spcBef>
              <a:defRPr sz="1400"/>
            </a:lvl1pPr>
            <a:lvl2pPr marL="274320" indent="-137160">
              <a:spcBef>
                <a:spcPts val="300"/>
              </a:spcBef>
              <a:defRPr sz="1400"/>
            </a:lvl2pPr>
            <a:lvl3pPr marL="411480" indent="-137160">
              <a:spcBef>
                <a:spcPts val="0"/>
              </a:spcBef>
              <a:defRPr sz="1400"/>
            </a:lvl3pPr>
            <a:lvl4pPr marL="548640" indent="-137160">
              <a:spcBef>
                <a:spcPts val="0"/>
              </a:spcBef>
              <a:defRPr sz="1400"/>
            </a:lvl4pPr>
            <a:lvl5pPr marL="685800" indent="-137160">
              <a:spcBef>
                <a:spcPts val="0"/>
              </a:spcBef>
              <a:defRPr sz="1400"/>
            </a:lvl5pPr>
            <a:lvl6pPr marL="822960" indent="-137160">
              <a:spcBef>
                <a:spcPts val="0"/>
              </a:spcBef>
              <a:defRPr sz="1400"/>
            </a:lvl6pPr>
            <a:lvl7pPr marL="960120" indent="-137160">
              <a:spcBef>
                <a:spcPts val="0"/>
              </a:spcBef>
              <a:defRPr sz="1400"/>
            </a:lvl7pPr>
            <a:lvl8pPr marL="1097280" indent="-137160">
              <a:spcBef>
                <a:spcPts val="0"/>
              </a:spcBef>
              <a:defRPr sz="1400"/>
            </a:lvl8pPr>
            <a:lvl9pPr marL="1234440" indent="-137160">
              <a:spcBef>
                <a:spcPts val="0"/>
              </a:spcBef>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Content Placeholder 4">
            <a:extLst>
              <a:ext uri="{FF2B5EF4-FFF2-40B4-BE49-F238E27FC236}">
                <a16:creationId xmlns:a16="http://schemas.microsoft.com/office/drawing/2014/main" id="{3E7CE142-0CA8-FE44-AEBE-6EA0C0C59560}"/>
              </a:ext>
            </a:extLst>
          </p:cNvPr>
          <p:cNvSpPr>
            <a:spLocks noGrp="1"/>
          </p:cNvSpPr>
          <p:nvPr>
            <p:ph sz="quarter" idx="11"/>
          </p:nvPr>
        </p:nvSpPr>
        <p:spPr>
          <a:xfrm>
            <a:off x="6336790" y="1664208"/>
            <a:ext cx="2441448" cy="4343485"/>
          </a:xfrm>
        </p:spPr>
        <p:txBody>
          <a:bodyPr>
            <a:noAutofit/>
          </a:bodyPr>
          <a:lstStyle>
            <a:lvl1pPr marL="137160" indent="-137160">
              <a:spcBef>
                <a:spcPts val="900"/>
              </a:spcBef>
              <a:defRPr sz="1400"/>
            </a:lvl1pPr>
            <a:lvl2pPr marL="274320" indent="-137160">
              <a:spcBef>
                <a:spcPts val="300"/>
              </a:spcBef>
              <a:defRPr sz="1400"/>
            </a:lvl2pPr>
            <a:lvl3pPr marL="411480" indent="-137160">
              <a:spcBef>
                <a:spcPts val="0"/>
              </a:spcBef>
              <a:defRPr sz="1400"/>
            </a:lvl3pPr>
            <a:lvl4pPr marL="548640" indent="-137160">
              <a:spcBef>
                <a:spcPts val="0"/>
              </a:spcBef>
              <a:defRPr sz="1400"/>
            </a:lvl4pPr>
            <a:lvl5pPr marL="685800" indent="-137160">
              <a:spcBef>
                <a:spcPts val="0"/>
              </a:spcBef>
              <a:defRPr sz="1400"/>
            </a:lvl5pPr>
            <a:lvl6pPr marL="822960" indent="-137160">
              <a:spcBef>
                <a:spcPts val="0"/>
              </a:spcBef>
              <a:defRPr sz="1400"/>
            </a:lvl6pPr>
            <a:lvl7pPr marL="960120" indent="-137160">
              <a:spcBef>
                <a:spcPts val="0"/>
              </a:spcBef>
              <a:defRPr sz="1400"/>
            </a:lvl7pPr>
            <a:lvl8pPr marL="1097280" indent="-137160">
              <a:spcBef>
                <a:spcPts val="0"/>
              </a:spcBef>
              <a:defRPr sz="1400"/>
            </a:lvl8pPr>
            <a:lvl9pPr marL="1234440" indent="-137160">
              <a:spcBef>
                <a:spcPts val="0"/>
              </a:spcBef>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Content Placeholder 5">
            <a:extLst>
              <a:ext uri="{FF2B5EF4-FFF2-40B4-BE49-F238E27FC236}">
                <a16:creationId xmlns:a16="http://schemas.microsoft.com/office/drawing/2014/main" id="{5BC9E542-5C7A-5F45-986F-1849A865FCEA}"/>
              </a:ext>
            </a:extLst>
          </p:cNvPr>
          <p:cNvSpPr>
            <a:spLocks noGrp="1"/>
          </p:cNvSpPr>
          <p:nvPr>
            <p:ph sz="quarter" idx="12"/>
          </p:nvPr>
        </p:nvSpPr>
        <p:spPr>
          <a:xfrm>
            <a:off x="9262870" y="1664208"/>
            <a:ext cx="2441448" cy="4343485"/>
          </a:xfrm>
        </p:spPr>
        <p:txBody>
          <a:bodyPr>
            <a:noAutofit/>
          </a:bodyPr>
          <a:lstStyle>
            <a:lvl1pPr marL="137160" indent="-137160">
              <a:spcBef>
                <a:spcPts val="900"/>
              </a:spcBef>
              <a:defRPr sz="1400"/>
            </a:lvl1pPr>
            <a:lvl2pPr marL="274320" indent="-137160">
              <a:spcBef>
                <a:spcPts val="300"/>
              </a:spcBef>
              <a:defRPr sz="1400"/>
            </a:lvl2pPr>
            <a:lvl3pPr marL="411480" indent="-137160">
              <a:spcBef>
                <a:spcPts val="0"/>
              </a:spcBef>
              <a:defRPr sz="1400"/>
            </a:lvl3pPr>
            <a:lvl4pPr marL="548640" indent="-137160">
              <a:spcBef>
                <a:spcPts val="0"/>
              </a:spcBef>
              <a:defRPr sz="1400"/>
            </a:lvl4pPr>
            <a:lvl5pPr marL="685800" indent="-137160">
              <a:spcBef>
                <a:spcPts val="0"/>
              </a:spcBef>
              <a:defRPr sz="1400"/>
            </a:lvl5pPr>
            <a:lvl6pPr marL="822960" indent="-137160">
              <a:spcBef>
                <a:spcPts val="0"/>
              </a:spcBef>
              <a:defRPr sz="1400"/>
            </a:lvl6pPr>
            <a:lvl7pPr marL="960120" indent="-137160">
              <a:spcBef>
                <a:spcPts val="0"/>
              </a:spcBef>
              <a:defRPr sz="1400"/>
            </a:lvl7pPr>
            <a:lvl8pPr marL="1097280" indent="-137160">
              <a:spcBef>
                <a:spcPts val="0"/>
              </a:spcBef>
              <a:defRPr sz="1400"/>
            </a:lvl8pPr>
            <a:lvl9pPr marL="1234440" indent="-137160">
              <a:spcBef>
                <a:spcPts val="0"/>
              </a:spcBef>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Text Placeholder 6">
            <a:extLst>
              <a:ext uri="{FF2B5EF4-FFF2-40B4-BE49-F238E27FC236}">
                <a16:creationId xmlns:a16="http://schemas.microsoft.com/office/drawing/2014/main" id="{0A6DBE3F-E9DB-07F7-7400-D6B010DF7E49}"/>
              </a:ext>
            </a:extLst>
          </p:cNvPr>
          <p:cNvSpPr>
            <a:spLocks noGrp="1"/>
          </p:cNvSpPr>
          <p:nvPr>
            <p:ph type="body" sz="quarter" idx="10" hasCustomPrompt="1"/>
          </p:nvPr>
        </p:nvSpPr>
        <p:spPr>
          <a:xfrm>
            <a:off x="484631" y="1030944"/>
            <a:ext cx="11219688" cy="347663"/>
          </a:xfrm>
        </p:spPr>
        <p:txBody>
          <a:bodyPr/>
          <a:lstStyle>
            <a:lvl1pPr marL="0" indent="0">
              <a:buFontTx/>
              <a:buNone/>
              <a:defRPr sz="1800"/>
            </a:lvl1pPr>
          </a:lstStyle>
          <a:p>
            <a:pPr lvl="0"/>
            <a:r>
              <a:rPr lang="en-US" dirty="0"/>
              <a:t>[Slide subtitle]</a:t>
            </a:r>
          </a:p>
        </p:txBody>
      </p:sp>
      <p:sp>
        <p:nvSpPr>
          <p:cNvPr id="6" name="Text Placeholder 6">
            <a:extLst>
              <a:ext uri="{FF2B5EF4-FFF2-40B4-BE49-F238E27FC236}">
                <a16:creationId xmlns:a16="http://schemas.microsoft.com/office/drawing/2014/main" id="{ED16EA0E-7621-054B-BF38-8AB8F8EA5409}"/>
              </a:ext>
            </a:extLst>
          </p:cNvPr>
          <p:cNvSpPr>
            <a:spLocks noGrp="1"/>
          </p:cNvSpPr>
          <p:nvPr>
            <p:ph type="body" sz="quarter" idx="13" hasCustomPrompt="1"/>
          </p:nvPr>
        </p:nvSpPr>
        <p:spPr>
          <a:xfrm>
            <a:off x="486537" y="6153150"/>
            <a:ext cx="11219688" cy="219075"/>
          </a:xfrm>
        </p:spPr>
        <p:txBody>
          <a:bodyPr/>
          <a:lstStyle>
            <a:lvl1pPr marL="0" indent="0">
              <a:buFontTx/>
              <a:buNone/>
              <a:defRPr sz="800"/>
            </a:lvl1pPr>
          </a:lstStyle>
          <a:p>
            <a:pPr lvl="0"/>
            <a:r>
              <a:rPr lang="en-US" dirty="0"/>
              <a:t>Footnote</a:t>
            </a:r>
          </a:p>
        </p:txBody>
      </p:sp>
    </p:spTree>
    <p:extLst>
      <p:ext uri="{BB962C8B-B14F-4D97-AF65-F5344CB8AC3E}">
        <p14:creationId xmlns:p14="http://schemas.microsoft.com/office/powerpoint/2010/main" val="3519734609"/>
      </p:ext>
    </p:extLst>
  </p:cSld>
  <p:clrMapOvr>
    <a:masterClrMapping/>
  </p:clrMapOvr>
  <p:extLst>
    <p:ext uri="{DCECCB84-F9BA-43D5-87BE-67443E8EF086}">
      <p15:sldGuideLst xmlns:p15="http://schemas.microsoft.com/office/powerpoint/2012/main">
        <p15:guide id="4" pos="1844" userDrawn="1">
          <p15:clr>
            <a:srgbClr val="C35EA4"/>
          </p15:clr>
        </p15:guide>
        <p15:guide id="5" pos="2146" userDrawn="1">
          <p15:clr>
            <a:srgbClr val="C35EA4"/>
          </p15:clr>
        </p15:guide>
        <p15:guide id="6" pos="5530" userDrawn="1">
          <p15:clr>
            <a:srgbClr val="C35EA4"/>
          </p15:clr>
        </p15:guide>
        <p15:guide id="7" pos="5832" userDrawn="1">
          <p15:clr>
            <a:srgbClr val="C35EA4"/>
          </p15:clr>
        </p15:guide>
        <p15:guide id="8" pos="3688" userDrawn="1">
          <p15:clr>
            <a:srgbClr val="C35EA4"/>
          </p15:clr>
        </p15:guide>
        <p15:guide id="9" pos="3988" userDrawn="1">
          <p15:clr>
            <a:srgbClr val="C35EA4"/>
          </p15:clr>
        </p15:guide>
        <p15:guide id="10" orient="horz" pos="1046" userDrawn="1">
          <p15:clr>
            <a:srgbClr val="5ACBF0"/>
          </p15:clr>
        </p15:guide>
        <p15:guide id="11" orient="horz" pos="1790" userDrawn="1">
          <p15:clr>
            <a:srgbClr val="5ACBF0"/>
          </p15:clr>
        </p15:guide>
        <p15:guide id="12" orient="horz" pos="2528" userDrawn="1">
          <p15:clr>
            <a:srgbClr val="5ACBF0"/>
          </p15:clr>
        </p15:guide>
        <p15:guide id="13" orient="horz" pos="3274" userDrawn="1">
          <p15:clr>
            <a:srgbClr val="5ACBF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Sidebar Lef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698F0E-8BF8-984D-A0D8-A1E1763A103D}"/>
              </a:ext>
            </a:extLst>
          </p:cNvPr>
          <p:cNvSpPr>
            <a:spLocks noGrp="1"/>
          </p:cNvSpPr>
          <p:nvPr>
            <p:ph type="title" hasCustomPrompt="1"/>
          </p:nvPr>
        </p:nvSpPr>
        <p:spPr/>
        <p:txBody>
          <a:bodyPr/>
          <a:lstStyle/>
          <a:p>
            <a:r>
              <a:rPr lang="en-US" dirty="0"/>
              <a:t>[Slide title]</a:t>
            </a:r>
          </a:p>
        </p:txBody>
      </p:sp>
      <p:sp>
        <p:nvSpPr>
          <p:cNvPr id="10" name="Content Placeholder 2">
            <a:extLst>
              <a:ext uri="{FF2B5EF4-FFF2-40B4-BE49-F238E27FC236}">
                <a16:creationId xmlns:a16="http://schemas.microsoft.com/office/drawing/2014/main" id="{BFC4394F-F135-6A45-A000-C39400573828}"/>
              </a:ext>
            </a:extLst>
          </p:cNvPr>
          <p:cNvSpPr>
            <a:spLocks noGrp="1"/>
          </p:cNvSpPr>
          <p:nvPr>
            <p:ph sz="half" idx="1"/>
          </p:nvPr>
        </p:nvSpPr>
        <p:spPr>
          <a:xfrm>
            <a:off x="484629" y="1664208"/>
            <a:ext cx="3410712" cy="434348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2" name="Content Placeholder 3">
            <a:extLst>
              <a:ext uri="{FF2B5EF4-FFF2-40B4-BE49-F238E27FC236}">
                <a16:creationId xmlns:a16="http://schemas.microsoft.com/office/drawing/2014/main" id="{9BBA97F6-DCE2-B948-A706-9388DC51AE45}"/>
              </a:ext>
            </a:extLst>
          </p:cNvPr>
          <p:cNvSpPr>
            <a:spLocks noGrp="1"/>
          </p:cNvSpPr>
          <p:nvPr>
            <p:ph sz="half" idx="2"/>
          </p:nvPr>
        </p:nvSpPr>
        <p:spPr>
          <a:xfrm>
            <a:off x="4389117" y="1664208"/>
            <a:ext cx="7317107" cy="434348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Text Placeholder 6">
            <a:extLst>
              <a:ext uri="{FF2B5EF4-FFF2-40B4-BE49-F238E27FC236}">
                <a16:creationId xmlns:a16="http://schemas.microsoft.com/office/drawing/2014/main" id="{C3081E74-ED83-D851-4859-957E17BECE4B}"/>
              </a:ext>
            </a:extLst>
          </p:cNvPr>
          <p:cNvSpPr>
            <a:spLocks noGrp="1"/>
          </p:cNvSpPr>
          <p:nvPr>
            <p:ph type="body" sz="quarter" idx="10" hasCustomPrompt="1"/>
          </p:nvPr>
        </p:nvSpPr>
        <p:spPr>
          <a:xfrm>
            <a:off x="484631" y="1030944"/>
            <a:ext cx="11219688" cy="347663"/>
          </a:xfrm>
        </p:spPr>
        <p:txBody>
          <a:bodyPr/>
          <a:lstStyle>
            <a:lvl1pPr marL="0" indent="0">
              <a:buFontTx/>
              <a:buNone/>
              <a:defRPr sz="1800"/>
            </a:lvl1pPr>
          </a:lstStyle>
          <a:p>
            <a:pPr lvl="0"/>
            <a:r>
              <a:rPr lang="en-US" dirty="0"/>
              <a:t>[Slide subtitle]</a:t>
            </a:r>
          </a:p>
        </p:txBody>
      </p:sp>
      <p:sp>
        <p:nvSpPr>
          <p:cNvPr id="4" name="Text Placeholder 6">
            <a:extLst>
              <a:ext uri="{FF2B5EF4-FFF2-40B4-BE49-F238E27FC236}">
                <a16:creationId xmlns:a16="http://schemas.microsoft.com/office/drawing/2014/main" id="{A6E3B703-8571-63E4-0440-637BDB438B4B}"/>
              </a:ext>
            </a:extLst>
          </p:cNvPr>
          <p:cNvSpPr>
            <a:spLocks noGrp="1"/>
          </p:cNvSpPr>
          <p:nvPr>
            <p:ph type="body" sz="quarter" idx="11" hasCustomPrompt="1"/>
          </p:nvPr>
        </p:nvSpPr>
        <p:spPr>
          <a:xfrm>
            <a:off x="486537" y="6153150"/>
            <a:ext cx="11219688" cy="219075"/>
          </a:xfrm>
        </p:spPr>
        <p:txBody>
          <a:bodyPr/>
          <a:lstStyle>
            <a:lvl1pPr marL="0" indent="0">
              <a:buFontTx/>
              <a:buNone/>
              <a:defRPr sz="800"/>
            </a:lvl1pPr>
          </a:lstStyle>
          <a:p>
            <a:pPr lvl="0"/>
            <a:r>
              <a:rPr lang="en-US" dirty="0"/>
              <a:t>Footnote</a:t>
            </a:r>
          </a:p>
        </p:txBody>
      </p:sp>
    </p:spTree>
    <p:extLst>
      <p:ext uri="{BB962C8B-B14F-4D97-AF65-F5344CB8AC3E}">
        <p14:creationId xmlns:p14="http://schemas.microsoft.com/office/powerpoint/2010/main" val="1631711836"/>
      </p:ext>
    </p:extLst>
  </p:cSld>
  <p:clrMapOvr>
    <a:masterClrMapping/>
  </p:clrMapOvr>
  <p:extLst>
    <p:ext uri="{DCECCB84-F9BA-43D5-87BE-67443E8EF086}">
      <p15:sldGuideLst xmlns:p15="http://schemas.microsoft.com/office/powerpoint/2012/main">
        <p15:guide id="4" pos="2454" userDrawn="1">
          <p15:clr>
            <a:srgbClr val="C35EA4"/>
          </p15:clr>
        </p15:guide>
        <p15:guide id="5" pos="2762" userDrawn="1">
          <p15:clr>
            <a:srgbClr val="C35EA4"/>
          </p15:clr>
        </p15:guide>
        <p15:guide id="6" orient="horz" pos="1046" userDrawn="1">
          <p15:clr>
            <a:srgbClr val="5ACBF0"/>
          </p15:clr>
        </p15:guide>
        <p15:guide id="7" orient="horz" pos="1790" userDrawn="1">
          <p15:clr>
            <a:srgbClr val="5ACBF0"/>
          </p15:clr>
        </p15:guide>
        <p15:guide id="8" orient="horz" pos="2528" userDrawn="1">
          <p15:clr>
            <a:srgbClr val="5ACBF0"/>
          </p15:clr>
        </p15:guide>
        <p15:guide id="9" orient="horz" pos="3274" userDrawn="1">
          <p15:clr>
            <a:srgbClr val="5ACBF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Sidebar Right">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435F428F-22C9-3744-B14E-A4E54764A19D}"/>
              </a:ext>
            </a:extLst>
          </p:cNvPr>
          <p:cNvSpPr>
            <a:spLocks noGrp="1"/>
          </p:cNvSpPr>
          <p:nvPr>
            <p:ph type="title" hasCustomPrompt="1"/>
          </p:nvPr>
        </p:nvSpPr>
        <p:spPr/>
        <p:txBody>
          <a:bodyPr/>
          <a:lstStyle/>
          <a:p>
            <a:r>
              <a:rPr lang="en-US" dirty="0"/>
              <a:t>[Slide title]</a:t>
            </a:r>
          </a:p>
        </p:txBody>
      </p:sp>
      <p:sp>
        <p:nvSpPr>
          <p:cNvPr id="12" name="Content Placeholder 2">
            <a:extLst>
              <a:ext uri="{FF2B5EF4-FFF2-40B4-BE49-F238E27FC236}">
                <a16:creationId xmlns:a16="http://schemas.microsoft.com/office/drawing/2014/main" id="{98ADAA52-EED1-B14F-994F-29110053C3AE}"/>
              </a:ext>
            </a:extLst>
          </p:cNvPr>
          <p:cNvSpPr>
            <a:spLocks noGrp="1"/>
          </p:cNvSpPr>
          <p:nvPr>
            <p:ph sz="half" idx="1"/>
          </p:nvPr>
        </p:nvSpPr>
        <p:spPr>
          <a:xfrm>
            <a:off x="484630" y="1664208"/>
            <a:ext cx="7315200" cy="434348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Content Placeholder 3">
            <a:extLst>
              <a:ext uri="{FF2B5EF4-FFF2-40B4-BE49-F238E27FC236}">
                <a16:creationId xmlns:a16="http://schemas.microsoft.com/office/drawing/2014/main" id="{BDFAA7A0-0806-4F40-A79B-E26EC931336B}"/>
              </a:ext>
            </a:extLst>
          </p:cNvPr>
          <p:cNvSpPr>
            <a:spLocks noGrp="1"/>
          </p:cNvSpPr>
          <p:nvPr>
            <p:ph sz="half" idx="2"/>
          </p:nvPr>
        </p:nvSpPr>
        <p:spPr>
          <a:xfrm>
            <a:off x="8293606" y="1664208"/>
            <a:ext cx="3410712" cy="434348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Text Placeholder 6">
            <a:extLst>
              <a:ext uri="{FF2B5EF4-FFF2-40B4-BE49-F238E27FC236}">
                <a16:creationId xmlns:a16="http://schemas.microsoft.com/office/drawing/2014/main" id="{D0ACE562-9D20-A180-5CD3-97067FCEA4CC}"/>
              </a:ext>
            </a:extLst>
          </p:cNvPr>
          <p:cNvSpPr>
            <a:spLocks noGrp="1"/>
          </p:cNvSpPr>
          <p:nvPr>
            <p:ph type="body" sz="quarter" idx="10" hasCustomPrompt="1"/>
          </p:nvPr>
        </p:nvSpPr>
        <p:spPr>
          <a:xfrm>
            <a:off x="484631" y="1030944"/>
            <a:ext cx="11219688" cy="347663"/>
          </a:xfrm>
        </p:spPr>
        <p:txBody>
          <a:bodyPr/>
          <a:lstStyle>
            <a:lvl1pPr marL="0" indent="0">
              <a:buFontTx/>
              <a:buNone/>
              <a:defRPr sz="1800"/>
            </a:lvl1pPr>
          </a:lstStyle>
          <a:p>
            <a:pPr lvl="0"/>
            <a:r>
              <a:rPr lang="en-US" dirty="0"/>
              <a:t>[Slide subtitle]</a:t>
            </a:r>
          </a:p>
        </p:txBody>
      </p:sp>
      <p:sp>
        <p:nvSpPr>
          <p:cNvPr id="4" name="Text Placeholder 6">
            <a:extLst>
              <a:ext uri="{FF2B5EF4-FFF2-40B4-BE49-F238E27FC236}">
                <a16:creationId xmlns:a16="http://schemas.microsoft.com/office/drawing/2014/main" id="{0EE0415F-39CF-6AAB-F30F-6CF8D85C09E9}"/>
              </a:ext>
            </a:extLst>
          </p:cNvPr>
          <p:cNvSpPr>
            <a:spLocks noGrp="1"/>
          </p:cNvSpPr>
          <p:nvPr>
            <p:ph type="body" sz="quarter" idx="11" hasCustomPrompt="1"/>
          </p:nvPr>
        </p:nvSpPr>
        <p:spPr>
          <a:xfrm>
            <a:off x="486537" y="6153150"/>
            <a:ext cx="11219688" cy="219075"/>
          </a:xfrm>
        </p:spPr>
        <p:txBody>
          <a:bodyPr/>
          <a:lstStyle>
            <a:lvl1pPr marL="0" indent="0">
              <a:buFontTx/>
              <a:buNone/>
              <a:defRPr sz="800"/>
            </a:lvl1pPr>
          </a:lstStyle>
          <a:p>
            <a:pPr lvl="0"/>
            <a:r>
              <a:rPr lang="en-US" dirty="0"/>
              <a:t>Footnote</a:t>
            </a:r>
          </a:p>
        </p:txBody>
      </p:sp>
    </p:spTree>
    <p:extLst>
      <p:ext uri="{BB962C8B-B14F-4D97-AF65-F5344CB8AC3E}">
        <p14:creationId xmlns:p14="http://schemas.microsoft.com/office/powerpoint/2010/main" val="3449703550"/>
      </p:ext>
    </p:extLst>
  </p:cSld>
  <p:clrMapOvr>
    <a:masterClrMapping/>
  </p:clrMapOvr>
  <p:extLst>
    <p:ext uri="{DCECCB84-F9BA-43D5-87BE-67443E8EF086}">
      <p15:sldGuideLst xmlns:p15="http://schemas.microsoft.com/office/powerpoint/2012/main">
        <p15:guide id="6" pos="4914" userDrawn="1">
          <p15:clr>
            <a:srgbClr val="C35EA4"/>
          </p15:clr>
        </p15:guide>
        <p15:guide id="7" pos="5222" userDrawn="1">
          <p15:clr>
            <a:srgbClr val="C35EA4"/>
          </p15:clr>
        </p15:guide>
        <p15:guide id="8" orient="horz" pos="1046" userDrawn="1">
          <p15:clr>
            <a:srgbClr val="5ACBF0"/>
          </p15:clr>
        </p15:guide>
        <p15:guide id="9" orient="horz" pos="1790" userDrawn="1">
          <p15:clr>
            <a:srgbClr val="5ACBF0"/>
          </p15:clr>
        </p15:guide>
        <p15:guide id="10" orient="horz" pos="2528" userDrawn="1">
          <p15:clr>
            <a:srgbClr val="5ACBF0"/>
          </p15:clr>
        </p15:guide>
        <p15:guide id="11" orient="horz" pos="3274" userDrawn="1">
          <p15:clr>
            <a:srgbClr val="5ACBF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Gray Block 1">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BB6CCDB3-9A66-C84B-90F0-6AE8C64C327F}"/>
              </a:ext>
            </a:extLst>
          </p:cNvPr>
          <p:cNvSpPr>
            <a:spLocks noGrp="1"/>
          </p:cNvSpPr>
          <p:nvPr>
            <p:ph type="title" hasCustomPrompt="1"/>
          </p:nvPr>
        </p:nvSpPr>
        <p:spPr>
          <a:xfrm>
            <a:off x="484630" y="484632"/>
            <a:ext cx="6830570" cy="530352"/>
          </a:xfrm>
        </p:spPr>
        <p:txBody>
          <a:bodyPr/>
          <a:lstStyle/>
          <a:p>
            <a:r>
              <a:rPr lang="en-US" dirty="0"/>
              <a:t>[Slide title]</a:t>
            </a:r>
          </a:p>
        </p:txBody>
      </p:sp>
      <p:sp>
        <p:nvSpPr>
          <p:cNvPr id="3" name="Content Placeholder 2">
            <a:extLst>
              <a:ext uri="{FF2B5EF4-FFF2-40B4-BE49-F238E27FC236}">
                <a16:creationId xmlns:a16="http://schemas.microsoft.com/office/drawing/2014/main" id="{F2A87E07-D230-4A2B-90EB-BAFE34A4ADA3}"/>
              </a:ext>
            </a:extLst>
          </p:cNvPr>
          <p:cNvSpPr>
            <a:spLocks noGrp="1"/>
          </p:cNvSpPr>
          <p:nvPr>
            <p:ph sz="half" idx="1"/>
          </p:nvPr>
        </p:nvSpPr>
        <p:spPr>
          <a:xfrm>
            <a:off x="484628" y="1664208"/>
            <a:ext cx="6830568" cy="434348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CFF30D3B-DD55-43C0-9A96-3AC11E01121D}"/>
              </a:ext>
            </a:extLst>
          </p:cNvPr>
          <p:cNvSpPr>
            <a:spLocks noGrp="1"/>
          </p:cNvSpPr>
          <p:nvPr>
            <p:ph sz="half" idx="2"/>
          </p:nvPr>
        </p:nvSpPr>
        <p:spPr>
          <a:xfrm>
            <a:off x="8293606" y="1664208"/>
            <a:ext cx="3410712" cy="434348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Text Placeholder 6">
            <a:extLst>
              <a:ext uri="{FF2B5EF4-FFF2-40B4-BE49-F238E27FC236}">
                <a16:creationId xmlns:a16="http://schemas.microsoft.com/office/drawing/2014/main" id="{233F031B-6175-1A38-B01C-C8A79AF57A16}"/>
              </a:ext>
            </a:extLst>
          </p:cNvPr>
          <p:cNvSpPr>
            <a:spLocks noGrp="1"/>
          </p:cNvSpPr>
          <p:nvPr>
            <p:ph type="body" sz="quarter" idx="10" hasCustomPrompt="1"/>
          </p:nvPr>
        </p:nvSpPr>
        <p:spPr>
          <a:xfrm>
            <a:off x="484631" y="1030944"/>
            <a:ext cx="6830569" cy="347663"/>
          </a:xfrm>
        </p:spPr>
        <p:txBody>
          <a:bodyPr/>
          <a:lstStyle>
            <a:lvl1pPr marL="0" indent="0">
              <a:buFontTx/>
              <a:buNone/>
              <a:defRPr sz="1800"/>
            </a:lvl1pPr>
          </a:lstStyle>
          <a:p>
            <a:pPr lvl="0"/>
            <a:r>
              <a:rPr lang="en-US" dirty="0"/>
              <a:t>[Slide subtitle]</a:t>
            </a:r>
          </a:p>
        </p:txBody>
      </p:sp>
      <p:sp>
        <p:nvSpPr>
          <p:cNvPr id="6" name="Text Placeholder 6">
            <a:extLst>
              <a:ext uri="{FF2B5EF4-FFF2-40B4-BE49-F238E27FC236}">
                <a16:creationId xmlns:a16="http://schemas.microsoft.com/office/drawing/2014/main" id="{8E22E2A2-679D-C1C7-BB3B-DA0CFCEAD92A}"/>
              </a:ext>
            </a:extLst>
          </p:cNvPr>
          <p:cNvSpPr>
            <a:spLocks noGrp="1"/>
          </p:cNvSpPr>
          <p:nvPr>
            <p:ph type="body" sz="quarter" idx="11" hasCustomPrompt="1"/>
          </p:nvPr>
        </p:nvSpPr>
        <p:spPr>
          <a:xfrm>
            <a:off x="486537" y="6153150"/>
            <a:ext cx="6828663" cy="219075"/>
          </a:xfrm>
        </p:spPr>
        <p:txBody>
          <a:bodyPr/>
          <a:lstStyle>
            <a:lvl1pPr marL="0" indent="0">
              <a:buFontTx/>
              <a:buNone/>
              <a:defRPr sz="800"/>
            </a:lvl1pPr>
          </a:lstStyle>
          <a:p>
            <a:pPr lvl="0"/>
            <a:r>
              <a:rPr lang="en-US" dirty="0"/>
              <a:t>Footnote</a:t>
            </a:r>
          </a:p>
        </p:txBody>
      </p:sp>
    </p:spTree>
    <p:extLst>
      <p:ext uri="{BB962C8B-B14F-4D97-AF65-F5344CB8AC3E}">
        <p14:creationId xmlns:p14="http://schemas.microsoft.com/office/powerpoint/2010/main" val="2430510650"/>
      </p:ext>
    </p:extLst>
  </p:cSld>
  <p:clrMapOvr>
    <a:masterClrMapping/>
  </p:clrMapOvr>
  <p:extLst>
    <p:ext uri="{DCECCB84-F9BA-43D5-87BE-67443E8EF086}">
      <p15:sldGuideLst xmlns:p15="http://schemas.microsoft.com/office/powerpoint/2012/main">
        <p15:guide id="5" pos="4608" userDrawn="1">
          <p15:clr>
            <a:srgbClr val="C35EA4"/>
          </p15:clr>
        </p15:guide>
        <p15:guide id="7" pos="5222" userDrawn="1">
          <p15:clr>
            <a:srgbClr val="C35EA4"/>
          </p15:clr>
        </p15:guide>
        <p15:guide id="8" orient="horz" pos="1046" userDrawn="1">
          <p15:clr>
            <a:srgbClr val="5ACBF0"/>
          </p15:clr>
        </p15:guide>
        <p15:guide id="9" pos="4914" userDrawn="1">
          <p15:clr>
            <a:srgbClr val="C35EA4"/>
          </p15:clr>
        </p15:guide>
        <p15:guide id="10" orient="horz" pos="1790" userDrawn="1">
          <p15:clr>
            <a:srgbClr val="5ACBF0"/>
          </p15:clr>
        </p15:guide>
        <p15:guide id="11" orient="horz" pos="2528" userDrawn="1">
          <p15:clr>
            <a:srgbClr val="5ACBF0"/>
          </p15:clr>
        </p15:guide>
        <p15:guide id="12" orient="horz" pos="3274" userDrawn="1">
          <p15:clr>
            <a:srgbClr val="5ACBF0"/>
          </p15:clr>
        </p15:guide>
        <p15:guide id="13" orient="horz" pos="2160" userDrawn="1">
          <p15:clr>
            <a:srgbClr val="5ACBF0"/>
          </p15:clr>
        </p15:guide>
        <p15:guide id="14" orient="horz" pos="1416" userDrawn="1">
          <p15:clr>
            <a:srgbClr val="5ACBF0"/>
          </p15:clr>
        </p15:guide>
        <p15:guide id="15" orient="horz" pos="2898" userDrawn="1">
          <p15:clr>
            <a:srgbClr val="5ACBF0"/>
          </p15:clr>
        </p15:guide>
        <p15:guide id="16" orient="horz" pos="3640" userDrawn="1">
          <p15:clr>
            <a:srgbClr val="5ACBF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Gray Block 2">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CB0DB582-5590-B143-9777-AB3E64FCAB81}"/>
              </a:ext>
            </a:extLst>
          </p:cNvPr>
          <p:cNvSpPr>
            <a:spLocks noGrp="1"/>
          </p:cNvSpPr>
          <p:nvPr>
            <p:ph type="title" hasCustomPrompt="1"/>
          </p:nvPr>
        </p:nvSpPr>
        <p:spPr>
          <a:xfrm>
            <a:off x="484630" y="484632"/>
            <a:ext cx="6830570" cy="530352"/>
          </a:xfrm>
        </p:spPr>
        <p:txBody>
          <a:bodyPr/>
          <a:lstStyle/>
          <a:p>
            <a:r>
              <a:rPr lang="en-US" dirty="0"/>
              <a:t>[Slide title]</a:t>
            </a:r>
          </a:p>
        </p:txBody>
      </p:sp>
      <p:sp>
        <p:nvSpPr>
          <p:cNvPr id="3" name="Content Placeholder 2">
            <a:extLst>
              <a:ext uri="{FF2B5EF4-FFF2-40B4-BE49-F238E27FC236}">
                <a16:creationId xmlns:a16="http://schemas.microsoft.com/office/drawing/2014/main" id="{F2A87E07-D230-4A2B-90EB-BAFE34A4ADA3}"/>
              </a:ext>
            </a:extLst>
          </p:cNvPr>
          <p:cNvSpPr>
            <a:spLocks noGrp="1"/>
          </p:cNvSpPr>
          <p:nvPr>
            <p:ph sz="half" idx="1"/>
          </p:nvPr>
        </p:nvSpPr>
        <p:spPr>
          <a:xfrm>
            <a:off x="484630" y="1664208"/>
            <a:ext cx="6830568" cy="434348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CFF30D3B-DD55-43C0-9A96-3AC11E01121D}"/>
              </a:ext>
            </a:extLst>
          </p:cNvPr>
          <p:cNvSpPr>
            <a:spLocks noGrp="1"/>
          </p:cNvSpPr>
          <p:nvPr>
            <p:ph sz="half" idx="2"/>
          </p:nvPr>
        </p:nvSpPr>
        <p:spPr>
          <a:xfrm>
            <a:off x="8293606" y="1664208"/>
            <a:ext cx="3410712" cy="434348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Text Placeholder 6">
            <a:extLst>
              <a:ext uri="{FF2B5EF4-FFF2-40B4-BE49-F238E27FC236}">
                <a16:creationId xmlns:a16="http://schemas.microsoft.com/office/drawing/2014/main" id="{C7B07B83-B265-0408-22AB-54965C51ADD3}"/>
              </a:ext>
            </a:extLst>
          </p:cNvPr>
          <p:cNvSpPr>
            <a:spLocks noGrp="1"/>
          </p:cNvSpPr>
          <p:nvPr>
            <p:ph type="body" sz="quarter" idx="10" hasCustomPrompt="1"/>
          </p:nvPr>
        </p:nvSpPr>
        <p:spPr>
          <a:xfrm>
            <a:off x="484631" y="1030944"/>
            <a:ext cx="6830569" cy="347663"/>
          </a:xfrm>
        </p:spPr>
        <p:txBody>
          <a:bodyPr/>
          <a:lstStyle>
            <a:lvl1pPr marL="0" indent="0">
              <a:buFontTx/>
              <a:buNone/>
              <a:defRPr sz="1800"/>
            </a:lvl1pPr>
          </a:lstStyle>
          <a:p>
            <a:pPr lvl="0"/>
            <a:r>
              <a:rPr lang="en-US" dirty="0"/>
              <a:t>[Slide subtitle]</a:t>
            </a:r>
          </a:p>
        </p:txBody>
      </p:sp>
      <p:sp>
        <p:nvSpPr>
          <p:cNvPr id="6" name="Text Placeholder 6">
            <a:extLst>
              <a:ext uri="{FF2B5EF4-FFF2-40B4-BE49-F238E27FC236}">
                <a16:creationId xmlns:a16="http://schemas.microsoft.com/office/drawing/2014/main" id="{EB61D57F-AFB7-D6A0-BC4A-D1E5DEA07C57}"/>
              </a:ext>
            </a:extLst>
          </p:cNvPr>
          <p:cNvSpPr>
            <a:spLocks noGrp="1"/>
          </p:cNvSpPr>
          <p:nvPr>
            <p:ph type="body" sz="quarter" idx="11" hasCustomPrompt="1"/>
          </p:nvPr>
        </p:nvSpPr>
        <p:spPr>
          <a:xfrm>
            <a:off x="486537" y="6153150"/>
            <a:ext cx="6828661" cy="219075"/>
          </a:xfrm>
        </p:spPr>
        <p:txBody>
          <a:bodyPr/>
          <a:lstStyle>
            <a:lvl1pPr marL="0" indent="0">
              <a:buFontTx/>
              <a:buNone/>
              <a:defRPr sz="800"/>
            </a:lvl1pPr>
          </a:lstStyle>
          <a:p>
            <a:pPr lvl="0"/>
            <a:r>
              <a:rPr lang="en-US" dirty="0"/>
              <a:t>Footnote</a:t>
            </a:r>
          </a:p>
        </p:txBody>
      </p:sp>
    </p:spTree>
    <p:extLst>
      <p:ext uri="{BB962C8B-B14F-4D97-AF65-F5344CB8AC3E}">
        <p14:creationId xmlns:p14="http://schemas.microsoft.com/office/powerpoint/2010/main" val="141092425"/>
      </p:ext>
    </p:extLst>
  </p:cSld>
  <p:clrMapOvr>
    <a:masterClrMapping/>
  </p:clrMapOvr>
  <p:extLst>
    <p:ext uri="{DCECCB84-F9BA-43D5-87BE-67443E8EF086}">
      <p15:sldGuideLst xmlns:p15="http://schemas.microsoft.com/office/powerpoint/2012/main">
        <p15:guide id="5" pos="4608" userDrawn="1">
          <p15:clr>
            <a:srgbClr val="C35EA4"/>
          </p15:clr>
        </p15:guide>
        <p15:guide id="7" pos="5222" userDrawn="1">
          <p15:clr>
            <a:srgbClr val="C35EA4"/>
          </p15:clr>
        </p15:guide>
        <p15:guide id="8" orient="horz" pos="1046" userDrawn="1">
          <p15:clr>
            <a:srgbClr val="5ACBF0"/>
          </p15:clr>
        </p15:guide>
        <p15:guide id="9" pos="4914" userDrawn="1">
          <p15:clr>
            <a:srgbClr val="C35EA4"/>
          </p15:clr>
        </p15:guide>
        <p15:guide id="10" orient="horz" pos="1790" userDrawn="1">
          <p15:clr>
            <a:srgbClr val="5ACBF0"/>
          </p15:clr>
        </p15:guide>
        <p15:guide id="11" orient="horz" pos="2528" userDrawn="1">
          <p15:clr>
            <a:srgbClr val="5ACBF0"/>
          </p15:clr>
        </p15:guide>
        <p15:guide id="12" orient="horz" pos="3274" userDrawn="1">
          <p15:clr>
            <a:srgbClr val="5ACBF0"/>
          </p15:clr>
        </p15:guide>
        <p15:guide id="13" orient="horz" pos="2160" userDrawn="1">
          <p15:clr>
            <a:srgbClr val="5ACBF0"/>
          </p15:clr>
        </p15:guide>
        <p15:guide id="14" orient="horz" pos="1416" userDrawn="1">
          <p15:clr>
            <a:srgbClr val="5ACBF0"/>
          </p15:clr>
        </p15:guide>
        <p15:guide id="15" orient="horz" pos="2898" userDrawn="1">
          <p15:clr>
            <a:srgbClr val="5ACBF0"/>
          </p15:clr>
        </p15:guide>
        <p15:guide id="16" orient="horz" pos="3640" userDrawn="1">
          <p15:clr>
            <a:srgbClr val="5ACBF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Gray Block 3">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698F0E-8BF8-984D-A0D8-A1E1763A103D}"/>
              </a:ext>
            </a:extLst>
          </p:cNvPr>
          <p:cNvSpPr>
            <a:spLocks noGrp="1"/>
          </p:cNvSpPr>
          <p:nvPr>
            <p:ph type="title" hasCustomPrompt="1"/>
          </p:nvPr>
        </p:nvSpPr>
        <p:spPr>
          <a:xfrm>
            <a:off x="484629" y="484632"/>
            <a:ext cx="3410712" cy="886968"/>
          </a:xfrm>
        </p:spPr>
        <p:txBody>
          <a:bodyPr/>
          <a:lstStyle/>
          <a:p>
            <a:r>
              <a:rPr lang="en-US" dirty="0"/>
              <a:t>[Slide title]</a:t>
            </a:r>
          </a:p>
        </p:txBody>
      </p:sp>
      <p:sp>
        <p:nvSpPr>
          <p:cNvPr id="10" name="Content Placeholder 2">
            <a:extLst>
              <a:ext uri="{FF2B5EF4-FFF2-40B4-BE49-F238E27FC236}">
                <a16:creationId xmlns:a16="http://schemas.microsoft.com/office/drawing/2014/main" id="{BFC4394F-F135-6A45-A000-C39400573828}"/>
              </a:ext>
            </a:extLst>
          </p:cNvPr>
          <p:cNvSpPr>
            <a:spLocks noGrp="1"/>
          </p:cNvSpPr>
          <p:nvPr>
            <p:ph sz="half" idx="1"/>
          </p:nvPr>
        </p:nvSpPr>
        <p:spPr>
          <a:xfrm>
            <a:off x="484629" y="1664208"/>
            <a:ext cx="3410712" cy="434348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2" name="Content Placeholder 3">
            <a:extLst>
              <a:ext uri="{FF2B5EF4-FFF2-40B4-BE49-F238E27FC236}">
                <a16:creationId xmlns:a16="http://schemas.microsoft.com/office/drawing/2014/main" id="{9BBA97F6-DCE2-B948-A706-9388DC51AE45}"/>
              </a:ext>
            </a:extLst>
          </p:cNvPr>
          <p:cNvSpPr>
            <a:spLocks noGrp="1"/>
          </p:cNvSpPr>
          <p:nvPr>
            <p:ph sz="half" idx="2"/>
          </p:nvPr>
        </p:nvSpPr>
        <p:spPr>
          <a:xfrm>
            <a:off x="4873750" y="1664208"/>
            <a:ext cx="6830568" cy="434348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Text Placeholder 6">
            <a:extLst>
              <a:ext uri="{FF2B5EF4-FFF2-40B4-BE49-F238E27FC236}">
                <a16:creationId xmlns:a16="http://schemas.microsoft.com/office/drawing/2014/main" id="{5E33A794-6327-B840-D041-4032796B8283}"/>
              </a:ext>
            </a:extLst>
          </p:cNvPr>
          <p:cNvSpPr>
            <a:spLocks noGrp="1"/>
          </p:cNvSpPr>
          <p:nvPr>
            <p:ph type="body" sz="quarter" idx="11" hasCustomPrompt="1"/>
          </p:nvPr>
        </p:nvSpPr>
        <p:spPr>
          <a:xfrm>
            <a:off x="486538" y="6153150"/>
            <a:ext cx="3409188" cy="219075"/>
          </a:xfrm>
        </p:spPr>
        <p:txBody>
          <a:bodyPr/>
          <a:lstStyle>
            <a:lvl1pPr marL="0" indent="0">
              <a:buFontTx/>
              <a:buNone/>
              <a:defRPr sz="800"/>
            </a:lvl1pPr>
          </a:lstStyle>
          <a:p>
            <a:pPr lvl="0"/>
            <a:r>
              <a:rPr lang="en-US" dirty="0"/>
              <a:t>Footnote</a:t>
            </a:r>
          </a:p>
        </p:txBody>
      </p:sp>
    </p:spTree>
    <p:extLst>
      <p:ext uri="{BB962C8B-B14F-4D97-AF65-F5344CB8AC3E}">
        <p14:creationId xmlns:p14="http://schemas.microsoft.com/office/powerpoint/2010/main" val="3163518686"/>
      </p:ext>
    </p:extLst>
  </p:cSld>
  <p:clrMapOvr>
    <a:masterClrMapping/>
  </p:clrMapOvr>
  <p:extLst>
    <p:ext uri="{DCECCB84-F9BA-43D5-87BE-67443E8EF086}">
      <p15:sldGuideLst xmlns:p15="http://schemas.microsoft.com/office/powerpoint/2012/main">
        <p15:guide id="4" pos="2454" userDrawn="1">
          <p15:clr>
            <a:srgbClr val="C35EA4"/>
          </p15:clr>
        </p15:guide>
        <p15:guide id="5" pos="3068" userDrawn="1">
          <p15:clr>
            <a:srgbClr val="C35EA4"/>
          </p15:clr>
        </p15:guide>
        <p15:guide id="6" orient="horz" pos="1046" userDrawn="1">
          <p15:clr>
            <a:srgbClr val="5ACBF0"/>
          </p15:clr>
        </p15:guide>
        <p15:guide id="7" pos="2766" userDrawn="1">
          <p15:clr>
            <a:srgbClr val="C35EA4"/>
          </p15:clr>
        </p15:guide>
        <p15:guide id="8" orient="horz" pos="1790" userDrawn="1">
          <p15:clr>
            <a:srgbClr val="5ACBF0"/>
          </p15:clr>
        </p15:guide>
        <p15:guide id="9" orient="horz" pos="2528" userDrawn="1">
          <p15:clr>
            <a:srgbClr val="5ACBF0"/>
          </p15:clr>
        </p15:guide>
        <p15:guide id="10" orient="horz" pos="3274" userDrawn="1">
          <p15:clr>
            <a:srgbClr val="5ACBF0"/>
          </p15:clr>
        </p15:guide>
        <p15:guide id="11" orient="horz" pos="2160" userDrawn="1">
          <p15:clr>
            <a:srgbClr val="5ACBF0"/>
          </p15:clr>
        </p15:guide>
        <p15:guide id="12" orient="horz" pos="1416" userDrawn="1">
          <p15:clr>
            <a:srgbClr val="5ACBF0"/>
          </p15:clr>
        </p15:guide>
        <p15:guide id="13" orient="horz" pos="2898" userDrawn="1">
          <p15:clr>
            <a:srgbClr val="5ACBF0"/>
          </p15:clr>
        </p15:guide>
        <p15:guide id="14" orient="horz" pos="3640" userDrawn="1">
          <p15:clr>
            <a:srgbClr val="5ACBF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Gray Block 4">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698F0E-8BF8-984D-A0D8-A1E1763A103D}"/>
              </a:ext>
            </a:extLst>
          </p:cNvPr>
          <p:cNvSpPr>
            <a:spLocks noGrp="1"/>
          </p:cNvSpPr>
          <p:nvPr>
            <p:ph type="title" hasCustomPrompt="1"/>
          </p:nvPr>
        </p:nvSpPr>
        <p:spPr>
          <a:xfrm>
            <a:off x="484629" y="484632"/>
            <a:ext cx="3410712" cy="886968"/>
          </a:xfrm>
        </p:spPr>
        <p:txBody>
          <a:bodyPr/>
          <a:lstStyle/>
          <a:p>
            <a:r>
              <a:rPr lang="en-US" dirty="0"/>
              <a:t>[Slide title]</a:t>
            </a:r>
          </a:p>
        </p:txBody>
      </p:sp>
      <p:sp>
        <p:nvSpPr>
          <p:cNvPr id="10" name="Content Placeholder 2">
            <a:extLst>
              <a:ext uri="{FF2B5EF4-FFF2-40B4-BE49-F238E27FC236}">
                <a16:creationId xmlns:a16="http://schemas.microsoft.com/office/drawing/2014/main" id="{BFC4394F-F135-6A45-A000-C39400573828}"/>
              </a:ext>
            </a:extLst>
          </p:cNvPr>
          <p:cNvSpPr>
            <a:spLocks noGrp="1"/>
          </p:cNvSpPr>
          <p:nvPr>
            <p:ph sz="half" idx="1"/>
          </p:nvPr>
        </p:nvSpPr>
        <p:spPr>
          <a:xfrm>
            <a:off x="484629" y="1664208"/>
            <a:ext cx="3410712" cy="434606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2" name="Content Placeholder 3">
            <a:extLst>
              <a:ext uri="{FF2B5EF4-FFF2-40B4-BE49-F238E27FC236}">
                <a16:creationId xmlns:a16="http://schemas.microsoft.com/office/drawing/2014/main" id="{9BBA97F6-DCE2-B948-A706-9388DC51AE45}"/>
              </a:ext>
            </a:extLst>
          </p:cNvPr>
          <p:cNvSpPr>
            <a:spLocks noGrp="1"/>
          </p:cNvSpPr>
          <p:nvPr>
            <p:ph sz="half" idx="2"/>
          </p:nvPr>
        </p:nvSpPr>
        <p:spPr>
          <a:xfrm>
            <a:off x="4873750" y="1664208"/>
            <a:ext cx="6830568" cy="434606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Text Placeholder 6">
            <a:extLst>
              <a:ext uri="{FF2B5EF4-FFF2-40B4-BE49-F238E27FC236}">
                <a16:creationId xmlns:a16="http://schemas.microsoft.com/office/drawing/2014/main" id="{1CF95E6C-B783-1A08-BA51-DB5AF13F8713}"/>
              </a:ext>
            </a:extLst>
          </p:cNvPr>
          <p:cNvSpPr>
            <a:spLocks noGrp="1"/>
          </p:cNvSpPr>
          <p:nvPr>
            <p:ph type="body" sz="quarter" idx="11" hasCustomPrompt="1"/>
          </p:nvPr>
        </p:nvSpPr>
        <p:spPr>
          <a:xfrm>
            <a:off x="486538" y="6153150"/>
            <a:ext cx="3409188" cy="219075"/>
          </a:xfrm>
        </p:spPr>
        <p:txBody>
          <a:bodyPr/>
          <a:lstStyle>
            <a:lvl1pPr marL="0" indent="0">
              <a:buFontTx/>
              <a:buNone/>
              <a:defRPr sz="800"/>
            </a:lvl1pPr>
          </a:lstStyle>
          <a:p>
            <a:pPr lvl="0"/>
            <a:r>
              <a:rPr lang="en-US" dirty="0"/>
              <a:t>Footnote</a:t>
            </a:r>
          </a:p>
        </p:txBody>
      </p:sp>
    </p:spTree>
    <p:extLst>
      <p:ext uri="{BB962C8B-B14F-4D97-AF65-F5344CB8AC3E}">
        <p14:creationId xmlns:p14="http://schemas.microsoft.com/office/powerpoint/2010/main" val="3393364974"/>
      </p:ext>
    </p:extLst>
  </p:cSld>
  <p:clrMapOvr>
    <a:masterClrMapping/>
  </p:clrMapOvr>
  <p:extLst>
    <p:ext uri="{DCECCB84-F9BA-43D5-87BE-67443E8EF086}">
      <p15:sldGuideLst xmlns:p15="http://schemas.microsoft.com/office/powerpoint/2012/main">
        <p15:guide id="4" pos="2454" userDrawn="1">
          <p15:clr>
            <a:srgbClr val="C35EA4"/>
          </p15:clr>
        </p15:guide>
        <p15:guide id="5" pos="3068" userDrawn="1">
          <p15:clr>
            <a:srgbClr val="C35EA4"/>
          </p15:clr>
        </p15:guide>
        <p15:guide id="6" orient="horz" pos="1046" userDrawn="1">
          <p15:clr>
            <a:srgbClr val="5ACBF0"/>
          </p15:clr>
        </p15:guide>
        <p15:guide id="7" pos="2766" userDrawn="1">
          <p15:clr>
            <a:srgbClr val="C35EA4"/>
          </p15:clr>
        </p15:guide>
        <p15:guide id="8" orient="horz" pos="1790" userDrawn="1">
          <p15:clr>
            <a:srgbClr val="5ACBF0"/>
          </p15:clr>
        </p15:guide>
        <p15:guide id="9" orient="horz" pos="2528" userDrawn="1">
          <p15:clr>
            <a:srgbClr val="5ACBF0"/>
          </p15:clr>
        </p15:guide>
        <p15:guide id="10" orient="horz" pos="3274" userDrawn="1">
          <p15:clr>
            <a:srgbClr val="5ACBF0"/>
          </p15:clr>
        </p15:guide>
        <p15:guide id="11" orient="horz" pos="2160" userDrawn="1">
          <p15:clr>
            <a:srgbClr val="5ACBF0"/>
          </p15:clr>
        </p15:guide>
        <p15:guide id="12" orient="horz" pos="1416" userDrawn="1">
          <p15:clr>
            <a:srgbClr val="5ACBF0"/>
          </p15:clr>
        </p15:guide>
        <p15:guide id="13" orient="horz" pos="2898" userDrawn="1">
          <p15:clr>
            <a:srgbClr val="5ACBF0"/>
          </p15:clr>
        </p15:guide>
        <p15:guide id="14" orient="horz" pos="3640" userDrawn="1">
          <p15:clr>
            <a:srgbClr val="5ACBF0"/>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Gray Block 5">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43E262BF-36BA-AC48-9A67-EBD60A9FA4DD}"/>
              </a:ext>
            </a:extLst>
          </p:cNvPr>
          <p:cNvSpPr>
            <a:spLocks noGrp="1"/>
          </p:cNvSpPr>
          <p:nvPr>
            <p:ph type="title" hasCustomPrompt="1"/>
          </p:nvPr>
        </p:nvSpPr>
        <p:spPr/>
        <p:txBody>
          <a:bodyPr/>
          <a:lstStyle/>
          <a:p>
            <a:r>
              <a:rPr lang="en-US" dirty="0"/>
              <a:t>[Slide title]</a:t>
            </a:r>
          </a:p>
        </p:txBody>
      </p:sp>
      <p:sp>
        <p:nvSpPr>
          <p:cNvPr id="3" name="Content Placeholder 2">
            <a:extLst>
              <a:ext uri="{FF2B5EF4-FFF2-40B4-BE49-F238E27FC236}">
                <a16:creationId xmlns:a16="http://schemas.microsoft.com/office/drawing/2014/main" id="{F2A87E07-D230-4A2B-90EB-BAFE34A4ADA3}"/>
              </a:ext>
            </a:extLst>
          </p:cNvPr>
          <p:cNvSpPr>
            <a:spLocks noGrp="1"/>
          </p:cNvSpPr>
          <p:nvPr>
            <p:ph sz="half" idx="1"/>
          </p:nvPr>
        </p:nvSpPr>
        <p:spPr>
          <a:xfrm>
            <a:off x="484630" y="1664207"/>
            <a:ext cx="7316345" cy="1470337"/>
          </a:xfrm>
        </p:spPr>
        <p:txBody>
          <a:bodyPr/>
          <a:lstStyle/>
          <a:p>
            <a:pPr lvl="0"/>
            <a:r>
              <a:rPr lang="en-US"/>
              <a:t>Click to edit Master text styles</a:t>
            </a:r>
          </a:p>
          <a:p>
            <a:pPr lvl="1"/>
            <a:r>
              <a:rPr lang="en-US"/>
              <a:t>Second level</a:t>
            </a:r>
          </a:p>
          <a:p>
            <a:pPr lvl="2"/>
            <a:r>
              <a:rPr lang="en-US"/>
              <a:t>Third level</a:t>
            </a:r>
          </a:p>
          <a:p>
            <a:pPr lvl="3"/>
            <a:r>
              <a:rPr lang="en-US"/>
              <a:t>Fourth level</a:t>
            </a:r>
          </a:p>
        </p:txBody>
      </p:sp>
      <p:sp>
        <p:nvSpPr>
          <p:cNvPr id="4" name="Content Placeholder 3">
            <a:extLst>
              <a:ext uri="{FF2B5EF4-FFF2-40B4-BE49-F238E27FC236}">
                <a16:creationId xmlns:a16="http://schemas.microsoft.com/office/drawing/2014/main" id="{CFF30D3B-DD55-43C0-9A96-3AC11E01121D}"/>
              </a:ext>
            </a:extLst>
          </p:cNvPr>
          <p:cNvSpPr>
            <a:spLocks noGrp="1"/>
          </p:cNvSpPr>
          <p:nvPr>
            <p:ph sz="half" idx="2"/>
          </p:nvPr>
        </p:nvSpPr>
        <p:spPr>
          <a:xfrm>
            <a:off x="484630" y="3723438"/>
            <a:ext cx="3410712" cy="22868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Content Placeholder 4">
            <a:extLst>
              <a:ext uri="{FF2B5EF4-FFF2-40B4-BE49-F238E27FC236}">
                <a16:creationId xmlns:a16="http://schemas.microsoft.com/office/drawing/2014/main" id="{91366E9D-86B5-9B4D-B0BF-0B797DA7375E}"/>
              </a:ext>
            </a:extLst>
          </p:cNvPr>
          <p:cNvSpPr>
            <a:spLocks noGrp="1"/>
          </p:cNvSpPr>
          <p:nvPr>
            <p:ph sz="quarter" idx="10"/>
          </p:nvPr>
        </p:nvSpPr>
        <p:spPr>
          <a:xfrm>
            <a:off x="4389118" y="3723438"/>
            <a:ext cx="3410712" cy="22868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2" name="Content Placeholder 5">
            <a:extLst>
              <a:ext uri="{FF2B5EF4-FFF2-40B4-BE49-F238E27FC236}">
                <a16:creationId xmlns:a16="http://schemas.microsoft.com/office/drawing/2014/main" id="{8E8F459D-0AFA-9340-8D7B-D52F0F78D16C}"/>
              </a:ext>
            </a:extLst>
          </p:cNvPr>
          <p:cNvSpPr>
            <a:spLocks noGrp="1"/>
          </p:cNvSpPr>
          <p:nvPr>
            <p:ph sz="quarter" idx="11"/>
          </p:nvPr>
        </p:nvSpPr>
        <p:spPr>
          <a:xfrm>
            <a:off x="8293606" y="3723438"/>
            <a:ext cx="3410712" cy="22868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Text Placeholder 6">
            <a:extLst>
              <a:ext uri="{FF2B5EF4-FFF2-40B4-BE49-F238E27FC236}">
                <a16:creationId xmlns:a16="http://schemas.microsoft.com/office/drawing/2014/main" id="{0EED5E02-7F26-6B4D-B42F-9DBCE5F4AE47}"/>
              </a:ext>
            </a:extLst>
          </p:cNvPr>
          <p:cNvSpPr>
            <a:spLocks noGrp="1"/>
          </p:cNvSpPr>
          <p:nvPr>
            <p:ph type="body" sz="quarter" idx="12" hasCustomPrompt="1"/>
          </p:nvPr>
        </p:nvSpPr>
        <p:spPr>
          <a:xfrm>
            <a:off x="484631" y="1030944"/>
            <a:ext cx="11219688" cy="347663"/>
          </a:xfrm>
        </p:spPr>
        <p:txBody>
          <a:bodyPr/>
          <a:lstStyle>
            <a:lvl1pPr marL="0" indent="0">
              <a:buFontTx/>
              <a:buNone/>
              <a:defRPr sz="1800"/>
            </a:lvl1pPr>
          </a:lstStyle>
          <a:p>
            <a:pPr lvl="0"/>
            <a:r>
              <a:rPr lang="en-US" dirty="0"/>
              <a:t>[Slide subtitle]</a:t>
            </a:r>
          </a:p>
        </p:txBody>
      </p:sp>
      <p:sp>
        <p:nvSpPr>
          <p:cNvPr id="6" name="Text Placeholder 6">
            <a:extLst>
              <a:ext uri="{FF2B5EF4-FFF2-40B4-BE49-F238E27FC236}">
                <a16:creationId xmlns:a16="http://schemas.microsoft.com/office/drawing/2014/main" id="{8A7EA39C-96F6-243D-C427-1670BC8A3BE2}"/>
              </a:ext>
            </a:extLst>
          </p:cNvPr>
          <p:cNvSpPr>
            <a:spLocks noGrp="1"/>
          </p:cNvSpPr>
          <p:nvPr>
            <p:ph type="body" sz="quarter" idx="13" hasCustomPrompt="1"/>
          </p:nvPr>
        </p:nvSpPr>
        <p:spPr>
          <a:xfrm>
            <a:off x="486537" y="6153150"/>
            <a:ext cx="11219688" cy="219075"/>
          </a:xfrm>
        </p:spPr>
        <p:txBody>
          <a:bodyPr/>
          <a:lstStyle>
            <a:lvl1pPr marL="0" indent="0">
              <a:buFontTx/>
              <a:buNone/>
              <a:defRPr sz="800"/>
            </a:lvl1pPr>
          </a:lstStyle>
          <a:p>
            <a:pPr lvl="0"/>
            <a:r>
              <a:rPr lang="en-US" dirty="0"/>
              <a:t>Footnote</a:t>
            </a:r>
          </a:p>
        </p:txBody>
      </p:sp>
    </p:spTree>
    <p:extLst>
      <p:ext uri="{BB962C8B-B14F-4D97-AF65-F5344CB8AC3E}">
        <p14:creationId xmlns:p14="http://schemas.microsoft.com/office/powerpoint/2010/main" val="120243599"/>
      </p:ext>
    </p:extLst>
  </p:cSld>
  <p:clrMapOvr>
    <a:masterClrMapping/>
  </p:clrMapOvr>
  <p:extLst>
    <p:ext uri="{DCECCB84-F9BA-43D5-87BE-67443E8EF086}">
      <p15:sldGuideLst xmlns:p15="http://schemas.microsoft.com/office/powerpoint/2012/main">
        <p15:guide id="5" pos="4914" userDrawn="1">
          <p15:clr>
            <a:srgbClr val="C35EA4"/>
          </p15:clr>
        </p15:guide>
        <p15:guide id="7" pos="5222" userDrawn="1">
          <p15:clr>
            <a:srgbClr val="C35EA4"/>
          </p15:clr>
        </p15:guide>
        <p15:guide id="8" orient="horz" pos="1046" userDrawn="1">
          <p15:clr>
            <a:srgbClr val="5ACBF0"/>
          </p15:clr>
        </p15:guide>
        <p15:guide id="9" pos="2762" userDrawn="1">
          <p15:clr>
            <a:srgbClr val="C35EA4"/>
          </p15:clr>
        </p15:guide>
        <p15:guide id="10" pos="2454" userDrawn="1">
          <p15:clr>
            <a:srgbClr val="C35EA4"/>
          </p15:clr>
        </p15:guide>
        <p15:guide id="11" orient="horz" pos="2342" userDrawn="1">
          <p15:clr>
            <a:srgbClr val="5ACBF0"/>
          </p15:clr>
        </p15:guide>
        <p15:guide id="12" orient="horz" pos="1976" userDrawn="1">
          <p15:clr>
            <a:srgbClr val="5ACBF0"/>
          </p15:clr>
        </p15:guide>
        <p15:guide id="13" orient="horz" pos="2160" userDrawn="1">
          <p15:clr>
            <a:srgbClr val="5ACBF0"/>
          </p15:clr>
        </p15:guide>
      </p15:sldGuideLst>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Big Statement">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706AA918-9B9E-0742-85A2-22071D36F6F1}"/>
              </a:ext>
            </a:extLst>
          </p:cNvPr>
          <p:cNvSpPr>
            <a:spLocks noGrp="1"/>
          </p:cNvSpPr>
          <p:nvPr>
            <p:ph type="title" hasCustomPrompt="1"/>
          </p:nvPr>
        </p:nvSpPr>
        <p:spPr/>
        <p:txBody>
          <a:bodyPr/>
          <a:lstStyle/>
          <a:p>
            <a:r>
              <a:rPr lang="en-US" dirty="0"/>
              <a:t>[Optional slide title]</a:t>
            </a:r>
          </a:p>
        </p:txBody>
      </p:sp>
      <p:sp>
        <p:nvSpPr>
          <p:cNvPr id="3" name="Content Placeholder 2">
            <a:extLst>
              <a:ext uri="{FF2B5EF4-FFF2-40B4-BE49-F238E27FC236}">
                <a16:creationId xmlns:a16="http://schemas.microsoft.com/office/drawing/2014/main" id="{7E323959-B929-4872-A3D7-1BB1CAD1B2FD}"/>
              </a:ext>
            </a:extLst>
          </p:cNvPr>
          <p:cNvSpPr>
            <a:spLocks noGrp="1"/>
          </p:cNvSpPr>
          <p:nvPr>
            <p:ph idx="1" hasCustomPrompt="1"/>
          </p:nvPr>
        </p:nvSpPr>
        <p:spPr>
          <a:xfrm>
            <a:off x="484630" y="1664208"/>
            <a:ext cx="8293608" cy="4346067"/>
          </a:xfrm>
        </p:spPr>
        <p:txBody>
          <a:bodyPr/>
          <a:lstStyle>
            <a:lvl1pPr marL="0" indent="0">
              <a:lnSpc>
                <a:spcPct val="90000"/>
              </a:lnSpc>
              <a:spcBef>
                <a:spcPts val="0"/>
              </a:spcBef>
              <a:spcAft>
                <a:spcPts val="1200"/>
              </a:spcAft>
              <a:buFontTx/>
              <a:buNone/>
              <a:defRPr sz="6000" spc="-100" baseline="0"/>
            </a:lvl1pPr>
            <a:lvl2pPr marL="0" indent="0">
              <a:spcBef>
                <a:spcPts val="0"/>
              </a:spcBef>
              <a:buFontTx/>
              <a:buNone/>
              <a:defRPr/>
            </a:lvl2pPr>
            <a:lvl3pPr marL="182880" indent="-182880">
              <a:buFont typeface="Verdana" panose="020B0604030504040204" pitchFamily="34" charset="0"/>
              <a:buChar char="–"/>
              <a:defRPr/>
            </a:lvl3pPr>
            <a:lvl4pPr marL="365760">
              <a:defRPr/>
            </a:lvl4pPr>
            <a:lvl5pPr marL="548640">
              <a:defRPr/>
            </a:lvl5pPr>
            <a:lvl6pPr marL="731520">
              <a:defRPr/>
            </a:lvl6pPr>
            <a:lvl7pPr marL="914400">
              <a:defRPr/>
            </a:lvl7pPr>
            <a:lvl8pPr marL="1097280">
              <a:defRPr/>
            </a:lvl8pPr>
            <a:lvl9pPr marL="1280160">
              <a:defRPr/>
            </a:lvl9pPr>
          </a:lstStyle>
          <a:p>
            <a:pPr lvl="0"/>
            <a:r>
              <a:rPr lang="en-US" dirty="0"/>
              <a:t>[Big statement]</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 level</a:t>
            </a:r>
          </a:p>
          <a:p>
            <a:pPr lvl="6"/>
            <a:r>
              <a:rPr lang="en-US" dirty="0"/>
              <a:t>Seventh level</a:t>
            </a:r>
          </a:p>
          <a:p>
            <a:pPr lvl="7"/>
            <a:r>
              <a:rPr lang="en-US" dirty="0"/>
              <a:t>Eighth level</a:t>
            </a:r>
          </a:p>
          <a:p>
            <a:pPr lvl="8"/>
            <a:r>
              <a:rPr lang="en-US" dirty="0"/>
              <a:t>Ninth level</a:t>
            </a:r>
          </a:p>
        </p:txBody>
      </p:sp>
      <p:sp>
        <p:nvSpPr>
          <p:cNvPr id="5" name="Text Placeholder 6">
            <a:extLst>
              <a:ext uri="{FF2B5EF4-FFF2-40B4-BE49-F238E27FC236}">
                <a16:creationId xmlns:a16="http://schemas.microsoft.com/office/drawing/2014/main" id="{666A6A1C-9F01-E7C8-2434-0B1DA07E2DBF}"/>
              </a:ext>
            </a:extLst>
          </p:cNvPr>
          <p:cNvSpPr>
            <a:spLocks noGrp="1"/>
          </p:cNvSpPr>
          <p:nvPr>
            <p:ph type="body" sz="quarter" idx="11" hasCustomPrompt="1"/>
          </p:nvPr>
        </p:nvSpPr>
        <p:spPr>
          <a:xfrm>
            <a:off x="486537" y="6153150"/>
            <a:ext cx="11219688" cy="219075"/>
          </a:xfrm>
        </p:spPr>
        <p:txBody>
          <a:bodyPr/>
          <a:lstStyle>
            <a:lvl1pPr marL="0" indent="0">
              <a:buFontTx/>
              <a:buNone/>
              <a:defRPr sz="800"/>
            </a:lvl1pPr>
          </a:lstStyle>
          <a:p>
            <a:pPr lvl="0"/>
            <a:r>
              <a:rPr lang="en-US" dirty="0"/>
              <a:t>Footnote</a:t>
            </a:r>
          </a:p>
        </p:txBody>
      </p:sp>
    </p:spTree>
    <p:extLst>
      <p:ext uri="{BB962C8B-B14F-4D97-AF65-F5344CB8AC3E}">
        <p14:creationId xmlns:p14="http://schemas.microsoft.com/office/powerpoint/2010/main" val="3628621639"/>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orient="horz" pos="1046" userDrawn="1">
          <p15:clr>
            <a:srgbClr val="5ACBF0"/>
          </p15:clr>
        </p15:guide>
        <p15:guide id="2" pos="5530" userDrawn="1">
          <p15:clr>
            <a:srgbClr val="C35EA4"/>
          </p15:clr>
        </p15:guide>
        <p15:guide id="3" orient="horz" pos="1790" userDrawn="1">
          <p15:clr>
            <a:srgbClr val="5ACBF0"/>
          </p15:clr>
        </p15:guide>
        <p15:guide id="4" orient="horz" pos="2528" userDrawn="1">
          <p15:clr>
            <a:srgbClr val="5ACBF0"/>
          </p15:clr>
        </p15:guide>
        <p15:guide id="5" orient="horz" pos="3274" userDrawn="1">
          <p15:clr>
            <a:srgbClr val="5ACBF0"/>
          </p15:clr>
        </p15:guide>
      </p15:sldGuideLst>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Text and Photo 1">
    <p:spTree>
      <p:nvGrpSpPr>
        <p:cNvPr id="1" name=""/>
        <p:cNvGrpSpPr/>
        <p:nvPr/>
      </p:nvGrpSpPr>
      <p:grpSpPr>
        <a:xfrm>
          <a:off x="0" y="0"/>
          <a:ext cx="0" cy="0"/>
          <a:chOff x="0" y="0"/>
          <a:chExt cx="0" cy="0"/>
        </a:xfrm>
      </p:grpSpPr>
      <p:sp>
        <p:nvSpPr>
          <p:cNvPr id="6" name="Rectangle">
            <a:extLst>
              <a:ext uri="{FF2B5EF4-FFF2-40B4-BE49-F238E27FC236}">
                <a16:creationId xmlns:a16="http://schemas.microsoft.com/office/drawing/2014/main" id="{166C6E5A-3ECC-8C8B-1F79-9615AC5E7104}"/>
              </a:ext>
              <a:ext uri="{C183D7F6-B498-43B3-948B-1728B52AA6E4}">
                <adec:decorative xmlns:adec="http://schemas.microsoft.com/office/drawing/2017/decorative" val="1"/>
              </a:ext>
            </a:extLst>
          </p:cNvPr>
          <p:cNvSpPr/>
          <p:nvPr userDrawn="1"/>
        </p:nvSpPr>
        <p:spPr bwMode="gray">
          <a:xfrm>
            <a:off x="9937429" y="6372225"/>
            <a:ext cx="2254571" cy="485775"/>
          </a:xfrm>
          <a:prstGeom prst="rect">
            <a:avLst/>
          </a:prstGeom>
          <a:solidFill>
            <a:schemeClr val="bg1"/>
          </a:solidFill>
          <a:ln w="6350" cap="sq">
            <a:miter lim="800000"/>
          </a:ln>
        </p:spPr>
        <p:style>
          <a:lnRef idx="0">
            <a:schemeClr val="tx1"/>
          </a:lnRef>
          <a:fillRef idx="1">
            <a:schemeClr val="tx1"/>
          </a:fillRef>
          <a:effectRef idx="0">
            <a:srgbClr val="000000"/>
          </a:effectRef>
          <a:fontRef idx="minor">
            <a:schemeClr val="bg1"/>
          </a:fontRef>
        </p:style>
        <p:txBody>
          <a:bodyPr rtlCol="0" anchor="ctr"/>
          <a:lstStyle/>
          <a:p>
            <a:pPr algn="ctr">
              <a:lnSpc>
                <a:spcPct val="100000"/>
              </a:lnSpc>
            </a:pPr>
            <a:endParaRPr lang="en-US" sz="1800"/>
          </a:p>
        </p:txBody>
      </p:sp>
      <p:sp>
        <p:nvSpPr>
          <p:cNvPr id="2" name="Title 1">
            <a:extLst>
              <a:ext uri="{FF2B5EF4-FFF2-40B4-BE49-F238E27FC236}">
                <a16:creationId xmlns:a16="http://schemas.microsoft.com/office/drawing/2014/main" id="{79D8B82B-7248-344B-93F6-3B9A6CD620E8}"/>
              </a:ext>
            </a:extLst>
          </p:cNvPr>
          <p:cNvSpPr>
            <a:spLocks noGrp="1"/>
          </p:cNvSpPr>
          <p:nvPr>
            <p:ph type="title" hasCustomPrompt="1"/>
          </p:nvPr>
        </p:nvSpPr>
        <p:spPr>
          <a:xfrm>
            <a:off x="484630" y="484632"/>
            <a:ext cx="7315200" cy="530352"/>
          </a:xfrm>
        </p:spPr>
        <p:txBody>
          <a:bodyPr/>
          <a:lstStyle/>
          <a:p>
            <a:r>
              <a:rPr lang="en-US" dirty="0"/>
              <a:t>[Slide title]</a:t>
            </a:r>
          </a:p>
        </p:txBody>
      </p:sp>
      <p:sp>
        <p:nvSpPr>
          <p:cNvPr id="3" name="Content Placeholder 2">
            <a:extLst>
              <a:ext uri="{FF2B5EF4-FFF2-40B4-BE49-F238E27FC236}">
                <a16:creationId xmlns:a16="http://schemas.microsoft.com/office/drawing/2014/main" id="{F2A87E07-D230-4A2B-90EB-BAFE34A4ADA3}"/>
              </a:ext>
            </a:extLst>
          </p:cNvPr>
          <p:cNvSpPr>
            <a:spLocks noGrp="1"/>
          </p:cNvSpPr>
          <p:nvPr>
            <p:ph sz="half" idx="1"/>
          </p:nvPr>
        </p:nvSpPr>
        <p:spPr>
          <a:xfrm>
            <a:off x="484630" y="1664208"/>
            <a:ext cx="7315200" cy="434606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Picture Placeholder 3">
            <a:extLst>
              <a:ext uri="{FF2B5EF4-FFF2-40B4-BE49-F238E27FC236}">
                <a16:creationId xmlns:a16="http://schemas.microsoft.com/office/drawing/2014/main" id="{32EA0FA2-625D-EB4B-9B1B-101F639BEA49}"/>
              </a:ext>
              <a:ext uri="{C183D7F6-B498-43B3-948B-1728B52AA6E4}">
                <adec:decorative xmlns:adec="http://schemas.microsoft.com/office/drawing/2017/decorative" val="1"/>
              </a:ext>
            </a:extLst>
          </p:cNvPr>
          <p:cNvSpPr>
            <a:spLocks noGrp="1"/>
          </p:cNvSpPr>
          <p:nvPr>
            <p:ph type="pic" sz="quarter" idx="11"/>
          </p:nvPr>
        </p:nvSpPr>
        <p:spPr bwMode="gray">
          <a:xfrm>
            <a:off x="8290560" y="0"/>
            <a:ext cx="3901440" cy="6858000"/>
          </a:xfrm>
          <a:solidFill>
            <a:srgbClr val="BFBFBF"/>
          </a:solidFill>
        </p:spPr>
        <p:txBody>
          <a:bodyPr anchor="ctr" anchorCtr="0">
            <a:normAutofit/>
          </a:bodyPr>
          <a:lstStyle>
            <a:lvl1pPr marL="0" indent="0" algn="ctr">
              <a:spcBef>
                <a:spcPts val="0"/>
              </a:spcBef>
              <a:buFontTx/>
              <a:buNone/>
              <a:defRPr sz="1000" cap="none" baseline="0"/>
            </a:lvl1pPr>
          </a:lstStyle>
          <a:p>
            <a:r>
              <a:rPr lang="en-US"/>
              <a:t>Click icon to add picture</a:t>
            </a:r>
            <a:endParaRPr lang="en-US" dirty="0"/>
          </a:p>
        </p:txBody>
      </p:sp>
      <p:sp>
        <p:nvSpPr>
          <p:cNvPr id="4" name="Text Placeholder 6">
            <a:extLst>
              <a:ext uri="{FF2B5EF4-FFF2-40B4-BE49-F238E27FC236}">
                <a16:creationId xmlns:a16="http://schemas.microsoft.com/office/drawing/2014/main" id="{0215D570-9305-036E-CFE1-4E7CF566E43D}"/>
              </a:ext>
            </a:extLst>
          </p:cNvPr>
          <p:cNvSpPr>
            <a:spLocks noGrp="1"/>
          </p:cNvSpPr>
          <p:nvPr>
            <p:ph type="body" sz="quarter" idx="10" hasCustomPrompt="1"/>
          </p:nvPr>
        </p:nvSpPr>
        <p:spPr>
          <a:xfrm>
            <a:off x="484631" y="1030944"/>
            <a:ext cx="7314438" cy="347663"/>
          </a:xfrm>
        </p:spPr>
        <p:txBody>
          <a:bodyPr/>
          <a:lstStyle>
            <a:lvl1pPr marL="0" indent="0">
              <a:buFontTx/>
              <a:buNone/>
              <a:defRPr sz="1800"/>
            </a:lvl1pPr>
          </a:lstStyle>
          <a:p>
            <a:pPr lvl="0"/>
            <a:r>
              <a:rPr lang="en-US" dirty="0"/>
              <a:t>[Slide subtitle]</a:t>
            </a:r>
          </a:p>
        </p:txBody>
      </p:sp>
      <p:sp>
        <p:nvSpPr>
          <p:cNvPr id="7" name="Text Placeholder 6">
            <a:extLst>
              <a:ext uri="{FF2B5EF4-FFF2-40B4-BE49-F238E27FC236}">
                <a16:creationId xmlns:a16="http://schemas.microsoft.com/office/drawing/2014/main" id="{5E901853-85AC-6A21-F66D-437FE4F6B208}"/>
              </a:ext>
            </a:extLst>
          </p:cNvPr>
          <p:cNvSpPr>
            <a:spLocks noGrp="1"/>
          </p:cNvSpPr>
          <p:nvPr>
            <p:ph type="body" sz="quarter" idx="12" hasCustomPrompt="1"/>
          </p:nvPr>
        </p:nvSpPr>
        <p:spPr>
          <a:xfrm>
            <a:off x="486537" y="6153150"/>
            <a:ext cx="7314438" cy="219075"/>
          </a:xfrm>
        </p:spPr>
        <p:txBody>
          <a:bodyPr/>
          <a:lstStyle>
            <a:lvl1pPr marL="0" indent="0">
              <a:buFontTx/>
              <a:buNone/>
              <a:defRPr sz="800"/>
            </a:lvl1pPr>
          </a:lstStyle>
          <a:p>
            <a:pPr lvl="0"/>
            <a:r>
              <a:rPr lang="en-US" dirty="0"/>
              <a:t>Footnote</a:t>
            </a:r>
          </a:p>
        </p:txBody>
      </p:sp>
      <p:sp>
        <p:nvSpPr>
          <p:cNvPr id="8" name="Slide Number Placeholder 4">
            <a:extLst>
              <a:ext uri="{FF2B5EF4-FFF2-40B4-BE49-F238E27FC236}">
                <a16:creationId xmlns:a16="http://schemas.microsoft.com/office/drawing/2014/main" id="{1A7970E8-A9A2-1659-B39C-1E3FABDC3E33}"/>
              </a:ext>
            </a:extLst>
          </p:cNvPr>
          <p:cNvSpPr>
            <a:spLocks noGrp="1" noChangeAspect="1"/>
          </p:cNvSpPr>
          <p:nvPr>
            <p:ph type="sldNum" sz="quarter" idx="4"/>
          </p:nvPr>
        </p:nvSpPr>
        <p:spPr>
          <a:xfrm>
            <a:off x="10424158" y="6478523"/>
            <a:ext cx="1280160" cy="274319"/>
          </a:xfrm>
          <a:prstGeom prst="rect">
            <a:avLst/>
          </a:prstGeom>
          <a:blipFill>
            <a:blip r:embed="rId2"/>
            <a:stretch>
              <a:fillRect/>
            </a:stretch>
          </a:blipFill>
        </p:spPr>
        <p:txBody>
          <a:bodyPr vert="horz" lIns="0" tIns="0" rIns="0" bIns="45720" rtlCol="0" anchor="b" anchorCtr="0"/>
          <a:lstStyle>
            <a:lvl1pPr algn="r">
              <a:defRPr sz="1000">
                <a:solidFill>
                  <a:srgbClr val="000000"/>
                </a:solidFill>
              </a:defRPr>
            </a:lvl1pPr>
          </a:lstStyle>
          <a:p>
            <a:fld id="{836B39AA-EFE2-F246-9AEF-90AD81E90120}" type="slidenum">
              <a:rPr lang="en-US" smtClean="0"/>
              <a:pPr/>
              <a:t>‹#›</a:t>
            </a:fld>
            <a:endParaRPr lang="en-US" dirty="0"/>
          </a:p>
        </p:txBody>
      </p:sp>
    </p:spTree>
    <p:extLst>
      <p:ext uri="{BB962C8B-B14F-4D97-AF65-F5344CB8AC3E}">
        <p14:creationId xmlns:p14="http://schemas.microsoft.com/office/powerpoint/2010/main" val="1617777427"/>
      </p:ext>
    </p:extLst>
  </p:cSld>
  <p:clrMapOvr>
    <a:masterClrMapping/>
  </p:clrMapOvr>
  <p:extLst>
    <p:ext uri="{DCECCB84-F9BA-43D5-87BE-67443E8EF086}">
      <p15:sldGuideLst xmlns:p15="http://schemas.microsoft.com/office/powerpoint/2012/main">
        <p15:guide id="5" pos="4914" userDrawn="1">
          <p15:clr>
            <a:srgbClr val="C35EA4"/>
          </p15:clr>
        </p15:guide>
        <p15:guide id="7" pos="5220" userDrawn="1">
          <p15:clr>
            <a:srgbClr val="C35EA4"/>
          </p15:clr>
        </p15:guide>
        <p15:guide id="8" orient="horz" pos="1046" userDrawn="1">
          <p15:clr>
            <a:srgbClr val="5ACBF0"/>
          </p15:clr>
        </p15:guide>
        <p15:guide id="9" orient="horz" pos="1790" userDrawn="1">
          <p15:clr>
            <a:srgbClr val="5ACBF0"/>
          </p15:clr>
        </p15:guide>
        <p15:guide id="10" orient="horz" pos="2528" userDrawn="1">
          <p15:clr>
            <a:srgbClr val="5ACBF0"/>
          </p15:clr>
        </p15:guide>
        <p15:guide id="11" orient="horz" pos="3274" userDrawn="1">
          <p15:clr>
            <a:srgbClr val="5ACBF0"/>
          </p15:clr>
        </p15:guide>
      </p15:sldGuideLst>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Text and Photo 1 - White Logo">
    <p:spTree>
      <p:nvGrpSpPr>
        <p:cNvPr id="1" name=""/>
        <p:cNvGrpSpPr/>
        <p:nvPr/>
      </p:nvGrpSpPr>
      <p:grpSpPr>
        <a:xfrm>
          <a:off x="0" y="0"/>
          <a:ext cx="0" cy="0"/>
          <a:chOff x="0" y="0"/>
          <a:chExt cx="0" cy="0"/>
        </a:xfrm>
      </p:grpSpPr>
      <p:sp>
        <p:nvSpPr>
          <p:cNvPr id="5" name="Rectangle">
            <a:extLst>
              <a:ext uri="{FF2B5EF4-FFF2-40B4-BE49-F238E27FC236}">
                <a16:creationId xmlns:a16="http://schemas.microsoft.com/office/drawing/2014/main" id="{8F4F4368-3D86-6BC8-B4B9-E42857539847}"/>
              </a:ext>
              <a:ext uri="{C183D7F6-B498-43B3-948B-1728B52AA6E4}">
                <adec:decorative xmlns:adec="http://schemas.microsoft.com/office/drawing/2017/decorative" val="1"/>
              </a:ext>
            </a:extLst>
          </p:cNvPr>
          <p:cNvSpPr/>
          <p:nvPr userDrawn="1"/>
        </p:nvSpPr>
        <p:spPr bwMode="gray">
          <a:xfrm>
            <a:off x="9937429" y="6372225"/>
            <a:ext cx="2254571" cy="485775"/>
          </a:xfrm>
          <a:prstGeom prst="rect">
            <a:avLst/>
          </a:prstGeom>
          <a:solidFill>
            <a:schemeClr val="bg1"/>
          </a:solidFill>
          <a:ln w="6350" cap="sq">
            <a:miter lim="800000"/>
          </a:ln>
        </p:spPr>
        <p:style>
          <a:lnRef idx="0">
            <a:schemeClr val="tx1"/>
          </a:lnRef>
          <a:fillRef idx="1">
            <a:schemeClr val="tx1"/>
          </a:fillRef>
          <a:effectRef idx="0">
            <a:srgbClr val="000000"/>
          </a:effectRef>
          <a:fontRef idx="minor">
            <a:schemeClr val="bg1"/>
          </a:fontRef>
        </p:style>
        <p:txBody>
          <a:bodyPr rtlCol="0" anchor="ctr"/>
          <a:lstStyle/>
          <a:p>
            <a:pPr algn="ctr">
              <a:lnSpc>
                <a:spcPct val="100000"/>
              </a:lnSpc>
            </a:pPr>
            <a:endParaRPr lang="en-US" sz="1800"/>
          </a:p>
        </p:txBody>
      </p:sp>
      <p:sp>
        <p:nvSpPr>
          <p:cNvPr id="2" name="Title 1">
            <a:extLst>
              <a:ext uri="{FF2B5EF4-FFF2-40B4-BE49-F238E27FC236}">
                <a16:creationId xmlns:a16="http://schemas.microsoft.com/office/drawing/2014/main" id="{79D8B82B-7248-344B-93F6-3B9A6CD620E8}"/>
              </a:ext>
            </a:extLst>
          </p:cNvPr>
          <p:cNvSpPr>
            <a:spLocks noGrp="1"/>
          </p:cNvSpPr>
          <p:nvPr>
            <p:ph type="title" hasCustomPrompt="1"/>
          </p:nvPr>
        </p:nvSpPr>
        <p:spPr>
          <a:xfrm>
            <a:off x="484630" y="484632"/>
            <a:ext cx="7315200" cy="530352"/>
          </a:xfrm>
        </p:spPr>
        <p:txBody>
          <a:bodyPr/>
          <a:lstStyle/>
          <a:p>
            <a:r>
              <a:rPr lang="en-US" dirty="0"/>
              <a:t>[Slide title]</a:t>
            </a:r>
          </a:p>
        </p:txBody>
      </p:sp>
      <p:sp>
        <p:nvSpPr>
          <p:cNvPr id="3" name="Content Placeholder 2">
            <a:extLst>
              <a:ext uri="{FF2B5EF4-FFF2-40B4-BE49-F238E27FC236}">
                <a16:creationId xmlns:a16="http://schemas.microsoft.com/office/drawing/2014/main" id="{F2A87E07-D230-4A2B-90EB-BAFE34A4ADA3}"/>
              </a:ext>
            </a:extLst>
          </p:cNvPr>
          <p:cNvSpPr>
            <a:spLocks noGrp="1"/>
          </p:cNvSpPr>
          <p:nvPr>
            <p:ph sz="half" idx="1"/>
          </p:nvPr>
        </p:nvSpPr>
        <p:spPr>
          <a:xfrm>
            <a:off x="484630" y="1664208"/>
            <a:ext cx="7315200" cy="434470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Picture Placeholder 3">
            <a:extLst>
              <a:ext uri="{FF2B5EF4-FFF2-40B4-BE49-F238E27FC236}">
                <a16:creationId xmlns:a16="http://schemas.microsoft.com/office/drawing/2014/main" id="{32EA0FA2-625D-EB4B-9B1B-101F639BEA49}"/>
              </a:ext>
              <a:ext uri="{C183D7F6-B498-43B3-948B-1728B52AA6E4}">
                <adec:decorative xmlns:adec="http://schemas.microsoft.com/office/drawing/2017/decorative" val="1"/>
              </a:ext>
            </a:extLst>
          </p:cNvPr>
          <p:cNvSpPr>
            <a:spLocks noGrp="1"/>
          </p:cNvSpPr>
          <p:nvPr>
            <p:ph type="pic" sz="quarter" idx="11"/>
          </p:nvPr>
        </p:nvSpPr>
        <p:spPr bwMode="gray">
          <a:xfrm>
            <a:off x="8290560" y="0"/>
            <a:ext cx="3901440" cy="6858000"/>
          </a:xfrm>
          <a:solidFill>
            <a:srgbClr val="4D4D4D"/>
          </a:solidFill>
        </p:spPr>
        <p:txBody>
          <a:bodyPr anchor="ctr" anchorCtr="0">
            <a:normAutofit/>
          </a:bodyPr>
          <a:lstStyle>
            <a:lvl1pPr marL="0" indent="0" algn="ctr">
              <a:spcBef>
                <a:spcPts val="0"/>
              </a:spcBef>
              <a:buFontTx/>
              <a:buNone/>
              <a:defRPr sz="1000" cap="none" baseline="0">
                <a:solidFill>
                  <a:schemeClr val="bg1"/>
                </a:solidFill>
              </a:defRPr>
            </a:lvl1pPr>
          </a:lstStyle>
          <a:p>
            <a:r>
              <a:rPr lang="en-US"/>
              <a:t>Click icon to add picture</a:t>
            </a:r>
            <a:endParaRPr lang="en-US" dirty="0"/>
          </a:p>
        </p:txBody>
      </p:sp>
      <p:sp>
        <p:nvSpPr>
          <p:cNvPr id="4" name="Text Placeholder 6">
            <a:extLst>
              <a:ext uri="{FF2B5EF4-FFF2-40B4-BE49-F238E27FC236}">
                <a16:creationId xmlns:a16="http://schemas.microsoft.com/office/drawing/2014/main" id="{C0640255-E06C-9CA7-3C97-79F52E92B89D}"/>
              </a:ext>
            </a:extLst>
          </p:cNvPr>
          <p:cNvSpPr>
            <a:spLocks noGrp="1"/>
          </p:cNvSpPr>
          <p:nvPr>
            <p:ph type="body" sz="quarter" idx="10" hasCustomPrompt="1"/>
          </p:nvPr>
        </p:nvSpPr>
        <p:spPr>
          <a:xfrm>
            <a:off x="484631" y="1030944"/>
            <a:ext cx="7314438" cy="347663"/>
          </a:xfrm>
        </p:spPr>
        <p:txBody>
          <a:bodyPr/>
          <a:lstStyle>
            <a:lvl1pPr marL="0" indent="0">
              <a:buFontTx/>
              <a:buNone/>
              <a:defRPr sz="1800"/>
            </a:lvl1pPr>
          </a:lstStyle>
          <a:p>
            <a:pPr lvl="0"/>
            <a:r>
              <a:rPr lang="en-US" dirty="0"/>
              <a:t>[Slide subtitle]</a:t>
            </a:r>
          </a:p>
        </p:txBody>
      </p:sp>
      <p:sp>
        <p:nvSpPr>
          <p:cNvPr id="7" name="Text Placeholder 6">
            <a:extLst>
              <a:ext uri="{FF2B5EF4-FFF2-40B4-BE49-F238E27FC236}">
                <a16:creationId xmlns:a16="http://schemas.microsoft.com/office/drawing/2014/main" id="{6DBA3495-BE29-A801-E1F1-B5DB12D938B5}"/>
              </a:ext>
            </a:extLst>
          </p:cNvPr>
          <p:cNvSpPr>
            <a:spLocks noGrp="1"/>
          </p:cNvSpPr>
          <p:nvPr>
            <p:ph type="body" sz="quarter" idx="12" hasCustomPrompt="1"/>
          </p:nvPr>
        </p:nvSpPr>
        <p:spPr>
          <a:xfrm>
            <a:off x="486537" y="6153150"/>
            <a:ext cx="7314438" cy="219075"/>
          </a:xfrm>
        </p:spPr>
        <p:txBody>
          <a:bodyPr/>
          <a:lstStyle>
            <a:lvl1pPr marL="0" indent="0">
              <a:buFontTx/>
              <a:buNone/>
              <a:defRPr sz="800"/>
            </a:lvl1pPr>
          </a:lstStyle>
          <a:p>
            <a:pPr lvl="0"/>
            <a:r>
              <a:rPr lang="en-US" dirty="0"/>
              <a:t>Footnote</a:t>
            </a:r>
          </a:p>
        </p:txBody>
      </p:sp>
      <p:sp>
        <p:nvSpPr>
          <p:cNvPr id="8" name="Slide Number Placeholder 4">
            <a:extLst>
              <a:ext uri="{FF2B5EF4-FFF2-40B4-BE49-F238E27FC236}">
                <a16:creationId xmlns:a16="http://schemas.microsoft.com/office/drawing/2014/main" id="{73FF0E75-801E-2774-9809-E0D627DEB0A5}"/>
              </a:ext>
            </a:extLst>
          </p:cNvPr>
          <p:cNvSpPr>
            <a:spLocks noGrp="1" noChangeAspect="1"/>
          </p:cNvSpPr>
          <p:nvPr>
            <p:ph type="sldNum" sz="quarter" idx="4"/>
          </p:nvPr>
        </p:nvSpPr>
        <p:spPr>
          <a:xfrm>
            <a:off x="10424158" y="6478523"/>
            <a:ext cx="1280160" cy="274319"/>
          </a:xfrm>
          <a:prstGeom prst="rect">
            <a:avLst/>
          </a:prstGeom>
          <a:blipFill>
            <a:blip r:embed="rId2"/>
            <a:stretch>
              <a:fillRect/>
            </a:stretch>
          </a:blipFill>
        </p:spPr>
        <p:txBody>
          <a:bodyPr vert="horz" lIns="0" tIns="0" rIns="0" bIns="45720" rtlCol="0" anchor="b" anchorCtr="0"/>
          <a:lstStyle>
            <a:lvl1pPr algn="r">
              <a:defRPr sz="1000">
                <a:solidFill>
                  <a:schemeClr val="bg1"/>
                </a:solidFill>
              </a:defRPr>
            </a:lvl1pPr>
          </a:lstStyle>
          <a:p>
            <a:fld id="{836B39AA-EFE2-F246-9AEF-90AD81E90120}" type="slidenum">
              <a:rPr lang="en-US" smtClean="0"/>
              <a:pPr/>
              <a:t>‹#›</a:t>
            </a:fld>
            <a:endParaRPr lang="en-US" dirty="0"/>
          </a:p>
        </p:txBody>
      </p:sp>
    </p:spTree>
    <p:extLst>
      <p:ext uri="{BB962C8B-B14F-4D97-AF65-F5344CB8AC3E}">
        <p14:creationId xmlns:p14="http://schemas.microsoft.com/office/powerpoint/2010/main" val="3115526937"/>
      </p:ext>
    </p:extLst>
  </p:cSld>
  <p:clrMapOvr>
    <a:masterClrMapping/>
  </p:clrMapOvr>
  <p:extLst>
    <p:ext uri="{DCECCB84-F9BA-43D5-87BE-67443E8EF086}">
      <p15:sldGuideLst xmlns:p15="http://schemas.microsoft.com/office/powerpoint/2012/main">
        <p15:guide id="5" pos="4914" userDrawn="1">
          <p15:clr>
            <a:srgbClr val="C35EA4"/>
          </p15:clr>
        </p15:guide>
        <p15:guide id="7" pos="5220" userDrawn="1">
          <p15:clr>
            <a:srgbClr val="C35EA4"/>
          </p15:clr>
        </p15:guide>
        <p15:guide id="8" orient="horz" pos="1046" userDrawn="1">
          <p15:clr>
            <a:srgbClr val="5ACBF0"/>
          </p15:clr>
        </p15:guide>
        <p15:guide id="9" orient="horz" pos="1790" userDrawn="1">
          <p15:clr>
            <a:srgbClr val="5ACBF0"/>
          </p15:clr>
        </p15:guide>
        <p15:guide id="10" orient="horz" pos="2528" userDrawn="1">
          <p15:clr>
            <a:srgbClr val="5ACBF0"/>
          </p15:clr>
        </p15:guide>
        <p15:guide id="11" orient="horz" pos="3264" userDrawn="1">
          <p15:clr>
            <a:srgbClr val="5ACBF0"/>
          </p15:clr>
        </p15:guide>
      </p15:sldGuideLst>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Text and Photo 2">
    <p:spTree>
      <p:nvGrpSpPr>
        <p:cNvPr id="1" name=""/>
        <p:cNvGrpSpPr/>
        <p:nvPr/>
      </p:nvGrpSpPr>
      <p:grpSpPr>
        <a:xfrm>
          <a:off x="0" y="0"/>
          <a:ext cx="0" cy="0"/>
          <a:chOff x="0" y="0"/>
          <a:chExt cx="0" cy="0"/>
        </a:xfrm>
      </p:grpSpPr>
      <p:sp>
        <p:nvSpPr>
          <p:cNvPr id="5" name="Rectangle">
            <a:extLst>
              <a:ext uri="{FF2B5EF4-FFF2-40B4-BE49-F238E27FC236}">
                <a16:creationId xmlns:a16="http://schemas.microsoft.com/office/drawing/2014/main" id="{125A3CA9-909C-F8E6-CE7D-094B54E28B3D}"/>
              </a:ext>
              <a:ext uri="{C183D7F6-B498-43B3-948B-1728B52AA6E4}">
                <adec:decorative xmlns:adec="http://schemas.microsoft.com/office/drawing/2017/decorative" val="1"/>
              </a:ext>
            </a:extLst>
          </p:cNvPr>
          <p:cNvSpPr/>
          <p:nvPr userDrawn="1"/>
        </p:nvSpPr>
        <p:spPr bwMode="gray">
          <a:xfrm>
            <a:off x="9937429" y="6372225"/>
            <a:ext cx="2254571" cy="485775"/>
          </a:xfrm>
          <a:prstGeom prst="rect">
            <a:avLst/>
          </a:prstGeom>
          <a:solidFill>
            <a:schemeClr val="bg1"/>
          </a:solidFill>
          <a:ln w="6350" cap="sq">
            <a:miter lim="800000"/>
          </a:ln>
        </p:spPr>
        <p:style>
          <a:lnRef idx="0">
            <a:schemeClr val="tx1"/>
          </a:lnRef>
          <a:fillRef idx="1">
            <a:schemeClr val="tx1"/>
          </a:fillRef>
          <a:effectRef idx="0">
            <a:srgbClr val="000000"/>
          </a:effectRef>
          <a:fontRef idx="minor">
            <a:schemeClr val="bg1"/>
          </a:fontRef>
        </p:style>
        <p:txBody>
          <a:bodyPr rtlCol="0" anchor="ctr"/>
          <a:lstStyle/>
          <a:p>
            <a:pPr algn="ctr">
              <a:lnSpc>
                <a:spcPct val="100000"/>
              </a:lnSpc>
            </a:pPr>
            <a:endParaRPr lang="en-US" sz="1800"/>
          </a:p>
        </p:txBody>
      </p:sp>
      <p:sp>
        <p:nvSpPr>
          <p:cNvPr id="2" name="Title 1">
            <a:extLst>
              <a:ext uri="{FF2B5EF4-FFF2-40B4-BE49-F238E27FC236}">
                <a16:creationId xmlns:a16="http://schemas.microsoft.com/office/drawing/2014/main" id="{8760F2D4-1022-F84E-BEC7-2ED0381CBEF3}"/>
              </a:ext>
            </a:extLst>
          </p:cNvPr>
          <p:cNvSpPr>
            <a:spLocks noGrp="1"/>
          </p:cNvSpPr>
          <p:nvPr>
            <p:ph type="title" hasCustomPrompt="1"/>
          </p:nvPr>
        </p:nvSpPr>
        <p:spPr>
          <a:xfrm>
            <a:off x="484630" y="484632"/>
            <a:ext cx="5367528" cy="886968"/>
          </a:xfrm>
        </p:spPr>
        <p:txBody>
          <a:bodyPr/>
          <a:lstStyle/>
          <a:p>
            <a:r>
              <a:rPr lang="en-US" dirty="0"/>
              <a:t>[Slide title]</a:t>
            </a:r>
          </a:p>
        </p:txBody>
      </p:sp>
      <p:sp>
        <p:nvSpPr>
          <p:cNvPr id="3" name="Content Placeholder 2">
            <a:extLst>
              <a:ext uri="{FF2B5EF4-FFF2-40B4-BE49-F238E27FC236}">
                <a16:creationId xmlns:a16="http://schemas.microsoft.com/office/drawing/2014/main" id="{F2A87E07-D230-4A2B-90EB-BAFE34A4ADA3}"/>
              </a:ext>
            </a:extLst>
          </p:cNvPr>
          <p:cNvSpPr>
            <a:spLocks noGrp="1"/>
          </p:cNvSpPr>
          <p:nvPr>
            <p:ph sz="half" idx="1"/>
          </p:nvPr>
        </p:nvSpPr>
        <p:spPr>
          <a:xfrm>
            <a:off x="484630" y="1664208"/>
            <a:ext cx="5367528" cy="47091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Picture Placeholder 3">
            <a:extLst>
              <a:ext uri="{FF2B5EF4-FFF2-40B4-BE49-F238E27FC236}">
                <a16:creationId xmlns:a16="http://schemas.microsoft.com/office/drawing/2014/main" id="{32EA0FA2-625D-EB4B-9B1B-101F639BEA49}"/>
              </a:ext>
              <a:ext uri="{C183D7F6-B498-43B3-948B-1728B52AA6E4}">
                <adec:decorative xmlns:adec="http://schemas.microsoft.com/office/drawing/2017/decorative" val="1"/>
              </a:ext>
            </a:extLst>
          </p:cNvPr>
          <p:cNvSpPr>
            <a:spLocks noGrp="1"/>
          </p:cNvSpPr>
          <p:nvPr>
            <p:ph type="pic" sz="quarter" idx="11"/>
          </p:nvPr>
        </p:nvSpPr>
        <p:spPr bwMode="gray">
          <a:xfrm>
            <a:off x="6336790" y="0"/>
            <a:ext cx="5855210" cy="6858000"/>
          </a:xfrm>
          <a:solidFill>
            <a:srgbClr val="BFBFBF"/>
          </a:solidFill>
        </p:spPr>
        <p:txBody>
          <a:bodyPr anchor="ctr" anchorCtr="0">
            <a:normAutofit/>
          </a:bodyPr>
          <a:lstStyle>
            <a:lvl1pPr marL="0" indent="0" algn="ctr">
              <a:spcBef>
                <a:spcPts val="0"/>
              </a:spcBef>
              <a:buFontTx/>
              <a:buNone/>
              <a:defRPr sz="1000" cap="none" baseline="0"/>
            </a:lvl1pPr>
          </a:lstStyle>
          <a:p>
            <a:r>
              <a:rPr lang="en-US"/>
              <a:t>Click icon to add picture</a:t>
            </a:r>
            <a:endParaRPr lang="en-US" dirty="0"/>
          </a:p>
        </p:txBody>
      </p:sp>
      <p:sp>
        <p:nvSpPr>
          <p:cNvPr id="4" name="Slide Number Placeholder 4">
            <a:extLst>
              <a:ext uri="{FF2B5EF4-FFF2-40B4-BE49-F238E27FC236}">
                <a16:creationId xmlns:a16="http://schemas.microsoft.com/office/drawing/2014/main" id="{36B38DE3-4C1B-768F-FFFC-EE4579D88098}"/>
              </a:ext>
            </a:extLst>
          </p:cNvPr>
          <p:cNvSpPr>
            <a:spLocks noGrp="1" noChangeAspect="1"/>
          </p:cNvSpPr>
          <p:nvPr>
            <p:ph type="sldNum" sz="quarter" idx="4"/>
          </p:nvPr>
        </p:nvSpPr>
        <p:spPr>
          <a:xfrm>
            <a:off x="10424158" y="6478523"/>
            <a:ext cx="1280160" cy="274319"/>
          </a:xfrm>
          <a:prstGeom prst="rect">
            <a:avLst/>
          </a:prstGeom>
          <a:blipFill>
            <a:blip r:embed="rId2"/>
            <a:stretch>
              <a:fillRect/>
            </a:stretch>
          </a:blipFill>
        </p:spPr>
        <p:txBody>
          <a:bodyPr vert="horz" lIns="0" tIns="0" rIns="0" bIns="45720" rtlCol="0" anchor="b" anchorCtr="0"/>
          <a:lstStyle>
            <a:lvl1pPr algn="r">
              <a:defRPr sz="1000">
                <a:solidFill>
                  <a:srgbClr val="000000"/>
                </a:solidFill>
              </a:defRPr>
            </a:lvl1pPr>
          </a:lstStyle>
          <a:p>
            <a:fld id="{836B39AA-EFE2-F246-9AEF-90AD81E90120}" type="slidenum">
              <a:rPr lang="en-US" smtClean="0"/>
              <a:pPr/>
              <a:t>‹#›</a:t>
            </a:fld>
            <a:endParaRPr lang="en-US" dirty="0"/>
          </a:p>
        </p:txBody>
      </p:sp>
    </p:spTree>
    <p:extLst>
      <p:ext uri="{BB962C8B-B14F-4D97-AF65-F5344CB8AC3E}">
        <p14:creationId xmlns:p14="http://schemas.microsoft.com/office/powerpoint/2010/main" val="2435911040"/>
      </p:ext>
    </p:extLst>
  </p:cSld>
  <p:clrMapOvr>
    <a:masterClrMapping/>
  </p:clrMapOvr>
  <p:extLst>
    <p:ext uri="{DCECCB84-F9BA-43D5-87BE-67443E8EF086}">
      <p15:sldGuideLst xmlns:p15="http://schemas.microsoft.com/office/powerpoint/2012/main">
        <p15:guide id="5" pos="3688" userDrawn="1">
          <p15:clr>
            <a:srgbClr val="C35EA4"/>
          </p15:clr>
        </p15:guide>
        <p15:guide id="7" pos="3988" userDrawn="1">
          <p15:clr>
            <a:srgbClr val="C35EA4"/>
          </p15:clr>
        </p15:guide>
        <p15:guide id="8" orient="horz" pos="1046" userDrawn="1">
          <p15:clr>
            <a:srgbClr val="5ACBF0"/>
          </p15:clr>
        </p15:guide>
        <p15:guide id="9" orient="horz" pos="1790" userDrawn="1">
          <p15:clr>
            <a:srgbClr val="5ACBF0"/>
          </p15:clr>
        </p15:guide>
        <p15:guide id="10" orient="horz" pos="2528" userDrawn="1">
          <p15:clr>
            <a:srgbClr val="5ACBF0"/>
          </p15:clr>
        </p15:guide>
        <p15:guide id="11" orient="horz" pos="3274" userDrawn="1">
          <p15:clr>
            <a:srgbClr val="5ACBF0"/>
          </p15:clr>
        </p15:guide>
      </p15:sldGuideLst>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Text and Photo 2 - White Logo">
    <p:spTree>
      <p:nvGrpSpPr>
        <p:cNvPr id="1" name=""/>
        <p:cNvGrpSpPr/>
        <p:nvPr/>
      </p:nvGrpSpPr>
      <p:grpSpPr>
        <a:xfrm>
          <a:off x="0" y="0"/>
          <a:ext cx="0" cy="0"/>
          <a:chOff x="0" y="0"/>
          <a:chExt cx="0" cy="0"/>
        </a:xfrm>
      </p:grpSpPr>
      <p:sp>
        <p:nvSpPr>
          <p:cNvPr id="5" name="Rectangle">
            <a:extLst>
              <a:ext uri="{FF2B5EF4-FFF2-40B4-BE49-F238E27FC236}">
                <a16:creationId xmlns:a16="http://schemas.microsoft.com/office/drawing/2014/main" id="{F8E94517-991E-90A3-337D-FC0405B2D025}"/>
              </a:ext>
              <a:ext uri="{C183D7F6-B498-43B3-948B-1728B52AA6E4}">
                <adec:decorative xmlns:adec="http://schemas.microsoft.com/office/drawing/2017/decorative" val="1"/>
              </a:ext>
            </a:extLst>
          </p:cNvPr>
          <p:cNvSpPr/>
          <p:nvPr userDrawn="1"/>
        </p:nvSpPr>
        <p:spPr bwMode="gray">
          <a:xfrm>
            <a:off x="9937429" y="6372225"/>
            <a:ext cx="2254571" cy="485775"/>
          </a:xfrm>
          <a:prstGeom prst="rect">
            <a:avLst/>
          </a:prstGeom>
          <a:solidFill>
            <a:schemeClr val="bg1"/>
          </a:solidFill>
          <a:ln w="6350" cap="sq">
            <a:miter lim="800000"/>
          </a:ln>
        </p:spPr>
        <p:style>
          <a:lnRef idx="0">
            <a:schemeClr val="tx1"/>
          </a:lnRef>
          <a:fillRef idx="1">
            <a:schemeClr val="tx1"/>
          </a:fillRef>
          <a:effectRef idx="0">
            <a:srgbClr val="000000"/>
          </a:effectRef>
          <a:fontRef idx="minor">
            <a:schemeClr val="bg1"/>
          </a:fontRef>
        </p:style>
        <p:txBody>
          <a:bodyPr rtlCol="0" anchor="ctr"/>
          <a:lstStyle/>
          <a:p>
            <a:pPr algn="ctr">
              <a:lnSpc>
                <a:spcPct val="100000"/>
              </a:lnSpc>
            </a:pPr>
            <a:endParaRPr lang="en-US" sz="1800"/>
          </a:p>
        </p:txBody>
      </p:sp>
      <p:sp>
        <p:nvSpPr>
          <p:cNvPr id="2" name="Title 1">
            <a:extLst>
              <a:ext uri="{FF2B5EF4-FFF2-40B4-BE49-F238E27FC236}">
                <a16:creationId xmlns:a16="http://schemas.microsoft.com/office/drawing/2014/main" id="{8760F2D4-1022-F84E-BEC7-2ED0381CBEF3}"/>
              </a:ext>
            </a:extLst>
          </p:cNvPr>
          <p:cNvSpPr>
            <a:spLocks noGrp="1"/>
          </p:cNvSpPr>
          <p:nvPr>
            <p:ph type="title" hasCustomPrompt="1"/>
          </p:nvPr>
        </p:nvSpPr>
        <p:spPr>
          <a:xfrm>
            <a:off x="484630" y="484632"/>
            <a:ext cx="5367528" cy="886968"/>
          </a:xfrm>
        </p:spPr>
        <p:txBody>
          <a:bodyPr/>
          <a:lstStyle/>
          <a:p>
            <a:r>
              <a:rPr lang="en-US" dirty="0"/>
              <a:t>[Slide title]</a:t>
            </a:r>
          </a:p>
        </p:txBody>
      </p:sp>
      <p:sp>
        <p:nvSpPr>
          <p:cNvPr id="3" name="Content Placeholder 2">
            <a:extLst>
              <a:ext uri="{FF2B5EF4-FFF2-40B4-BE49-F238E27FC236}">
                <a16:creationId xmlns:a16="http://schemas.microsoft.com/office/drawing/2014/main" id="{F2A87E07-D230-4A2B-90EB-BAFE34A4ADA3}"/>
              </a:ext>
            </a:extLst>
          </p:cNvPr>
          <p:cNvSpPr>
            <a:spLocks noGrp="1"/>
          </p:cNvSpPr>
          <p:nvPr>
            <p:ph sz="half" idx="1"/>
          </p:nvPr>
        </p:nvSpPr>
        <p:spPr>
          <a:xfrm>
            <a:off x="484630" y="1664208"/>
            <a:ext cx="5367528" cy="47091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Picture Placeholder 3">
            <a:extLst>
              <a:ext uri="{FF2B5EF4-FFF2-40B4-BE49-F238E27FC236}">
                <a16:creationId xmlns:a16="http://schemas.microsoft.com/office/drawing/2014/main" id="{32EA0FA2-625D-EB4B-9B1B-101F639BEA49}"/>
              </a:ext>
              <a:ext uri="{C183D7F6-B498-43B3-948B-1728B52AA6E4}">
                <adec:decorative xmlns:adec="http://schemas.microsoft.com/office/drawing/2017/decorative" val="1"/>
              </a:ext>
            </a:extLst>
          </p:cNvPr>
          <p:cNvSpPr>
            <a:spLocks noGrp="1"/>
          </p:cNvSpPr>
          <p:nvPr>
            <p:ph type="pic" sz="quarter" idx="11"/>
          </p:nvPr>
        </p:nvSpPr>
        <p:spPr bwMode="gray">
          <a:xfrm>
            <a:off x="6336790" y="0"/>
            <a:ext cx="5855210" cy="6858000"/>
          </a:xfrm>
          <a:solidFill>
            <a:srgbClr val="4D4D4D"/>
          </a:solidFill>
        </p:spPr>
        <p:txBody>
          <a:bodyPr anchor="ctr" anchorCtr="0">
            <a:normAutofit/>
          </a:bodyPr>
          <a:lstStyle>
            <a:lvl1pPr marL="0" indent="0" algn="ctr">
              <a:spcBef>
                <a:spcPts val="0"/>
              </a:spcBef>
              <a:buFontTx/>
              <a:buNone/>
              <a:defRPr sz="1000" cap="none" baseline="0">
                <a:solidFill>
                  <a:schemeClr val="bg1"/>
                </a:solidFill>
              </a:defRPr>
            </a:lvl1pPr>
          </a:lstStyle>
          <a:p>
            <a:r>
              <a:rPr lang="en-US"/>
              <a:t>Click icon to add picture</a:t>
            </a:r>
            <a:endParaRPr lang="en-US" dirty="0"/>
          </a:p>
        </p:txBody>
      </p:sp>
      <p:sp>
        <p:nvSpPr>
          <p:cNvPr id="4" name="Slide Number Placeholder 4">
            <a:extLst>
              <a:ext uri="{FF2B5EF4-FFF2-40B4-BE49-F238E27FC236}">
                <a16:creationId xmlns:a16="http://schemas.microsoft.com/office/drawing/2014/main" id="{AED62E86-583F-5B1D-5C1F-0A903CC8E236}"/>
              </a:ext>
            </a:extLst>
          </p:cNvPr>
          <p:cNvSpPr>
            <a:spLocks noGrp="1" noChangeAspect="1"/>
          </p:cNvSpPr>
          <p:nvPr>
            <p:ph type="sldNum" sz="quarter" idx="4"/>
          </p:nvPr>
        </p:nvSpPr>
        <p:spPr>
          <a:xfrm>
            <a:off x="10424158" y="6478523"/>
            <a:ext cx="1280160" cy="274319"/>
          </a:xfrm>
          <a:prstGeom prst="rect">
            <a:avLst/>
          </a:prstGeom>
          <a:blipFill>
            <a:blip r:embed="rId2"/>
            <a:stretch>
              <a:fillRect/>
            </a:stretch>
          </a:blipFill>
        </p:spPr>
        <p:txBody>
          <a:bodyPr vert="horz" lIns="0" tIns="0" rIns="0" bIns="45720" rtlCol="0" anchor="b" anchorCtr="0"/>
          <a:lstStyle>
            <a:lvl1pPr algn="r">
              <a:defRPr sz="1000">
                <a:solidFill>
                  <a:schemeClr val="bg1"/>
                </a:solidFill>
              </a:defRPr>
            </a:lvl1pPr>
          </a:lstStyle>
          <a:p>
            <a:fld id="{836B39AA-EFE2-F246-9AEF-90AD81E90120}" type="slidenum">
              <a:rPr lang="en-US" smtClean="0"/>
              <a:pPr/>
              <a:t>‹#›</a:t>
            </a:fld>
            <a:endParaRPr lang="en-US" dirty="0"/>
          </a:p>
        </p:txBody>
      </p:sp>
    </p:spTree>
    <p:extLst>
      <p:ext uri="{BB962C8B-B14F-4D97-AF65-F5344CB8AC3E}">
        <p14:creationId xmlns:p14="http://schemas.microsoft.com/office/powerpoint/2010/main" val="1869579156"/>
      </p:ext>
    </p:extLst>
  </p:cSld>
  <p:clrMapOvr>
    <a:masterClrMapping/>
  </p:clrMapOvr>
  <p:extLst>
    <p:ext uri="{DCECCB84-F9BA-43D5-87BE-67443E8EF086}">
      <p15:sldGuideLst xmlns:p15="http://schemas.microsoft.com/office/powerpoint/2012/main">
        <p15:guide id="5" pos="3688" userDrawn="1">
          <p15:clr>
            <a:srgbClr val="C35EA4"/>
          </p15:clr>
        </p15:guide>
        <p15:guide id="7" pos="3988" userDrawn="1">
          <p15:clr>
            <a:srgbClr val="C35EA4"/>
          </p15:clr>
        </p15:guide>
        <p15:guide id="8" orient="horz" pos="1046" userDrawn="1">
          <p15:clr>
            <a:srgbClr val="5ACBF0"/>
          </p15:clr>
        </p15:guide>
        <p15:guide id="9" orient="horz" pos="1790" userDrawn="1">
          <p15:clr>
            <a:srgbClr val="5ACBF0"/>
          </p15:clr>
        </p15:guide>
        <p15:guide id="10" orient="horz" pos="2528" userDrawn="1">
          <p15:clr>
            <a:srgbClr val="5ACBF0"/>
          </p15:clr>
        </p15:guide>
        <p15:guide id="11" orient="horz" pos="3274" userDrawn="1">
          <p15:clr>
            <a:srgbClr val="5ACBF0"/>
          </p15:clr>
        </p15:guide>
      </p15:sldGuideLst>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Text and Photo 3">
    <p:spTree>
      <p:nvGrpSpPr>
        <p:cNvPr id="1" name=""/>
        <p:cNvGrpSpPr/>
        <p:nvPr/>
      </p:nvGrpSpPr>
      <p:grpSpPr>
        <a:xfrm>
          <a:off x="0" y="0"/>
          <a:ext cx="0" cy="0"/>
          <a:chOff x="0" y="0"/>
          <a:chExt cx="0" cy="0"/>
        </a:xfrm>
      </p:grpSpPr>
      <p:sp>
        <p:nvSpPr>
          <p:cNvPr id="4" name="Rectangle">
            <a:extLst>
              <a:ext uri="{FF2B5EF4-FFF2-40B4-BE49-F238E27FC236}">
                <a16:creationId xmlns:a16="http://schemas.microsoft.com/office/drawing/2014/main" id="{842ADCD7-5E21-10AE-F0EE-1DD4E95AC11D}"/>
              </a:ext>
              <a:ext uri="{C183D7F6-B498-43B3-948B-1728B52AA6E4}">
                <adec:decorative xmlns:adec="http://schemas.microsoft.com/office/drawing/2017/decorative" val="1"/>
              </a:ext>
            </a:extLst>
          </p:cNvPr>
          <p:cNvSpPr/>
          <p:nvPr userDrawn="1"/>
        </p:nvSpPr>
        <p:spPr bwMode="gray">
          <a:xfrm>
            <a:off x="9937429" y="6372225"/>
            <a:ext cx="2254571" cy="485775"/>
          </a:xfrm>
          <a:prstGeom prst="rect">
            <a:avLst/>
          </a:prstGeom>
          <a:solidFill>
            <a:schemeClr val="bg1"/>
          </a:solidFill>
          <a:ln w="6350" cap="sq">
            <a:miter lim="800000"/>
          </a:ln>
        </p:spPr>
        <p:style>
          <a:lnRef idx="0">
            <a:schemeClr val="tx1"/>
          </a:lnRef>
          <a:fillRef idx="1">
            <a:schemeClr val="tx1"/>
          </a:fillRef>
          <a:effectRef idx="0">
            <a:srgbClr val="000000"/>
          </a:effectRef>
          <a:fontRef idx="minor">
            <a:schemeClr val="bg1"/>
          </a:fontRef>
        </p:style>
        <p:txBody>
          <a:bodyPr rtlCol="0" anchor="ctr"/>
          <a:lstStyle/>
          <a:p>
            <a:pPr algn="ctr">
              <a:lnSpc>
                <a:spcPct val="100000"/>
              </a:lnSpc>
            </a:pPr>
            <a:endParaRPr lang="en-US" sz="1800"/>
          </a:p>
        </p:txBody>
      </p:sp>
      <p:sp>
        <p:nvSpPr>
          <p:cNvPr id="2" name="Title 1">
            <a:extLst>
              <a:ext uri="{FF2B5EF4-FFF2-40B4-BE49-F238E27FC236}">
                <a16:creationId xmlns:a16="http://schemas.microsoft.com/office/drawing/2014/main" id="{ACCE61FE-0FEC-2746-A54B-B9D305109F48}"/>
              </a:ext>
            </a:extLst>
          </p:cNvPr>
          <p:cNvSpPr>
            <a:spLocks noGrp="1"/>
          </p:cNvSpPr>
          <p:nvPr>
            <p:ph type="title" hasCustomPrompt="1"/>
          </p:nvPr>
        </p:nvSpPr>
        <p:spPr>
          <a:xfrm>
            <a:off x="484630" y="484632"/>
            <a:ext cx="3411095" cy="886968"/>
          </a:xfrm>
        </p:spPr>
        <p:txBody>
          <a:bodyPr/>
          <a:lstStyle/>
          <a:p>
            <a:r>
              <a:rPr lang="en-US" dirty="0"/>
              <a:t>[Slide title]</a:t>
            </a:r>
          </a:p>
        </p:txBody>
      </p:sp>
      <p:sp>
        <p:nvSpPr>
          <p:cNvPr id="3" name="Content Placeholder 2">
            <a:extLst>
              <a:ext uri="{FF2B5EF4-FFF2-40B4-BE49-F238E27FC236}">
                <a16:creationId xmlns:a16="http://schemas.microsoft.com/office/drawing/2014/main" id="{F2A87E07-D230-4A2B-90EB-BAFE34A4ADA3}"/>
              </a:ext>
            </a:extLst>
          </p:cNvPr>
          <p:cNvSpPr>
            <a:spLocks noGrp="1"/>
          </p:cNvSpPr>
          <p:nvPr>
            <p:ph sz="half" idx="1"/>
          </p:nvPr>
        </p:nvSpPr>
        <p:spPr>
          <a:xfrm>
            <a:off x="484630" y="1664208"/>
            <a:ext cx="3410712" cy="47091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Picture Placeholder 3">
            <a:extLst>
              <a:ext uri="{FF2B5EF4-FFF2-40B4-BE49-F238E27FC236}">
                <a16:creationId xmlns:a16="http://schemas.microsoft.com/office/drawing/2014/main" id="{32EA0FA2-625D-EB4B-9B1B-101F639BEA49}"/>
              </a:ext>
              <a:ext uri="{C183D7F6-B498-43B3-948B-1728B52AA6E4}">
                <adec:decorative xmlns:adec="http://schemas.microsoft.com/office/drawing/2017/decorative" val="1"/>
              </a:ext>
            </a:extLst>
          </p:cNvPr>
          <p:cNvSpPr>
            <a:spLocks noGrp="1"/>
          </p:cNvSpPr>
          <p:nvPr>
            <p:ph type="pic" sz="quarter" idx="11"/>
          </p:nvPr>
        </p:nvSpPr>
        <p:spPr bwMode="gray">
          <a:xfrm>
            <a:off x="4389118" y="0"/>
            <a:ext cx="7802882" cy="6858000"/>
          </a:xfrm>
          <a:solidFill>
            <a:srgbClr val="BFBFBF"/>
          </a:solidFill>
        </p:spPr>
        <p:txBody>
          <a:bodyPr anchor="ctr" anchorCtr="0">
            <a:normAutofit/>
          </a:bodyPr>
          <a:lstStyle>
            <a:lvl1pPr marL="0" indent="0" algn="ctr">
              <a:spcBef>
                <a:spcPts val="0"/>
              </a:spcBef>
              <a:buFontTx/>
              <a:buNone/>
              <a:defRPr sz="1000" cap="none" baseline="0"/>
            </a:lvl1pPr>
          </a:lstStyle>
          <a:p>
            <a:r>
              <a:rPr lang="en-US"/>
              <a:t>Click icon to add picture</a:t>
            </a:r>
            <a:endParaRPr lang="en-US" dirty="0"/>
          </a:p>
        </p:txBody>
      </p:sp>
      <p:sp>
        <p:nvSpPr>
          <p:cNvPr id="5" name="Slide Number Placeholder 4">
            <a:extLst>
              <a:ext uri="{FF2B5EF4-FFF2-40B4-BE49-F238E27FC236}">
                <a16:creationId xmlns:a16="http://schemas.microsoft.com/office/drawing/2014/main" id="{91B75714-6535-FC6B-D032-D7C36B74E7E4}"/>
              </a:ext>
            </a:extLst>
          </p:cNvPr>
          <p:cNvSpPr>
            <a:spLocks noGrp="1" noChangeAspect="1"/>
          </p:cNvSpPr>
          <p:nvPr>
            <p:ph type="sldNum" sz="quarter" idx="4"/>
          </p:nvPr>
        </p:nvSpPr>
        <p:spPr>
          <a:xfrm>
            <a:off x="10424158" y="6478523"/>
            <a:ext cx="1280160" cy="274319"/>
          </a:xfrm>
          <a:prstGeom prst="rect">
            <a:avLst/>
          </a:prstGeom>
          <a:blipFill>
            <a:blip r:embed="rId2"/>
            <a:stretch>
              <a:fillRect/>
            </a:stretch>
          </a:blipFill>
        </p:spPr>
        <p:txBody>
          <a:bodyPr vert="horz" lIns="0" tIns="0" rIns="0" bIns="45720" rtlCol="0" anchor="b" anchorCtr="0"/>
          <a:lstStyle>
            <a:lvl1pPr algn="r">
              <a:defRPr sz="1000">
                <a:solidFill>
                  <a:srgbClr val="000000"/>
                </a:solidFill>
              </a:defRPr>
            </a:lvl1pPr>
          </a:lstStyle>
          <a:p>
            <a:fld id="{836B39AA-EFE2-F246-9AEF-90AD81E90120}" type="slidenum">
              <a:rPr lang="en-US" smtClean="0"/>
              <a:pPr/>
              <a:t>‹#›</a:t>
            </a:fld>
            <a:endParaRPr lang="en-US" dirty="0"/>
          </a:p>
        </p:txBody>
      </p:sp>
    </p:spTree>
    <p:extLst>
      <p:ext uri="{BB962C8B-B14F-4D97-AF65-F5344CB8AC3E}">
        <p14:creationId xmlns:p14="http://schemas.microsoft.com/office/powerpoint/2010/main" val="1048051692"/>
      </p:ext>
    </p:extLst>
  </p:cSld>
  <p:clrMapOvr>
    <a:masterClrMapping/>
  </p:clrMapOvr>
  <p:extLst>
    <p:ext uri="{DCECCB84-F9BA-43D5-87BE-67443E8EF086}">
      <p15:sldGuideLst xmlns:p15="http://schemas.microsoft.com/office/powerpoint/2012/main">
        <p15:guide id="5" pos="2454" userDrawn="1">
          <p15:clr>
            <a:srgbClr val="C35EA4"/>
          </p15:clr>
        </p15:guide>
        <p15:guide id="7" pos="2764" userDrawn="1">
          <p15:clr>
            <a:srgbClr val="C35EA4"/>
          </p15:clr>
        </p15:guide>
        <p15:guide id="8" orient="horz" pos="1046" userDrawn="1">
          <p15:clr>
            <a:srgbClr val="5ACBF0"/>
          </p15:clr>
        </p15:guide>
        <p15:guide id="9" orient="horz" pos="1790" userDrawn="1">
          <p15:clr>
            <a:srgbClr val="5ACBF0"/>
          </p15:clr>
        </p15:guide>
        <p15:guide id="10" orient="horz" pos="2528" userDrawn="1">
          <p15:clr>
            <a:srgbClr val="5ACBF0"/>
          </p15:clr>
        </p15:guide>
        <p15:guide id="11" orient="horz" pos="3274" userDrawn="1">
          <p15:clr>
            <a:srgbClr val="5ACBF0"/>
          </p15:clr>
        </p15:guide>
      </p15:sldGuideLst>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Text and Photo 3 - White Logo">
    <p:spTree>
      <p:nvGrpSpPr>
        <p:cNvPr id="1" name=""/>
        <p:cNvGrpSpPr/>
        <p:nvPr/>
      </p:nvGrpSpPr>
      <p:grpSpPr>
        <a:xfrm>
          <a:off x="0" y="0"/>
          <a:ext cx="0" cy="0"/>
          <a:chOff x="0" y="0"/>
          <a:chExt cx="0" cy="0"/>
        </a:xfrm>
      </p:grpSpPr>
      <p:sp>
        <p:nvSpPr>
          <p:cNvPr id="4" name="Rectangle">
            <a:extLst>
              <a:ext uri="{FF2B5EF4-FFF2-40B4-BE49-F238E27FC236}">
                <a16:creationId xmlns:a16="http://schemas.microsoft.com/office/drawing/2014/main" id="{FFA0DD6E-2A72-F958-97BE-5B15257FEB5E}"/>
              </a:ext>
              <a:ext uri="{C183D7F6-B498-43B3-948B-1728B52AA6E4}">
                <adec:decorative xmlns:adec="http://schemas.microsoft.com/office/drawing/2017/decorative" val="1"/>
              </a:ext>
            </a:extLst>
          </p:cNvPr>
          <p:cNvSpPr/>
          <p:nvPr userDrawn="1"/>
        </p:nvSpPr>
        <p:spPr bwMode="gray">
          <a:xfrm>
            <a:off x="9937429" y="6372225"/>
            <a:ext cx="2254571" cy="485775"/>
          </a:xfrm>
          <a:prstGeom prst="rect">
            <a:avLst/>
          </a:prstGeom>
          <a:solidFill>
            <a:schemeClr val="bg1"/>
          </a:solidFill>
          <a:ln w="6350" cap="sq">
            <a:miter lim="800000"/>
          </a:ln>
        </p:spPr>
        <p:style>
          <a:lnRef idx="0">
            <a:schemeClr val="tx1"/>
          </a:lnRef>
          <a:fillRef idx="1">
            <a:schemeClr val="tx1"/>
          </a:fillRef>
          <a:effectRef idx="0">
            <a:srgbClr val="000000"/>
          </a:effectRef>
          <a:fontRef idx="minor">
            <a:schemeClr val="bg1"/>
          </a:fontRef>
        </p:style>
        <p:txBody>
          <a:bodyPr rtlCol="0" anchor="ctr"/>
          <a:lstStyle/>
          <a:p>
            <a:pPr algn="ctr">
              <a:lnSpc>
                <a:spcPct val="100000"/>
              </a:lnSpc>
            </a:pPr>
            <a:endParaRPr lang="en-US" sz="1800"/>
          </a:p>
        </p:txBody>
      </p:sp>
      <p:sp>
        <p:nvSpPr>
          <p:cNvPr id="2" name="Title 1">
            <a:extLst>
              <a:ext uri="{FF2B5EF4-FFF2-40B4-BE49-F238E27FC236}">
                <a16:creationId xmlns:a16="http://schemas.microsoft.com/office/drawing/2014/main" id="{ACCE61FE-0FEC-2746-A54B-B9D305109F48}"/>
              </a:ext>
            </a:extLst>
          </p:cNvPr>
          <p:cNvSpPr>
            <a:spLocks noGrp="1"/>
          </p:cNvSpPr>
          <p:nvPr>
            <p:ph type="title" hasCustomPrompt="1"/>
          </p:nvPr>
        </p:nvSpPr>
        <p:spPr>
          <a:xfrm>
            <a:off x="484630" y="484632"/>
            <a:ext cx="3411095" cy="886968"/>
          </a:xfrm>
        </p:spPr>
        <p:txBody>
          <a:bodyPr/>
          <a:lstStyle/>
          <a:p>
            <a:r>
              <a:rPr lang="en-US" dirty="0"/>
              <a:t>[Slide title]</a:t>
            </a:r>
          </a:p>
        </p:txBody>
      </p:sp>
      <p:sp>
        <p:nvSpPr>
          <p:cNvPr id="3" name="Content Placeholder 2">
            <a:extLst>
              <a:ext uri="{FF2B5EF4-FFF2-40B4-BE49-F238E27FC236}">
                <a16:creationId xmlns:a16="http://schemas.microsoft.com/office/drawing/2014/main" id="{F2A87E07-D230-4A2B-90EB-BAFE34A4ADA3}"/>
              </a:ext>
            </a:extLst>
          </p:cNvPr>
          <p:cNvSpPr>
            <a:spLocks noGrp="1"/>
          </p:cNvSpPr>
          <p:nvPr>
            <p:ph sz="half" idx="1"/>
          </p:nvPr>
        </p:nvSpPr>
        <p:spPr>
          <a:xfrm>
            <a:off x="484630" y="1664208"/>
            <a:ext cx="3410712" cy="47091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Picture Placeholder 3">
            <a:extLst>
              <a:ext uri="{FF2B5EF4-FFF2-40B4-BE49-F238E27FC236}">
                <a16:creationId xmlns:a16="http://schemas.microsoft.com/office/drawing/2014/main" id="{32EA0FA2-625D-EB4B-9B1B-101F639BEA49}"/>
              </a:ext>
              <a:ext uri="{C183D7F6-B498-43B3-948B-1728B52AA6E4}">
                <adec:decorative xmlns:adec="http://schemas.microsoft.com/office/drawing/2017/decorative" val="1"/>
              </a:ext>
            </a:extLst>
          </p:cNvPr>
          <p:cNvSpPr>
            <a:spLocks noGrp="1"/>
          </p:cNvSpPr>
          <p:nvPr>
            <p:ph type="pic" sz="quarter" idx="11"/>
          </p:nvPr>
        </p:nvSpPr>
        <p:spPr bwMode="gray">
          <a:xfrm>
            <a:off x="4389118" y="0"/>
            <a:ext cx="7802882" cy="6858000"/>
          </a:xfrm>
          <a:solidFill>
            <a:srgbClr val="4D4D4D"/>
          </a:solidFill>
        </p:spPr>
        <p:txBody>
          <a:bodyPr anchor="ctr" anchorCtr="0">
            <a:normAutofit/>
          </a:bodyPr>
          <a:lstStyle>
            <a:lvl1pPr marL="0" indent="0" algn="ctr">
              <a:spcBef>
                <a:spcPts val="0"/>
              </a:spcBef>
              <a:buFontTx/>
              <a:buNone/>
              <a:defRPr sz="1000" cap="none" baseline="0">
                <a:solidFill>
                  <a:schemeClr val="bg1"/>
                </a:solidFill>
              </a:defRPr>
            </a:lvl1pPr>
          </a:lstStyle>
          <a:p>
            <a:r>
              <a:rPr lang="en-US"/>
              <a:t>Click icon to add picture</a:t>
            </a:r>
            <a:endParaRPr lang="en-US" dirty="0"/>
          </a:p>
        </p:txBody>
      </p:sp>
      <p:sp>
        <p:nvSpPr>
          <p:cNvPr id="5" name="Slide Number Placeholder 4">
            <a:extLst>
              <a:ext uri="{FF2B5EF4-FFF2-40B4-BE49-F238E27FC236}">
                <a16:creationId xmlns:a16="http://schemas.microsoft.com/office/drawing/2014/main" id="{18D2FD1E-9F5C-1B68-069E-C7DBD5E2A1E2}"/>
              </a:ext>
            </a:extLst>
          </p:cNvPr>
          <p:cNvSpPr>
            <a:spLocks noGrp="1" noChangeAspect="1"/>
          </p:cNvSpPr>
          <p:nvPr>
            <p:ph type="sldNum" sz="quarter" idx="4"/>
          </p:nvPr>
        </p:nvSpPr>
        <p:spPr>
          <a:xfrm>
            <a:off x="10424158" y="6478523"/>
            <a:ext cx="1280160" cy="274319"/>
          </a:xfrm>
          <a:prstGeom prst="rect">
            <a:avLst/>
          </a:prstGeom>
          <a:blipFill>
            <a:blip r:embed="rId2"/>
            <a:stretch>
              <a:fillRect/>
            </a:stretch>
          </a:blipFill>
        </p:spPr>
        <p:txBody>
          <a:bodyPr vert="horz" lIns="0" tIns="0" rIns="0" bIns="45720" rtlCol="0" anchor="b" anchorCtr="0"/>
          <a:lstStyle>
            <a:lvl1pPr algn="r">
              <a:defRPr sz="1000">
                <a:solidFill>
                  <a:schemeClr val="bg1"/>
                </a:solidFill>
              </a:defRPr>
            </a:lvl1pPr>
          </a:lstStyle>
          <a:p>
            <a:fld id="{836B39AA-EFE2-F246-9AEF-90AD81E90120}" type="slidenum">
              <a:rPr lang="en-US" smtClean="0"/>
              <a:pPr/>
              <a:t>‹#›</a:t>
            </a:fld>
            <a:endParaRPr lang="en-US" dirty="0"/>
          </a:p>
        </p:txBody>
      </p:sp>
    </p:spTree>
    <p:extLst>
      <p:ext uri="{BB962C8B-B14F-4D97-AF65-F5344CB8AC3E}">
        <p14:creationId xmlns:p14="http://schemas.microsoft.com/office/powerpoint/2010/main" val="1233255733"/>
      </p:ext>
    </p:extLst>
  </p:cSld>
  <p:clrMapOvr>
    <a:masterClrMapping/>
  </p:clrMapOvr>
  <p:extLst>
    <p:ext uri="{DCECCB84-F9BA-43D5-87BE-67443E8EF086}">
      <p15:sldGuideLst xmlns:p15="http://schemas.microsoft.com/office/powerpoint/2012/main">
        <p15:guide id="5" pos="2454" userDrawn="1">
          <p15:clr>
            <a:srgbClr val="C35EA4"/>
          </p15:clr>
        </p15:guide>
        <p15:guide id="7" pos="2764" userDrawn="1">
          <p15:clr>
            <a:srgbClr val="C35EA4"/>
          </p15:clr>
        </p15:guide>
        <p15:guide id="8" orient="horz" pos="1046" userDrawn="1">
          <p15:clr>
            <a:srgbClr val="5ACBF0"/>
          </p15:clr>
        </p15:guide>
        <p15:guide id="9" orient="horz" pos="1790" userDrawn="1">
          <p15:clr>
            <a:srgbClr val="5ACBF0"/>
          </p15:clr>
        </p15:guide>
        <p15:guide id="10" orient="horz" pos="2528" userDrawn="1">
          <p15:clr>
            <a:srgbClr val="5ACBF0"/>
          </p15:clr>
        </p15:guide>
        <p15:guide id="11" orient="horz" pos="3274" userDrawn="1">
          <p15:clr>
            <a:srgbClr val="5ACBF0"/>
          </p15:clr>
        </p15:guide>
      </p15:sldGuideLst>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Text and Three Photos">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F807BEDD-FEC5-B14D-9AD2-0694B5CAAB23}"/>
              </a:ext>
            </a:extLst>
          </p:cNvPr>
          <p:cNvSpPr>
            <a:spLocks noGrp="1"/>
          </p:cNvSpPr>
          <p:nvPr>
            <p:ph type="title" hasCustomPrompt="1"/>
          </p:nvPr>
        </p:nvSpPr>
        <p:spPr/>
        <p:txBody>
          <a:bodyPr/>
          <a:lstStyle/>
          <a:p>
            <a:r>
              <a:rPr lang="en-US" dirty="0"/>
              <a:t>[Slide title]</a:t>
            </a:r>
          </a:p>
        </p:txBody>
      </p:sp>
      <p:sp>
        <p:nvSpPr>
          <p:cNvPr id="5" name="Picture Placeholder 2">
            <a:extLst>
              <a:ext uri="{FF2B5EF4-FFF2-40B4-BE49-F238E27FC236}">
                <a16:creationId xmlns:a16="http://schemas.microsoft.com/office/drawing/2014/main" id="{C7F0E676-3481-6E4A-891A-6557B314C4C4}"/>
              </a:ext>
            </a:extLst>
          </p:cNvPr>
          <p:cNvSpPr>
            <a:spLocks noGrp="1"/>
          </p:cNvSpPr>
          <p:nvPr>
            <p:ph type="pic" sz="quarter" idx="10"/>
          </p:nvPr>
        </p:nvSpPr>
        <p:spPr>
          <a:xfrm>
            <a:off x="484630" y="1664206"/>
            <a:ext cx="3410712" cy="2057400"/>
          </a:xfrm>
          <a:solidFill>
            <a:srgbClr val="BFBFBF"/>
          </a:solidFill>
        </p:spPr>
        <p:txBody>
          <a:bodyPr anchor="ctr" anchorCtr="0">
            <a:normAutofit/>
          </a:bodyPr>
          <a:lstStyle>
            <a:lvl1pPr marL="0" indent="0" algn="ctr">
              <a:spcBef>
                <a:spcPts val="0"/>
              </a:spcBef>
              <a:buFontTx/>
              <a:buNone/>
              <a:defRPr sz="1000"/>
            </a:lvl1pPr>
          </a:lstStyle>
          <a:p>
            <a:r>
              <a:rPr lang="en-US"/>
              <a:t>Click icon to add picture</a:t>
            </a:r>
            <a:endParaRPr lang="en-US" dirty="0"/>
          </a:p>
        </p:txBody>
      </p:sp>
      <p:sp>
        <p:nvSpPr>
          <p:cNvPr id="7" name="Content Placeholder 3">
            <a:extLst>
              <a:ext uri="{FF2B5EF4-FFF2-40B4-BE49-F238E27FC236}">
                <a16:creationId xmlns:a16="http://schemas.microsoft.com/office/drawing/2014/main" id="{843D9716-4D0C-4544-82A3-C6920ADF7255}"/>
              </a:ext>
            </a:extLst>
          </p:cNvPr>
          <p:cNvSpPr>
            <a:spLocks noGrp="1"/>
          </p:cNvSpPr>
          <p:nvPr>
            <p:ph sz="quarter" idx="11"/>
          </p:nvPr>
        </p:nvSpPr>
        <p:spPr>
          <a:xfrm>
            <a:off x="484630" y="4017875"/>
            <a:ext cx="3410712" cy="235434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Picture Placeholder 4">
            <a:extLst>
              <a:ext uri="{FF2B5EF4-FFF2-40B4-BE49-F238E27FC236}">
                <a16:creationId xmlns:a16="http://schemas.microsoft.com/office/drawing/2014/main" id="{539B1119-DC97-6440-B2AD-634248A2E751}"/>
              </a:ext>
            </a:extLst>
          </p:cNvPr>
          <p:cNvSpPr>
            <a:spLocks noGrp="1"/>
          </p:cNvSpPr>
          <p:nvPr>
            <p:ph type="pic" sz="quarter" idx="12"/>
          </p:nvPr>
        </p:nvSpPr>
        <p:spPr>
          <a:xfrm>
            <a:off x="4389118" y="1664206"/>
            <a:ext cx="3410712" cy="2057400"/>
          </a:xfrm>
          <a:solidFill>
            <a:srgbClr val="BFBFBF"/>
          </a:solidFill>
        </p:spPr>
        <p:txBody>
          <a:bodyPr anchor="ctr" anchorCtr="0">
            <a:normAutofit/>
          </a:bodyPr>
          <a:lstStyle>
            <a:lvl1pPr marL="0" indent="0" algn="ctr">
              <a:spcBef>
                <a:spcPts val="0"/>
              </a:spcBef>
              <a:buFontTx/>
              <a:buNone/>
              <a:defRPr sz="1000"/>
            </a:lvl1pPr>
          </a:lstStyle>
          <a:p>
            <a:r>
              <a:rPr lang="en-US"/>
              <a:t>Click icon to add picture</a:t>
            </a:r>
            <a:endParaRPr lang="en-US" dirty="0"/>
          </a:p>
        </p:txBody>
      </p:sp>
      <p:sp>
        <p:nvSpPr>
          <p:cNvPr id="13" name="Content Placeholder 5">
            <a:extLst>
              <a:ext uri="{FF2B5EF4-FFF2-40B4-BE49-F238E27FC236}">
                <a16:creationId xmlns:a16="http://schemas.microsoft.com/office/drawing/2014/main" id="{B3928CDD-06EF-B84A-A301-BFAF46E60BEC}"/>
              </a:ext>
            </a:extLst>
          </p:cNvPr>
          <p:cNvSpPr>
            <a:spLocks noGrp="1"/>
          </p:cNvSpPr>
          <p:nvPr>
            <p:ph sz="quarter" idx="13"/>
          </p:nvPr>
        </p:nvSpPr>
        <p:spPr>
          <a:xfrm>
            <a:off x="4389118" y="4017875"/>
            <a:ext cx="3410712" cy="235434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5" name="Picture Placeholder 6">
            <a:extLst>
              <a:ext uri="{FF2B5EF4-FFF2-40B4-BE49-F238E27FC236}">
                <a16:creationId xmlns:a16="http://schemas.microsoft.com/office/drawing/2014/main" id="{C932B8B0-B55F-D842-A6C0-39B4BB9798F7}"/>
              </a:ext>
            </a:extLst>
          </p:cNvPr>
          <p:cNvSpPr>
            <a:spLocks noGrp="1"/>
          </p:cNvSpPr>
          <p:nvPr>
            <p:ph type="pic" sz="quarter" idx="14"/>
          </p:nvPr>
        </p:nvSpPr>
        <p:spPr>
          <a:xfrm>
            <a:off x="8293606" y="1664206"/>
            <a:ext cx="3410712" cy="2057400"/>
          </a:xfrm>
          <a:solidFill>
            <a:srgbClr val="BFBFBF"/>
          </a:solidFill>
        </p:spPr>
        <p:txBody>
          <a:bodyPr anchor="ctr" anchorCtr="0">
            <a:normAutofit/>
          </a:bodyPr>
          <a:lstStyle>
            <a:lvl1pPr marL="0" indent="0" algn="ctr">
              <a:spcBef>
                <a:spcPts val="0"/>
              </a:spcBef>
              <a:buFontTx/>
              <a:buNone/>
              <a:defRPr sz="1000"/>
            </a:lvl1pPr>
          </a:lstStyle>
          <a:p>
            <a:r>
              <a:rPr lang="en-US"/>
              <a:t>Click icon to add picture</a:t>
            </a:r>
            <a:endParaRPr lang="en-US" dirty="0"/>
          </a:p>
        </p:txBody>
      </p:sp>
      <p:sp>
        <p:nvSpPr>
          <p:cNvPr id="17" name="Content Placeholder 7">
            <a:extLst>
              <a:ext uri="{FF2B5EF4-FFF2-40B4-BE49-F238E27FC236}">
                <a16:creationId xmlns:a16="http://schemas.microsoft.com/office/drawing/2014/main" id="{59708AC6-8387-2D46-860C-F1B497D62571}"/>
              </a:ext>
            </a:extLst>
          </p:cNvPr>
          <p:cNvSpPr>
            <a:spLocks noGrp="1"/>
          </p:cNvSpPr>
          <p:nvPr>
            <p:ph sz="quarter" idx="15"/>
          </p:nvPr>
        </p:nvSpPr>
        <p:spPr>
          <a:xfrm>
            <a:off x="8293606" y="4017875"/>
            <a:ext cx="3410712" cy="235434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ext Placeholder 6">
            <a:extLst>
              <a:ext uri="{FF2B5EF4-FFF2-40B4-BE49-F238E27FC236}">
                <a16:creationId xmlns:a16="http://schemas.microsoft.com/office/drawing/2014/main" id="{7DDD333C-5605-149D-8F92-EC10DC7A6F89}"/>
              </a:ext>
            </a:extLst>
          </p:cNvPr>
          <p:cNvSpPr>
            <a:spLocks noGrp="1"/>
          </p:cNvSpPr>
          <p:nvPr>
            <p:ph type="body" sz="quarter" idx="16" hasCustomPrompt="1"/>
          </p:nvPr>
        </p:nvSpPr>
        <p:spPr>
          <a:xfrm>
            <a:off x="484631" y="1030944"/>
            <a:ext cx="11219688" cy="347663"/>
          </a:xfrm>
        </p:spPr>
        <p:txBody>
          <a:bodyPr/>
          <a:lstStyle>
            <a:lvl1pPr marL="0" indent="0">
              <a:buFontTx/>
              <a:buNone/>
              <a:defRPr sz="1800"/>
            </a:lvl1pPr>
          </a:lstStyle>
          <a:p>
            <a:pPr lvl="0"/>
            <a:r>
              <a:rPr lang="en-US" dirty="0"/>
              <a:t>[Slide subtitle]</a:t>
            </a:r>
          </a:p>
        </p:txBody>
      </p:sp>
    </p:spTree>
    <p:extLst>
      <p:ext uri="{BB962C8B-B14F-4D97-AF65-F5344CB8AC3E}">
        <p14:creationId xmlns:p14="http://schemas.microsoft.com/office/powerpoint/2010/main" val="2595290207"/>
      </p:ext>
    </p:extLst>
  </p:cSld>
  <p:clrMapOvr>
    <a:masterClrMapping/>
  </p:clrMapOvr>
  <p:extLst>
    <p:ext uri="{DCECCB84-F9BA-43D5-87BE-67443E8EF086}">
      <p15:sldGuideLst xmlns:p15="http://schemas.microsoft.com/office/powerpoint/2012/main">
        <p15:guide id="4" pos="2454" userDrawn="1">
          <p15:clr>
            <a:srgbClr val="C35EA4"/>
          </p15:clr>
        </p15:guide>
        <p15:guide id="5" pos="2762" userDrawn="1">
          <p15:clr>
            <a:srgbClr val="C35EA4"/>
          </p15:clr>
        </p15:guide>
        <p15:guide id="6" pos="4912" userDrawn="1">
          <p15:clr>
            <a:srgbClr val="C35EA4"/>
          </p15:clr>
        </p15:guide>
        <p15:guide id="7" pos="5222" userDrawn="1">
          <p15:clr>
            <a:srgbClr val="C35EA4"/>
          </p15:clr>
        </p15:guide>
        <p15:guide id="8" orient="horz" pos="1046" userDrawn="1">
          <p15:clr>
            <a:srgbClr val="5ACBF0"/>
          </p15:clr>
        </p15:guide>
        <p15:guide id="10" orient="horz" pos="2528" userDrawn="1">
          <p15:clr>
            <a:srgbClr val="5ACBF0"/>
          </p15:clr>
        </p15:guide>
        <p15:guide id="11" orient="horz" pos="2346" userDrawn="1">
          <p15:clr>
            <a:srgbClr val="5ACBF0"/>
          </p15:clr>
        </p15:guide>
      </p15:sldGuideLst>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Text and Four Photos">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8D2029B6-C7BC-4F4D-88B3-8F8DBFC24D0D}"/>
              </a:ext>
            </a:extLst>
          </p:cNvPr>
          <p:cNvSpPr>
            <a:spLocks noGrp="1"/>
          </p:cNvSpPr>
          <p:nvPr>
            <p:ph type="title" hasCustomPrompt="1"/>
          </p:nvPr>
        </p:nvSpPr>
        <p:spPr/>
        <p:txBody>
          <a:bodyPr/>
          <a:lstStyle/>
          <a:p>
            <a:r>
              <a:rPr lang="en-US" dirty="0"/>
              <a:t>[Slide title]</a:t>
            </a:r>
          </a:p>
        </p:txBody>
      </p:sp>
      <p:sp>
        <p:nvSpPr>
          <p:cNvPr id="7" name="Picture Placeholder 2">
            <a:extLst>
              <a:ext uri="{FF2B5EF4-FFF2-40B4-BE49-F238E27FC236}">
                <a16:creationId xmlns:a16="http://schemas.microsoft.com/office/drawing/2014/main" id="{EA08CE2E-64E0-F542-AC32-8BBB99D092DC}"/>
              </a:ext>
            </a:extLst>
          </p:cNvPr>
          <p:cNvSpPr>
            <a:spLocks noGrp="1"/>
          </p:cNvSpPr>
          <p:nvPr>
            <p:ph type="pic" sz="quarter" idx="10"/>
          </p:nvPr>
        </p:nvSpPr>
        <p:spPr>
          <a:xfrm>
            <a:off x="484630" y="1664207"/>
            <a:ext cx="2441448" cy="1472184"/>
          </a:xfrm>
          <a:solidFill>
            <a:srgbClr val="BFBFBF"/>
          </a:solidFill>
        </p:spPr>
        <p:txBody>
          <a:bodyPr anchor="ctr" anchorCtr="0">
            <a:normAutofit/>
          </a:bodyPr>
          <a:lstStyle>
            <a:lvl1pPr marL="0" indent="0" algn="ctr">
              <a:spcBef>
                <a:spcPts val="0"/>
              </a:spcBef>
              <a:buFontTx/>
              <a:buNone/>
              <a:defRPr sz="1000"/>
            </a:lvl1pPr>
          </a:lstStyle>
          <a:p>
            <a:r>
              <a:rPr lang="en-US"/>
              <a:t>Click icon to add picture</a:t>
            </a:r>
            <a:endParaRPr lang="en-US" dirty="0"/>
          </a:p>
        </p:txBody>
      </p:sp>
      <p:sp>
        <p:nvSpPr>
          <p:cNvPr id="3" name="Content Placeholder 3">
            <a:extLst>
              <a:ext uri="{FF2B5EF4-FFF2-40B4-BE49-F238E27FC236}">
                <a16:creationId xmlns:a16="http://schemas.microsoft.com/office/drawing/2014/main" id="{F2A87E07-D230-4A2B-90EB-BAFE34A4ADA3}"/>
              </a:ext>
            </a:extLst>
          </p:cNvPr>
          <p:cNvSpPr>
            <a:spLocks noGrp="1"/>
          </p:cNvSpPr>
          <p:nvPr>
            <p:ph sz="half" idx="1"/>
          </p:nvPr>
        </p:nvSpPr>
        <p:spPr>
          <a:xfrm>
            <a:off x="484630" y="3429000"/>
            <a:ext cx="2441448" cy="2579914"/>
          </a:xfrm>
        </p:spPr>
        <p:txBody>
          <a:bodyPr>
            <a:noAutofit/>
          </a:bodyPr>
          <a:lstStyle>
            <a:lvl1pPr marL="137160" indent="-137160">
              <a:spcBef>
                <a:spcPts val="900"/>
              </a:spcBef>
              <a:defRPr sz="1400"/>
            </a:lvl1pPr>
            <a:lvl2pPr marL="274320" indent="-137160">
              <a:spcBef>
                <a:spcPts val="300"/>
              </a:spcBef>
              <a:defRPr sz="1400"/>
            </a:lvl2pPr>
            <a:lvl3pPr marL="411480" indent="-137160">
              <a:spcBef>
                <a:spcPts val="0"/>
              </a:spcBef>
              <a:defRPr sz="1400"/>
            </a:lvl3pPr>
            <a:lvl4pPr marL="548640" indent="-137160">
              <a:spcBef>
                <a:spcPts val="0"/>
              </a:spcBef>
              <a:defRPr sz="1400"/>
            </a:lvl4pPr>
            <a:lvl5pPr marL="685800" indent="-137160">
              <a:spcBef>
                <a:spcPts val="0"/>
              </a:spcBef>
              <a:defRPr sz="1400"/>
            </a:lvl5pPr>
            <a:lvl6pPr marL="822960" indent="-137160">
              <a:spcBef>
                <a:spcPts val="0"/>
              </a:spcBef>
              <a:defRPr sz="1400"/>
            </a:lvl6pPr>
            <a:lvl7pPr marL="960120" indent="-137160">
              <a:spcBef>
                <a:spcPts val="0"/>
              </a:spcBef>
              <a:defRPr sz="1400"/>
            </a:lvl7pPr>
            <a:lvl8pPr marL="1097280" indent="-137160">
              <a:spcBef>
                <a:spcPts val="0"/>
              </a:spcBef>
              <a:defRPr sz="1400"/>
            </a:lvl8pPr>
            <a:lvl9pPr marL="1234440" indent="-137160">
              <a:spcBef>
                <a:spcPts val="0"/>
              </a:spcBef>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2" name="Picture Placeholder 4">
            <a:extLst>
              <a:ext uri="{FF2B5EF4-FFF2-40B4-BE49-F238E27FC236}">
                <a16:creationId xmlns:a16="http://schemas.microsoft.com/office/drawing/2014/main" id="{D6BCD29D-466C-EE40-8EED-8348616E3365}"/>
              </a:ext>
            </a:extLst>
          </p:cNvPr>
          <p:cNvSpPr>
            <a:spLocks noGrp="1"/>
          </p:cNvSpPr>
          <p:nvPr>
            <p:ph type="pic" sz="quarter" idx="13"/>
          </p:nvPr>
        </p:nvSpPr>
        <p:spPr>
          <a:xfrm>
            <a:off x="3410710" y="1664207"/>
            <a:ext cx="2441448" cy="1472184"/>
          </a:xfrm>
          <a:solidFill>
            <a:srgbClr val="BFBFBF"/>
          </a:solidFill>
        </p:spPr>
        <p:txBody>
          <a:bodyPr anchor="ctr" anchorCtr="0">
            <a:normAutofit/>
          </a:bodyPr>
          <a:lstStyle>
            <a:lvl1pPr marL="0" indent="0" algn="ctr">
              <a:spcBef>
                <a:spcPts val="0"/>
              </a:spcBef>
              <a:buFontTx/>
              <a:buNone/>
              <a:defRPr sz="1000"/>
            </a:lvl1pPr>
          </a:lstStyle>
          <a:p>
            <a:r>
              <a:rPr lang="en-US"/>
              <a:t>Click icon to add picture</a:t>
            </a:r>
            <a:endParaRPr lang="en-US" dirty="0"/>
          </a:p>
        </p:txBody>
      </p:sp>
      <p:sp>
        <p:nvSpPr>
          <p:cNvPr id="4" name="Content Placeholder 5">
            <a:extLst>
              <a:ext uri="{FF2B5EF4-FFF2-40B4-BE49-F238E27FC236}">
                <a16:creationId xmlns:a16="http://schemas.microsoft.com/office/drawing/2014/main" id="{CFF30D3B-DD55-43C0-9A96-3AC11E01121D}"/>
              </a:ext>
            </a:extLst>
          </p:cNvPr>
          <p:cNvSpPr>
            <a:spLocks noGrp="1"/>
          </p:cNvSpPr>
          <p:nvPr>
            <p:ph sz="half" idx="2"/>
          </p:nvPr>
        </p:nvSpPr>
        <p:spPr>
          <a:xfrm>
            <a:off x="3410710" y="3429000"/>
            <a:ext cx="2441448" cy="2579914"/>
          </a:xfrm>
        </p:spPr>
        <p:txBody>
          <a:bodyPr>
            <a:noAutofit/>
          </a:bodyPr>
          <a:lstStyle>
            <a:lvl1pPr marL="137160" indent="-137160">
              <a:spcBef>
                <a:spcPts val="900"/>
              </a:spcBef>
              <a:defRPr sz="1400"/>
            </a:lvl1pPr>
            <a:lvl2pPr marL="274320" indent="-137160">
              <a:spcBef>
                <a:spcPts val="300"/>
              </a:spcBef>
              <a:defRPr sz="1400"/>
            </a:lvl2pPr>
            <a:lvl3pPr marL="411480" indent="-137160">
              <a:spcBef>
                <a:spcPts val="0"/>
              </a:spcBef>
              <a:defRPr sz="1400"/>
            </a:lvl3pPr>
            <a:lvl4pPr marL="548640" indent="-137160">
              <a:spcBef>
                <a:spcPts val="0"/>
              </a:spcBef>
              <a:defRPr sz="1400"/>
            </a:lvl4pPr>
            <a:lvl5pPr marL="685800" indent="-137160">
              <a:spcBef>
                <a:spcPts val="0"/>
              </a:spcBef>
              <a:defRPr sz="1400"/>
            </a:lvl5pPr>
            <a:lvl6pPr marL="822960" indent="-137160">
              <a:spcBef>
                <a:spcPts val="0"/>
              </a:spcBef>
              <a:defRPr sz="1400"/>
            </a:lvl6pPr>
            <a:lvl7pPr marL="960120" indent="-137160">
              <a:spcBef>
                <a:spcPts val="0"/>
              </a:spcBef>
              <a:defRPr sz="1400"/>
            </a:lvl7pPr>
            <a:lvl8pPr marL="1097280" indent="-137160">
              <a:spcBef>
                <a:spcPts val="0"/>
              </a:spcBef>
              <a:defRPr sz="1400"/>
            </a:lvl8pPr>
            <a:lvl9pPr marL="1234440" indent="-137160">
              <a:spcBef>
                <a:spcPts val="0"/>
              </a:spcBef>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Picture Placeholder 6">
            <a:extLst>
              <a:ext uri="{FF2B5EF4-FFF2-40B4-BE49-F238E27FC236}">
                <a16:creationId xmlns:a16="http://schemas.microsoft.com/office/drawing/2014/main" id="{A4744E8C-2782-1D41-8388-9116FADF1D19}"/>
              </a:ext>
            </a:extLst>
          </p:cNvPr>
          <p:cNvSpPr>
            <a:spLocks noGrp="1"/>
          </p:cNvSpPr>
          <p:nvPr>
            <p:ph type="pic" sz="quarter" idx="14"/>
          </p:nvPr>
        </p:nvSpPr>
        <p:spPr>
          <a:xfrm>
            <a:off x="6336790" y="1664207"/>
            <a:ext cx="2441448" cy="1472184"/>
          </a:xfrm>
          <a:solidFill>
            <a:srgbClr val="BFBFBF"/>
          </a:solidFill>
        </p:spPr>
        <p:txBody>
          <a:bodyPr anchor="ctr" anchorCtr="0">
            <a:normAutofit/>
          </a:bodyPr>
          <a:lstStyle>
            <a:lvl1pPr marL="0" indent="0" algn="ctr">
              <a:spcBef>
                <a:spcPts val="0"/>
              </a:spcBef>
              <a:buFontTx/>
              <a:buNone/>
              <a:defRPr sz="1000"/>
            </a:lvl1pPr>
          </a:lstStyle>
          <a:p>
            <a:r>
              <a:rPr lang="en-US"/>
              <a:t>Click icon to add picture</a:t>
            </a:r>
            <a:endParaRPr lang="en-US" dirty="0"/>
          </a:p>
        </p:txBody>
      </p:sp>
      <p:sp>
        <p:nvSpPr>
          <p:cNvPr id="11" name="Content Placeholder 7">
            <a:extLst>
              <a:ext uri="{FF2B5EF4-FFF2-40B4-BE49-F238E27FC236}">
                <a16:creationId xmlns:a16="http://schemas.microsoft.com/office/drawing/2014/main" id="{3E7CE142-0CA8-FE44-AEBE-6EA0C0C59560}"/>
              </a:ext>
            </a:extLst>
          </p:cNvPr>
          <p:cNvSpPr>
            <a:spLocks noGrp="1"/>
          </p:cNvSpPr>
          <p:nvPr>
            <p:ph sz="quarter" idx="11"/>
          </p:nvPr>
        </p:nvSpPr>
        <p:spPr>
          <a:xfrm>
            <a:off x="6336790" y="3429000"/>
            <a:ext cx="2441448" cy="2579914"/>
          </a:xfrm>
        </p:spPr>
        <p:txBody>
          <a:bodyPr>
            <a:noAutofit/>
          </a:bodyPr>
          <a:lstStyle>
            <a:lvl1pPr marL="137160" indent="-137160">
              <a:spcBef>
                <a:spcPts val="900"/>
              </a:spcBef>
              <a:defRPr sz="1400"/>
            </a:lvl1pPr>
            <a:lvl2pPr marL="274320" indent="-137160">
              <a:spcBef>
                <a:spcPts val="300"/>
              </a:spcBef>
              <a:defRPr sz="1400"/>
            </a:lvl2pPr>
            <a:lvl3pPr marL="411480" indent="-137160">
              <a:spcBef>
                <a:spcPts val="0"/>
              </a:spcBef>
              <a:defRPr sz="1400"/>
            </a:lvl3pPr>
            <a:lvl4pPr marL="548640" indent="-137160">
              <a:spcBef>
                <a:spcPts val="0"/>
              </a:spcBef>
              <a:defRPr sz="1400"/>
            </a:lvl4pPr>
            <a:lvl5pPr marL="685800" indent="-137160">
              <a:spcBef>
                <a:spcPts val="0"/>
              </a:spcBef>
              <a:defRPr sz="1400"/>
            </a:lvl5pPr>
            <a:lvl6pPr marL="822960" indent="-137160">
              <a:spcBef>
                <a:spcPts val="0"/>
              </a:spcBef>
              <a:defRPr sz="1400"/>
            </a:lvl6pPr>
            <a:lvl7pPr marL="960120" indent="-137160">
              <a:spcBef>
                <a:spcPts val="0"/>
              </a:spcBef>
              <a:defRPr sz="1400"/>
            </a:lvl7pPr>
            <a:lvl8pPr marL="1097280" indent="-137160">
              <a:spcBef>
                <a:spcPts val="0"/>
              </a:spcBef>
              <a:defRPr sz="1400"/>
            </a:lvl8pPr>
            <a:lvl9pPr marL="1234440" indent="-137160">
              <a:spcBef>
                <a:spcPts val="0"/>
              </a:spcBef>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4" name="Picture Placeholder 8">
            <a:extLst>
              <a:ext uri="{FF2B5EF4-FFF2-40B4-BE49-F238E27FC236}">
                <a16:creationId xmlns:a16="http://schemas.microsoft.com/office/drawing/2014/main" id="{6099DDD5-D089-AD4F-B4E2-5303AA3DBDDA}"/>
              </a:ext>
            </a:extLst>
          </p:cNvPr>
          <p:cNvSpPr>
            <a:spLocks noGrp="1"/>
          </p:cNvSpPr>
          <p:nvPr>
            <p:ph type="pic" sz="quarter" idx="15"/>
          </p:nvPr>
        </p:nvSpPr>
        <p:spPr>
          <a:xfrm>
            <a:off x="9262870" y="1664207"/>
            <a:ext cx="2441448" cy="1472184"/>
          </a:xfrm>
          <a:solidFill>
            <a:srgbClr val="BFBFBF"/>
          </a:solidFill>
        </p:spPr>
        <p:txBody>
          <a:bodyPr anchor="ctr" anchorCtr="0">
            <a:normAutofit/>
          </a:bodyPr>
          <a:lstStyle>
            <a:lvl1pPr marL="0" indent="0" algn="ctr">
              <a:spcBef>
                <a:spcPts val="0"/>
              </a:spcBef>
              <a:buFontTx/>
              <a:buNone/>
              <a:defRPr sz="1000"/>
            </a:lvl1pPr>
          </a:lstStyle>
          <a:p>
            <a:r>
              <a:rPr lang="en-US"/>
              <a:t>Click icon to add picture</a:t>
            </a:r>
            <a:endParaRPr lang="en-US" dirty="0"/>
          </a:p>
        </p:txBody>
      </p:sp>
      <p:sp>
        <p:nvSpPr>
          <p:cNvPr id="9" name="Content Placeholder 9">
            <a:extLst>
              <a:ext uri="{FF2B5EF4-FFF2-40B4-BE49-F238E27FC236}">
                <a16:creationId xmlns:a16="http://schemas.microsoft.com/office/drawing/2014/main" id="{5BC9E542-5C7A-5F45-986F-1849A865FCEA}"/>
              </a:ext>
            </a:extLst>
          </p:cNvPr>
          <p:cNvSpPr>
            <a:spLocks noGrp="1"/>
          </p:cNvSpPr>
          <p:nvPr>
            <p:ph sz="quarter" idx="12"/>
          </p:nvPr>
        </p:nvSpPr>
        <p:spPr>
          <a:xfrm>
            <a:off x="9262870" y="3429000"/>
            <a:ext cx="2441448" cy="2579914"/>
          </a:xfrm>
        </p:spPr>
        <p:txBody>
          <a:bodyPr>
            <a:noAutofit/>
          </a:bodyPr>
          <a:lstStyle>
            <a:lvl1pPr marL="137160" indent="-137160">
              <a:spcBef>
                <a:spcPts val="900"/>
              </a:spcBef>
              <a:defRPr sz="1400"/>
            </a:lvl1pPr>
            <a:lvl2pPr marL="274320" indent="-137160">
              <a:spcBef>
                <a:spcPts val="300"/>
              </a:spcBef>
              <a:defRPr sz="1400"/>
            </a:lvl2pPr>
            <a:lvl3pPr marL="411480" indent="-137160">
              <a:spcBef>
                <a:spcPts val="0"/>
              </a:spcBef>
              <a:defRPr sz="1400"/>
            </a:lvl3pPr>
            <a:lvl4pPr marL="548640" indent="-137160">
              <a:spcBef>
                <a:spcPts val="0"/>
              </a:spcBef>
              <a:defRPr sz="1400"/>
            </a:lvl4pPr>
            <a:lvl5pPr marL="685800" indent="-137160">
              <a:spcBef>
                <a:spcPts val="0"/>
              </a:spcBef>
              <a:defRPr sz="1400"/>
            </a:lvl5pPr>
            <a:lvl6pPr marL="822960" indent="-137160">
              <a:spcBef>
                <a:spcPts val="0"/>
              </a:spcBef>
              <a:defRPr sz="1400"/>
            </a:lvl6pPr>
            <a:lvl7pPr marL="960120" indent="-137160">
              <a:spcBef>
                <a:spcPts val="0"/>
              </a:spcBef>
              <a:defRPr sz="1400"/>
            </a:lvl7pPr>
            <a:lvl8pPr marL="1097280" indent="-137160">
              <a:spcBef>
                <a:spcPts val="0"/>
              </a:spcBef>
              <a:defRPr sz="1400"/>
            </a:lvl8pPr>
            <a:lvl9pPr marL="1234440" indent="-137160">
              <a:spcBef>
                <a:spcPts val="0"/>
              </a:spcBef>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Text Placeholder 6">
            <a:extLst>
              <a:ext uri="{FF2B5EF4-FFF2-40B4-BE49-F238E27FC236}">
                <a16:creationId xmlns:a16="http://schemas.microsoft.com/office/drawing/2014/main" id="{DE3EA358-26F8-903C-E58A-AC5F0E9C82A2}"/>
              </a:ext>
            </a:extLst>
          </p:cNvPr>
          <p:cNvSpPr>
            <a:spLocks noGrp="1"/>
          </p:cNvSpPr>
          <p:nvPr>
            <p:ph type="body" sz="quarter" idx="16" hasCustomPrompt="1"/>
          </p:nvPr>
        </p:nvSpPr>
        <p:spPr>
          <a:xfrm>
            <a:off x="484631" y="1030944"/>
            <a:ext cx="11219688" cy="347663"/>
          </a:xfrm>
        </p:spPr>
        <p:txBody>
          <a:bodyPr/>
          <a:lstStyle>
            <a:lvl1pPr marL="0" indent="0">
              <a:buFontTx/>
              <a:buNone/>
              <a:defRPr sz="1800"/>
            </a:lvl1pPr>
          </a:lstStyle>
          <a:p>
            <a:pPr lvl="0"/>
            <a:r>
              <a:rPr lang="en-US" dirty="0"/>
              <a:t>[Slide subtitle]</a:t>
            </a:r>
          </a:p>
        </p:txBody>
      </p:sp>
      <p:sp>
        <p:nvSpPr>
          <p:cNvPr id="6" name="Text Placeholder 6">
            <a:extLst>
              <a:ext uri="{FF2B5EF4-FFF2-40B4-BE49-F238E27FC236}">
                <a16:creationId xmlns:a16="http://schemas.microsoft.com/office/drawing/2014/main" id="{E55B1645-A968-D5C8-FE73-1F781F99C76C}"/>
              </a:ext>
            </a:extLst>
          </p:cNvPr>
          <p:cNvSpPr>
            <a:spLocks noGrp="1"/>
          </p:cNvSpPr>
          <p:nvPr>
            <p:ph type="body" sz="quarter" idx="17" hasCustomPrompt="1"/>
          </p:nvPr>
        </p:nvSpPr>
        <p:spPr>
          <a:xfrm>
            <a:off x="486537" y="6153150"/>
            <a:ext cx="11219688" cy="219075"/>
          </a:xfrm>
        </p:spPr>
        <p:txBody>
          <a:bodyPr/>
          <a:lstStyle>
            <a:lvl1pPr marL="0" indent="0">
              <a:buFontTx/>
              <a:buNone/>
              <a:defRPr sz="800"/>
            </a:lvl1pPr>
          </a:lstStyle>
          <a:p>
            <a:pPr lvl="0"/>
            <a:r>
              <a:rPr lang="en-US" dirty="0"/>
              <a:t>Footnote</a:t>
            </a:r>
          </a:p>
        </p:txBody>
      </p:sp>
    </p:spTree>
    <p:extLst>
      <p:ext uri="{BB962C8B-B14F-4D97-AF65-F5344CB8AC3E}">
        <p14:creationId xmlns:p14="http://schemas.microsoft.com/office/powerpoint/2010/main" val="2154634959"/>
      </p:ext>
    </p:extLst>
  </p:cSld>
  <p:clrMapOvr>
    <a:masterClrMapping/>
  </p:clrMapOvr>
  <p:extLst>
    <p:ext uri="{DCECCB84-F9BA-43D5-87BE-67443E8EF086}">
      <p15:sldGuideLst xmlns:p15="http://schemas.microsoft.com/office/powerpoint/2012/main">
        <p15:guide id="4" pos="1844" userDrawn="1">
          <p15:clr>
            <a:srgbClr val="C35EA4"/>
          </p15:clr>
        </p15:guide>
        <p15:guide id="5" pos="2146" userDrawn="1">
          <p15:clr>
            <a:srgbClr val="C35EA4"/>
          </p15:clr>
        </p15:guide>
        <p15:guide id="6" pos="5530" userDrawn="1">
          <p15:clr>
            <a:srgbClr val="C35EA4"/>
          </p15:clr>
        </p15:guide>
        <p15:guide id="7" pos="5832" userDrawn="1">
          <p15:clr>
            <a:srgbClr val="C35EA4"/>
          </p15:clr>
        </p15:guide>
        <p15:guide id="8" pos="3688" userDrawn="1">
          <p15:clr>
            <a:srgbClr val="C35EA4"/>
          </p15:clr>
        </p15:guide>
        <p15:guide id="9" pos="3988" userDrawn="1">
          <p15:clr>
            <a:srgbClr val="C35EA4"/>
          </p15:clr>
        </p15:guide>
        <p15:guide id="10" orient="horz" pos="1046" userDrawn="1">
          <p15:clr>
            <a:srgbClr val="5ACBF0"/>
          </p15:clr>
        </p15:guide>
        <p15:guide id="11" orient="horz" pos="1976" userDrawn="1">
          <p15:clr>
            <a:srgbClr val="5ACBF0"/>
          </p15:clr>
        </p15:guide>
        <p15:guide id="12" orient="horz" pos="2158" userDrawn="1">
          <p15:clr>
            <a:srgbClr val="5ACBF0"/>
          </p15:clr>
        </p15:guide>
      </p15:sldGuideLst>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67921A-18B5-4EC0-B921-CA27E4A3D6A2}"/>
              </a:ext>
            </a:extLst>
          </p:cNvPr>
          <p:cNvSpPr>
            <a:spLocks noGrp="1"/>
          </p:cNvSpPr>
          <p:nvPr>
            <p:ph type="title" hasCustomPrompt="1"/>
          </p:nvPr>
        </p:nvSpPr>
        <p:spPr>
          <a:xfrm>
            <a:off x="484630" y="484632"/>
            <a:ext cx="11219688" cy="530352"/>
          </a:xfrm>
        </p:spPr>
        <p:txBody>
          <a:bodyPr/>
          <a:lstStyle/>
          <a:p>
            <a:r>
              <a:rPr lang="en-US" dirty="0"/>
              <a:t>[Slide title]</a:t>
            </a:r>
          </a:p>
        </p:txBody>
      </p:sp>
      <p:sp>
        <p:nvSpPr>
          <p:cNvPr id="3" name="Text Placeholder 6">
            <a:extLst>
              <a:ext uri="{FF2B5EF4-FFF2-40B4-BE49-F238E27FC236}">
                <a16:creationId xmlns:a16="http://schemas.microsoft.com/office/drawing/2014/main" id="{A704BE5C-6B80-9B0F-1ED5-15FF3358E42B}"/>
              </a:ext>
            </a:extLst>
          </p:cNvPr>
          <p:cNvSpPr>
            <a:spLocks noGrp="1"/>
          </p:cNvSpPr>
          <p:nvPr>
            <p:ph type="body" sz="quarter" idx="16" hasCustomPrompt="1"/>
          </p:nvPr>
        </p:nvSpPr>
        <p:spPr>
          <a:xfrm>
            <a:off x="484631" y="1030944"/>
            <a:ext cx="11219688" cy="347663"/>
          </a:xfrm>
        </p:spPr>
        <p:txBody>
          <a:bodyPr/>
          <a:lstStyle>
            <a:lvl1pPr marL="0" indent="0">
              <a:buFontTx/>
              <a:buNone/>
              <a:defRPr sz="1800"/>
            </a:lvl1pPr>
          </a:lstStyle>
          <a:p>
            <a:pPr lvl="0"/>
            <a:r>
              <a:rPr lang="en-US" dirty="0"/>
              <a:t>[Slide subtitle]</a:t>
            </a:r>
          </a:p>
        </p:txBody>
      </p:sp>
      <p:sp>
        <p:nvSpPr>
          <p:cNvPr id="4" name="Text Placeholder 6">
            <a:extLst>
              <a:ext uri="{FF2B5EF4-FFF2-40B4-BE49-F238E27FC236}">
                <a16:creationId xmlns:a16="http://schemas.microsoft.com/office/drawing/2014/main" id="{1ACD6B16-8BBF-0711-BDA3-94662772CCDB}"/>
              </a:ext>
            </a:extLst>
          </p:cNvPr>
          <p:cNvSpPr>
            <a:spLocks noGrp="1"/>
          </p:cNvSpPr>
          <p:nvPr>
            <p:ph type="body" sz="quarter" idx="17" hasCustomPrompt="1"/>
          </p:nvPr>
        </p:nvSpPr>
        <p:spPr>
          <a:xfrm>
            <a:off x="486537" y="6153150"/>
            <a:ext cx="11219688" cy="219075"/>
          </a:xfrm>
        </p:spPr>
        <p:txBody>
          <a:bodyPr/>
          <a:lstStyle>
            <a:lvl1pPr marL="0" indent="0">
              <a:buFontTx/>
              <a:buNone/>
              <a:defRPr sz="800"/>
            </a:lvl1pPr>
          </a:lstStyle>
          <a:p>
            <a:pPr lvl="0"/>
            <a:r>
              <a:rPr lang="en-US" dirty="0"/>
              <a:t>Footnote</a:t>
            </a:r>
          </a:p>
        </p:txBody>
      </p:sp>
    </p:spTree>
    <p:extLst>
      <p:ext uri="{BB962C8B-B14F-4D97-AF65-F5344CB8AC3E}">
        <p14:creationId xmlns:p14="http://schemas.microsoft.com/office/powerpoint/2010/main" val="1390203051"/>
      </p:ext>
    </p:extLst>
  </p:cSld>
  <p:clrMapOvr>
    <a:masterClrMapping/>
  </p:clrMapOvr>
  <p:extLst>
    <p:ext uri="{DCECCB84-F9BA-43D5-87BE-67443E8EF086}">
      <p15:sldGuideLst xmlns:p15="http://schemas.microsoft.com/office/powerpoint/2012/main">
        <p15:guide id="1" orient="horz" pos="1046" userDrawn="1">
          <p15:clr>
            <a:srgbClr val="5ACBF0"/>
          </p15:clr>
        </p15:guide>
        <p15:guide id="2" pos="614" userDrawn="1">
          <p15:clr>
            <a:srgbClr val="C35EA4"/>
          </p15:clr>
        </p15:guide>
        <p15:guide id="3" pos="922" userDrawn="1">
          <p15:clr>
            <a:srgbClr val="C35EA4"/>
          </p15:clr>
        </p15:guide>
        <p15:guide id="4" pos="1228" userDrawn="1">
          <p15:clr>
            <a:srgbClr val="C35EA4"/>
          </p15:clr>
        </p15:guide>
        <p15:guide id="5" pos="1536" userDrawn="1">
          <p15:clr>
            <a:srgbClr val="C35EA4"/>
          </p15:clr>
        </p15:guide>
        <p15:guide id="6" pos="1842" userDrawn="1">
          <p15:clr>
            <a:srgbClr val="C35EA4"/>
          </p15:clr>
        </p15:guide>
        <p15:guide id="7" pos="2150" userDrawn="1">
          <p15:clr>
            <a:srgbClr val="C35EA4"/>
          </p15:clr>
        </p15:guide>
        <p15:guide id="8" pos="2458" userDrawn="1">
          <p15:clr>
            <a:srgbClr val="C35EA4"/>
          </p15:clr>
        </p15:guide>
        <p15:guide id="9" pos="2764" userDrawn="1">
          <p15:clr>
            <a:srgbClr val="C35EA4"/>
          </p15:clr>
        </p15:guide>
        <p15:guide id="10" pos="3072" userDrawn="1">
          <p15:clr>
            <a:srgbClr val="C35EA4"/>
          </p15:clr>
        </p15:guide>
        <p15:guide id="11" pos="3378" userDrawn="1">
          <p15:clr>
            <a:srgbClr val="C35EA4"/>
          </p15:clr>
        </p15:guide>
        <p15:guide id="12" pos="3686" userDrawn="1">
          <p15:clr>
            <a:srgbClr val="C35EA4"/>
          </p15:clr>
        </p15:guide>
        <p15:guide id="13" pos="3994" userDrawn="1">
          <p15:clr>
            <a:srgbClr val="C35EA4"/>
          </p15:clr>
        </p15:guide>
        <p15:guide id="14" pos="4300" userDrawn="1">
          <p15:clr>
            <a:srgbClr val="C35EA4"/>
          </p15:clr>
        </p15:guide>
        <p15:guide id="15" pos="4608" userDrawn="1">
          <p15:clr>
            <a:srgbClr val="C35EA4"/>
          </p15:clr>
        </p15:guide>
        <p15:guide id="16" pos="4914" userDrawn="1">
          <p15:clr>
            <a:srgbClr val="C35EA4"/>
          </p15:clr>
        </p15:guide>
        <p15:guide id="17" pos="5222" userDrawn="1">
          <p15:clr>
            <a:srgbClr val="C35EA4"/>
          </p15:clr>
        </p15:guide>
        <p15:guide id="18" pos="5530" userDrawn="1">
          <p15:clr>
            <a:srgbClr val="C35EA4"/>
          </p15:clr>
        </p15:guide>
        <p15:guide id="19" pos="5836" userDrawn="1">
          <p15:clr>
            <a:srgbClr val="C35EA4"/>
          </p15:clr>
        </p15:guide>
        <p15:guide id="20" pos="6144" userDrawn="1">
          <p15:clr>
            <a:srgbClr val="C35EA4"/>
          </p15:clr>
        </p15:guide>
        <p15:guide id="21" pos="6450" userDrawn="1">
          <p15:clr>
            <a:srgbClr val="C35EA4"/>
          </p15:clr>
        </p15:guide>
        <p15:guide id="22" pos="6758" userDrawn="1">
          <p15:clr>
            <a:srgbClr val="C35EA4"/>
          </p15:clr>
        </p15:guide>
        <p15:guide id="23" pos="7066" userDrawn="1">
          <p15:clr>
            <a:srgbClr val="C35EA4"/>
          </p15:clr>
        </p15:guide>
        <p15:guide id="24" orient="horz" pos="676" userDrawn="1">
          <p15:clr>
            <a:srgbClr val="5ACBF0"/>
          </p15:clr>
        </p15:guide>
        <p15:guide id="25" orient="horz" pos="1418" userDrawn="1">
          <p15:clr>
            <a:srgbClr val="5ACBF0"/>
          </p15:clr>
        </p15:guide>
        <p15:guide id="26" orient="horz" pos="1788" userDrawn="1">
          <p15:clr>
            <a:srgbClr val="5ACBF0"/>
          </p15:clr>
        </p15:guide>
        <p15:guide id="27" orient="horz" pos="2160" userDrawn="1">
          <p15:clr>
            <a:srgbClr val="5ACBF0"/>
          </p15:clr>
        </p15:guide>
        <p15:guide id="28" orient="horz" pos="2530" userDrawn="1">
          <p15:clr>
            <a:srgbClr val="5ACBF0"/>
          </p15:clr>
        </p15:guide>
        <p15:guide id="29" orient="horz" pos="2902" userDrawn="1">
          <p15:clr>
            <a:srgbClr val="5ACBF0"/>
          </p15:clr>
        </p15:guide>
        <p15:guide id="30" orient="horz" pos="3272" userDrawn="1">
          <p15:clr>
            <a:srgbClr val="5ACBF0"/>
          </p15:clr>
        </p15:guide>
        <p15:guide id="31" orient="horz" pos="3644" userDrawn="1">
          <p15:clr>
            <a:srgbClr val="5ACBF0"/>
          </p15:clr>
        </p15:guide>
      </p15:sldGuideLst>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Title Only - Gray">
    <p:bg>
      <p:bgPr>
        <a:solidFill>
          <a:srgbClr val="F2F2F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67921A-18B5-4EC0-B921-CA27E4A3D6A2}"/>
              </a:ext>
            </a:extLst>
          </p:cNvPr>
          <p:cNvSpPr>
            <a:spLocks noGrp="1"/>
          </p:cNvSpPr>
          <p:nvPr>
            <p:ph type="title" hasCustomPrompt="1"/>
          </p:nvPr>
        </p:nvSpPr>
        <p:spPr>
          <a:xfrm>
            <a:off x="484630" y="484632"/>
            <a:ext cx="11219688" cy="530352"/>
          </a:xfrm>
        </p:spPr>
        <p:txBody>
          <a:bodyPr/>
          <a:lstStyle/>
          <a:p>
            <a:r>
              <a:rPr lang="en-US" dirty="0"/>
              <a:t>[Slide title]</a:t>
            </a:r>
          </a:p>
        </p:txBody>
      </p:sp>
      <p:sp>
        <p:nvSpPr>
          <p:cNvPr id="3" name="Text Placeholder 6">
            <a:extLst>
              <a:ext uri="{FF2B5EF4-FFF2-40B4-BE49-F238E27FC236}">
                <a16:creationId xmlns:a16="http://schemas.microsoft.com/office/drawing/2014/main" id="{D9205506-CA75-1055-2CE1-68050A1A7B1E}"/>
              </a:ext>
            </a:extLst>
          </p:cNvPr>
          <p:cNvSpPr>
            <a:spLocks noGrp="1"/>
          </p:cNvSpPr>
          <p:nvPr>
            <p:ph type="body" sz="quarter" idx="16" hasCustomPrompt="1"/>
          </p:nvPr>
        </p:nvSpPr>
        <p:spPr>
          <a:xfrm>
            <a:off x="484631" y="1030944"/>
            <a:ext cx="11219688" cy="347663"/>
          </a:xfrm>
        </p:spPr>
        <p:txBody>
          <a:bodyPr/>
          <a:lstStyle>
            <a:lvl1pPr marL="0" indent="0">
              <a:buFontTx/>
              <a:buNone/>
              <a:defRPr sz="1800"/>
            </a:lvl1pPr>
          </a:lstStyle>
          <a:p>
            <a:pPr lvl="0"/>
            <a:r>
              <a:rPr lang="en-US" dirty="0"/>
              <a:t>[Slide subtitle]</a:t>
            </a:r>
          </a:p>
        </p:txBody>
      </p:sp>
      <p:sp>
        <p:nvSpPr>
          <p:cNvPr id="4" name="Text Placeholder 6">
            <a:extLst>
              <a:ext uri="{FF2B5EF4-FFF2-40B4-BE49-F238E27FC236}">
                <a16:creationId xmlns:a16="http://schemas.microsoft.com/office/drawing/2014/main" id="{C5EC4519-B474-13F5-AA61-40DB2F5A6093}"/>
              </a:ext>
            </a:extLst>
          </p:cNvPr>
          <p:cNvSpPr>
            <a:spLocks noGrp="1"/>
          </p:cNvSpPr>
          <p:nvPr>
            <p:ph type="body" sz="quarter" idx="17" hasCustomPrompt="1"/>
          </p:nvPr>
        </p:nvSpPr>
        <p:spPr>
          <a:xfrm>
            <a:off x="486537" y="6153150"/>
            <a:ext cx="11219688" cy="219075"/>
          </a:xfrm>
        </p:spPr>
        <p:txBody>
          <a:bodyPr/>
          <a:lstStyle>
            <a:lvl1pPr marL="0" indent="0">
              <a:buFontTx/>
              <a:buNone/>
              <a:defRPr sz="800"/>
            </a:lvl1pPr>
          </a:lstStyle>
          <a:p>
            <a:pPr lvl="0"/>
            <a:r>
              <a:rPr lang="en-US" dirty="0"/>
              <a:t>Footnote</a:t>
            </a:r>
          </a:p>
        </p:txBody>
      </p:sp>
    </p:spTree>
    <p:extLst>
      <p:ext uri="{BB962C8B-B14F-4D97-AF65-F5344CB8AC3E}">
        <p14:creationId xmlns:p14="http://schemas.microsoft.com/office/powerpoint/2010/main" val="2434262528"/>
      </p:ext>
    </p:extLst>
  </p:cSld>
  <p:clrMapOvr>
    <a:masterClrMapping/>
  </p:clrMapOvr>
  <p:extLst>
    <p:ext uri="{DCECCB84-F9BA-43D5-87BE-67443E8EF086}">
      <p15:sldGuideLst xmlns:p15="http://schemas.microsoft.com/office/powerpoint/2012/main">
        <p15:guide id="1" orient="horz" pos="1046" userDrawn="1">
          <p15:clr>
            <a:srgbClr val="5ACBF0"/>
          </p15:clr>
        </p15:guide>
        <p15:guide id="2" pos="614" userDrawn="1">
          <p15:clr>
            <a:srgbClr val="C35EA4"/>
          </p15:clr>
        </p15:guide>
        <p15:guide id="3" pos="922" userDrawn="1">
          <p15:clr>
            <a:srgbClr val="C35EA4"/>
          </p15:clr>
        </p15:guide>
        <p15:guide id="4" pos="1228" userDrawn="1">
          <p15:clr>
            <a:srgbClr val="C35EA4"/>
          </p15:clr>
        </p15:guide>
        <p15:guide id="5" pos="1536" userDrawn="1">
          <p15:clr>
            <a:srgbClr val="C35EA4"/>
          </p15:clr>
        </p15:guide>
        <p15:guide id="6" pos="1842" userDrawn="1">
          <p15:clr>
            <a:srgbClr val="C35EA4"/>
          </p15:clr>
        </p15:guide>
        <p15:guide id="7" pos="2150" userDrawn="1">
          <p15:clr>
            <a:srgbClr val="C35EA4"/>
          </p15:clr>
        </p15:guide>
        <p15:guide id="8" pos="2458" userDrawn="1">
          <p15:clr>
            <a:srgbClr val="C35EA4"/>
          </p15:clr>
        </p15:guide>
        <p15:guide id="9" pos="2764" userDrawn="1">
          <p15:clr>
            <a:srgbClr val="C35EA4"/>
          </p15:clr>
        </p15:guide>
        <p15:guide id="10" pos="3072" userDrawn="1">
          <p15:clr>
            <a:srgbClr val="C35EA4"/>
          </p15:clr>
        </p15:guide>
        <p15:guide id="11" pos="3378" userDrawn="1">
          <p15:clr>
            <a:srgbClr val="C35EA4"/>
          </p15:clr>
        </p15:guide>
        <p15:guide id="12" pos="3686" userDrawn="1">
          <p15:clr>
            <a:srgbClr val="C35EA4"/>
          </p15:clr>
        </p15:guide>
        <p15:guide id="13" pos="3994" userDrawn="1">
          <p15:clr>
            <a:srgbClr val="C35EA4"/>
          </p15:clr>
        </p15:guide>
        <p15:guide id="14" pos="4300" userDrawn="1">
          <p15:clr>
            <a:srgbClr val="C35EA4"/>
          </p15:clr>
        </p15:guide>
        <p15:guide id="15" pos="4608" userDrawn="1">
          <p15:clr>
            <a:srgbClr val="C35EA4"/>
          </p15:clr>
        </p15:guide>
        <p15:guide id="16" pos="4914" userDrawn="1">
          <p15:clr>
            <a:srgbClr val="C35EA4"/>
          </p15:clr>
        </p15:guide>
        <p15:guide id="17" pos="5222" userDrawn="1">
          <p15:clr>
            <a:srgbClr val="C35EA4"/>
          </p15:clr>
        </p15:guide>
        <p15:guide id="18" pos="5530" userDrawn="1">
          <p15:clr>
            <a:srgbClr val="C35EA4"/>
          </p15:clr>
        </p15:guide>
        <p15:guide id="19" pos="5836" userDrawn="1">
          <p15:clr>
            <a:srgbClr val="C35EA4"/>
          </p15:clr>
        </p15:guide>
        <p15:guide id="20" pos="6144" userDrawn="1">
          <p15:clr>
            <a:srgbClr val="C35EA4"/>
          </p15:clr>
        </p15:guide>
        <p15:guide id="21" pos="6450" userDrawn="1">
          <p15:clr>
            <a:srgbClr val="C35EA4"/>
          </p15:clr>
        </p15:guide>
        <p15:guide id="22" pos="6758" userDrawn="1">
          <p15:clr>
            <a:srgbClr val="C35EA4"/>
          </p15:clr>
        </p15:guide>
        <p15:guide id="23" pos="7066" userDrawn="1">
          <p15:clr>
            <a:srgbClr val="C35EA4"/>
          </p15:clr>
        </p15:guide>
        <p15:guide id="24" orient="horz" pos="676" userDrawn="1">
          <p15:clr>
            <a:srgbClr val="5ACBF0"/>
          </p15:clr>
        </p15:guide>
        <p15:guide id="25" orient="horz" pos="1418" userDrawn="1">
          <p15:clr>
            <a:srgbClr val="5ACBF0"/>
          </p15:clr>
        </p15:guide>
        <p15:guide id="26" orient="horz" pos="1788" userDrawn="1">
          <p15:clr>
            <a:srgbClr val="5ACBF0"/>
          </p15:clr>
        </p15:guide>
        <p15:guide id="27" orient="horz" pos="2160" userDrawn="1">
          <p15:clr>
            <a:srgbClr val="5ACBF0"/>
          </p15:clr>
        </p15:guide>
        <p15:guide id="28" orient="horz" pos="2530" userDrawn="1">
          <p15:clr>
            <a:srgbClr val="5ACBF0"/>
          </p15:clr>
        </p15:guide>
        <p15:guide id="29" orient="horz" pos="2902" userDrawn="1">
          <p15:clr>
            <a:srgbClr val="5ACBF0"/>
          </p15:clr>
        </p15:guide>
        <p15:guide id="30" orient="horz" pos="3272" userDrawn="1">
          <p15:clr>
            <a:srgbClr val="5ACBF0"/>
          </p15:clr>
        </p15:guide>
        <p15:guide id="31" orient="horz" pos="3644" userDrawn="1">
          <p15:clr>
            <a:srgbClr val="5ACBF0"/>
          </p15:clr>
        </p15:guide>
      </p15:sldGuideLst>
    </p:ext>
  </p:extLst>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874432715"/>
      </p:ext>
    </p:extLst>
  </p:cSld>
  <p:clrMapOvr>
    <a:masterClrMapping/>
  </p:clrMapOvr>
  <p:extLst>
    <p:ext uri="{DCECCB84-F9BA-43D5-87BE-67443E8EF086}">
      <p15:sldGuideLst xmlns:p15="http://schemas.microsoft.com/office/powerpoint/2012/main">
        <p15:guide id="1" orient="horz" pos="1046" userDrawn="1">
          <p15:clr>
            <a:srgbClr val="5ACBF0"/>
          </p15:clr>
        </p15:guide>
        <p15:guide id="2" orient="horz" pos="676" userDrawn="1">
          <p15:clr>
            <a:srgbClr val="5ACBF0"/>
          </p15:clr>
        </p15:guide>
        <p15:guide id="3" orient="horz" pos="1418" userDrawn="1">
          <p15:clr>
            <a:srgbClr val="5ACBF0"/>
          </p15:clr>
        </p15:guide>
        <p15:guide id="4" orient="horz" pos="1788" userDrawn="1">
          <p15:clr>
            <a:srgbClr val="5ACBF0"/>
          </p15:clr>
        </p15:guide>
        <p15:guide id="5" orient="horz" pos="2160" userDrawn="1">
          <p15:clr>
            <a:srgbClr val="5ACBF0"/>
          </p15:clr>
        </p15:guide>
        <p15:guide id="6" orient="horz" pos="2530" userDrawn="1">
          <p15:clr>
            <a:srgbClr val="5ACBF0"/>
          </p15:clr>
        </p15:guide>
        <p15:guide id="7" orient="horz" pos="2902" userDrawn="1">
          <p15:clr>
            <a:srgbClr val="5ACBF0"/>
          </p15:clr>
        </p15:guide>
        <p15:guide id="8" orient="horz" pos="3272" userDrawn="1">
          <p15:clr>
            <a:srgbClr val="5ACBF0"/>
          </p15:clr>
        </p15:guide>
        <p15:guide id="9" orient="horz" pos="3644" userDrawn="1">
          <p15:clr>
            <a:srgbClr val="5ACBF0"/>
          </p15:clr>
        </p15:guide>
        <p15:guide id="10" pos="614" userDrawn="1">
          <p15:clr>
            <a:srgbClr val="C35EA4"/>
          </p15:clr>
        </p15:guide>
        <p15:guide id="11" pos="922" userDrawn="1">
          <p15:clr>
            <a:srgbClr val="C35EA4"/>
          </p15:clr>
        </p15:guide>
        <p15:guide id="12" pos="1228" userDrawn="1">
          <p15:clr>
            <a:srgbClr val="C35EA4"/>
          </p15:clr>
        </p15:guide>
        <p15:guide id="13" pos="1536" userDrawn="1">
          <p15:clr>
            <a:srgbClr val="C35EA4"/>
          </p15:clr>
        </p15:guide>
        <p15:guide id="14" pos="1842" userDrawn="1">
          <p15:clr>
            <a:srgbClr val="C35EA4"/>
          </p15:clr>
        </p15:guide>
        <p15:guide id="15" pos="2150" userDrawn="1">
          <p15:clr>
            <a:srgbClr val="C35EA4"/>
          </p15:clr>
        </p15:guide>
        <p15:guide id="16" pos="2458" userDrawn="1">
          <p15:clr>
            <a:srgbClr val="C35EA4"/>
          </p15:clr>
        </p15:guide>
        <p15:guide id="17" pos="2764" userDrawn="1">
          <p15:clr>
            <a:srgbClr val="C35EA4"/>
          </p15:clr>
        </p15:guide>
        <p15:guide id="18" pos="3072" userDrawn="1">
          <p15:clr>
            <a:srgbClr val="C35EA4"/>
          </p15:clr>
        </p15:guide>
        <p15:guide id="19" pos="3378" userDrawn="1">
          <p15:clr>
            <a:srgbClr val="C35EA4"/>
          </p15:clr>
        </p15:guide>
        <p15:guide id="20" pos="3686" userDrawn="1">
          <p15:clr>
            <a:srgbClr val="C35EA4"/>
          </p15:clr>
        </p15:guide>
        <p15:guide id="21" pos="3994" userDrawn="1">
          <p15:clr>
            <a:srgbClr val="C35EA4"/>
          </p15:clr>
        </p15:guide>
        <p15:guide id="22" pos="4300" userDrawn="1">
          <p15:clr>
            <a:srgbClr val="C35EA4"/>
          </p15:clr>
        </p15:guide>
        <p15:guide id="23" pos="4608" userDrawn="1">
          <p15:clr>
            <a:srgbClr val="C35EA4"/>
          </p15:clr>
        </p15:guide>
        <p15:guide id="24" pos="4914" userDrawn="1">
          <p15:clr>
            <a:srgbClr val="C35EA4"/>
          </p15:clr>
        </p15:guide>
        <p15:guide id="25" pos="5222" userDrawn="1">
          <p15:clr>
            <a:srgbClr val="C35EA4"/>
          </p15:clr>
        </p15:guide>
        <p15:guide id="26" pos="5530" userDrawn="1">
          <p15:clr>
            <a:srgbClr val="C35EA4"/>
          </p15:clr>
        </p15:guide>
        <p15:guide id="27" pos="5836" userDrawn="1">
          <p15:clr>
            <a:srgbClr val="C35EA4"/>
          </p15:clr>
        </p15:guide>
        <p15:guide id="28" pos="6144" userDrawn="1">
          <p15:clr>
            <a:srgbClr val="C35EA4"/>
          </p15:clr>
        </p15:guide>
        <p15:guide id="29" pos="6450" userDrawn="1">
          <p15:clr>
            <a:srgbClr val="C35EA4"/>
          </p15:clr>
        </p15:guide>
        <p15:guide id="30" pos="6758" userDrawn="1">
          <p15:clr>
            <a:srgbClr val="C35EA4"/>
          </p15:clr>
        </p15:guide>
        <p15:guide id="31" pos="7066" userDrawn="1">
          <p15:clr>
            <a:srgbClr val="C35EA4"/>
          </p15:clr>
        </p15:guide>
      </p15:sldGuideLst>
    </p:ext>
  </p:extLst>
</p:sldLayout>
</file>

<file path=ppt/slideLayouts/slideLayout38.xml><?xml version="1.0" encoding="utf-8"?>
<p:sldLayout xmlns:a="http://schemas.openxmlformats.org/drawingml/2006/main" xmlns:r="http://schemas.openxmlformats.org/officeDocument/2006/relationships" xmlns:p="http://schemas.openxmlformats.org/presentationml/2006/main" showMasterSp="0" preserve="1" userDrawn="1">
  <p:cSld name="End Slide">
    <p:spTree>
      <p:nvGrpSpPr>
        <p:cNvPr id="1" name=""/>
        <p:cNvGrpSpPr/>
        <p:nvPr/>
      </p:nvGrpSpPr>
      <p:grpSpPr>
        <a:xfrm>
          <a:off x="0" y="0"/>
          <a:ext cx="0" cy="0"/>
          <a:chOff x="0" y="0"/>
          <a:chExt cx="0" cy="0"/>
        </a:xfrm>
      </p:grpSpPr>
      <p:sp>
        <p:nvSpPr>
          <p:cNvPr id="4" name="Micron" descr="Micron">
            <a:extLst>
              <a:ext uri="{FF2B5EF4-FFF2-40B4-BE49-F238E27FC236}">
                <a16:creationId xmlns:a16="http://schemas.microsoft.com/office/drawing/2014/main" id="{0160C290-CB1C-4634-2F50-C609362A9FDE}"/>
              </a:ext>
            </a:extLst>
          </p:cNvPr>
          <p:cNvSpPr>
            <a:spLocks noEditPoints="1"/>
          </p:cNvSpPr>
          <p:nvPr userDrawn="1"/>
        </p:nvSpPr>
        <p:spPr bwMode="black">
          <a:xfrm>
            <a:off x="481330" y="4764913"/>
            <a:ext cx="2057400" cy="438912"/>
          </a:xfrm>
          <a:custGeom>
            <a:avLst/>
            <a:gdLst>
              <a:gd name="T0" fmla="*/ 2517 w 2879"/>
              <a:gd name="T1" fmla="*/ 180 h 617"/>
              <a:gd name="T2" fmla="*/ 2700 w 2879"/>
              <a:gd name="T3" fmla="*/ 470 h 617"/>
              <a:gd name="T4" fmla="*/ 2879 w 2879"/>
              <a:gd name="T5" fmla="*/ 527 h 617"/>
              <a:gd name="T6" fmla="*/ 2755 w 2879"/>
              <a:gd name="T7" fmla="*/ 607 h 617"/>
              <a:gd name="T8" fmla="*/ 2612 w 2879"/>
              <a:gd name="T9" fmla="*/ 381 h 617"/>
              <a:gd name="T10" fmla="*/ 2422 w 2879"/>
              <a:gd name="T11" fmla="*/ 381 h 617"/>
              <a:gd name="T12" fmla="*/ 2334 w 2879"/>
              <a:gd name="T13" fmla="*/ 607 h 617"/>
              <a:gd name="T14" fmla="*/ 2517 w 2879"/>
              <a:gd name="T15" fmla="*/ 180 h 617"/>
              <a:gd name="T16" fmla="*/ 2037 w 2879"/>
              <a:gd name="T17" fmla="*/ 536 h 617"/>
              <a:gd name="T18" fmla="*/ 2037 w 2879"/>
              <a:gd name="T19" fmla="*/ 260 h 617"/>
              <a:gd name="T20" fmla="*/ 2037 w 2879"/>
              <a:gd name="T21" fmla="*/ 536 h 617"/>
              <a:gd name="T22" fmla="*/ 2037 w 2879"/>
              <a:gd name="T23" fmla="*/ 180 h 617"/>
              <a:gd name="T24" fmla="*/ 2037 w 2879"/>
              <a:gd name="T25" fmla="*/ 617 h 617"/>
              <a:gd name="T26" fmla="*/ 2037 w 2879"/>
              <a:gd name="T27" fmla="*/ 180 h 617"/>
              <a:gd name="T28" fmla="*/ 1715 w 2879"/>
              <a:gd name="T29" fmla="*/ 180 h 617"/>
              <a:gd name="T30" fmla="*/ 1769 w 2879"/>
              <a:gd name="T31" fmla="*/ 270 h 617"/>
              <a:gd name="T32" fmla="*/ 1638 w 2879"/>
              <a:gd name="T33" fmla="*/ 369 h 617"/>
              <a:gd name="T34" fmla="*/ 1552 w 2879"/>
              <a:gd name="T35" fmla="*/ 607 h 617"/>
              <a:gd name="T36" fmla="*/ 1715 w 2879"/>
              <a:gd name="T37" fmla="*/ 180 h 617"/>
              <a:gd name="T38" fmla="*/ 1344 w 2879"/>
              <a:gd name="T39" fmla="*/ 180 h 617"/>
              <a:gd name="T40" fmla="*/ 1430 w 2879"/>
              <a:gd name="T41" fmla="*/ 278 h 617"/>
              <a:gd name="T42" fmla="*/ 1235 w 2879"/>
              <a:gd name="T43" fmla="*/ 398 h 617"/>
              <a:gd name="T44" fmla="*/ 1434 w 2879"/>
              <a:gd name="T45" fmla="*/ 516 h 617"/>
              <a:gd name="T46" fmla="*/ 1344 w 2879"/>
              <a:gd name="T47" fmla="*/ 617 h 617"/>
              <a:gd name="T48" fmla="*/ 1344 w 2879"/>
              <a:gd name="T49" fmla="*/ 180 h 617"/>
              <a:gd name="T50" fmla="*/ 948 w 2879"/>
              <a:gd name="T51" fmla="*/ 190 h 617"/>
              <a:gd name="T52" fmla="*/ 1036 w 2879"/>
              <a:gd name="T53" fmla="*/ 607 h 617"/>
              <a:gd name="T54" fmla="*/ 948 w 2879"/>
              <a:gd name="T55" fmla="*/ 190 h 617"/>
              <a:gd name="T56" fmla="*/ 992 w 2879"/>
              <a:gd name="T57" fmla="*/ 0 h 617"/>
              <a:gd name="T58" fmla="*/ 992 w 2879"/>
              <a:gd name="T59" fmla="*/ 112 h 617"/>
              <a:gd name="T60" fmla="*/ 992 w 2879"/>
              <a:gd name="T61" fmla="*/ 0 h 617"/>
              <a:gd name="T62" fmla="*/ 0 w 2879"/>
              <a:gd name="T63" fmla="*/ 527 h 617"/>
              <a:gd name="T64" fmla="*/ 179 w 2879"/>
              <a:gd name="T65" fmla="*/ 470 h 617"/>
              <a:gd name="T66" fmla="*/ 359 w 2879"/>
              <a:gd name="T67" fmla="*/ 180 h 617"/>
              <a:gd name="T68" fmla="*/ 631 w 2879"/>
              <a:gd name="T69" fmla="*/ 180 h 617"/>
              <a:gd name="T70" fmla="*/ 812 w 2879"/>
              <a:gd name="T71" fmla="*/ 607 h 617"/>
              <a:gd name="T72" fmla="*/ 724 w 2879"/>
              <a:gd name="T73" fmla="*/ 381 h 617"/>
              <a:gd name="T74" fmla="*/ 539 w 2879"/>
              <a:gd name="T75" fmla="*/ 381 h 617"/>
              <a:gd name="T76" fmla="*/ 451 w 2879"/>
              <a:gd name="T77" fmla="*/ 607 h 617"/>
              <a:gd name="T78" fmla="*/ 359 w 2879"/>
              <a:gd name="T79" fmla="*/ 260 h 617"/>
              <a:gd name="T80" fmla="*/ 267 w 2879"/>
              <a:gd name="T81" fmla="*/ 470 h 617"/>
              <a:gd name="T82" fmla="*/ 0 w 2879"/>
              <a:gd name="T83" fmla="*/ 607 h 6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2879" h="617">
                <a:moveTo>
                  <a:pt x="2517" y="180"/>
                </a:moveTo>
                <a:lnTo>
                  <a:pt x="2517" y="180"/>
                </a:lnTo>
                <a:cubicBezTo>
                  <a:pt x="2638" y="180"/>
                  <a:pt x="2700" y="249"/>
                  <a:pt x="2700" y="381"/>
                </a:cubicBezTo>
                <a:lnTo>
                  <a:pt x="2700" y="470"/>
                </a:lnTo>
                <a:cubicBezTo>
                  <a:pt x="2700" y="512"/>
                  <a:pt x="2717" y="527"/>
                  <a:pt x="2755" y="527"/>
                </a:cubicBezTo>
                <a:lnTo>
                  <a:pt x="2879" y="527"/>
                </a:lnTo>
                <a:lnTo>
                  <a:pt x="2879" y="607"/>
                </a:lnTo>
                <a:lnTo>
                  <a:pt x="2755" y="607"/>
                </a:lnTo>
                <a:cubicBezTo>
                  <a:pt x="2660" y="607"/>
                  <a:pt x="2612" y="568"/>
                  <a:pt x="2612" y="470"/>
                </a:cubicBezTo>
                <a:lnTo>
                  <a:pt x="2612" y="381"/>
                </a:lnTo>
                <a:cubicBezTo>
                  <a:pt x="2612" y="300"/>
                  <a:pt x="2579" y="260"/>
                  <a:pt x="2517" y="260"/>
                </a:cubicBezTo>
                <a:cubicBezTo>
                  <a:pt x="2454" y="260"/>
                  <a:pt x="2422" y="300"/>
                  <a:pt x="2422" y="381"/>
                </a:cubicBezTo>
                <a:lnTo>
                  <a:pt x="2422" y="607"/>
                </a:lnTo>
                <a:lnTo>
                  <a:pt x="2334" y="607"/>
                </a:lnTo>
                <a:lnTo>
                  <a:pt x="2334" y="381"/>
                </a:lnTo>
                <a:cubicBezTo>
                  <a:pt x="2334" y="249"/>
                  <a:pt x="2396" y="180"/>
                  <a:pt x="2517" y="180"/>
                </a:cubicBezTo>
                <a:close/>
                <a:moveTo>
                  <a:pt x="2037" y="536"/>
                </a:moveTo>
                <a:lnTo>
                  <a:pt x="2037" y="536"/>
                </a:lnTo>
                <a:cubicBezTo>
                  <a:pt x="2107" y="536"/>
                  <a:pt x="2150" y="489"/>
                  <a:pt x="2150" y="398"/>
                </a:cubicBezTo>
                <a:cubicBezTo>
                  <a:pt x="2150" y="308"/>
                  <a:pt x="2107" y="260"/>
                  <a:pt x="2037" y="260"/>
                </a:cubicBezTo>
                <a:cubicBezTo>
                  <a:pt x="1967" y="260"/>
                  <a:pt x="1924" y="308"/>
                  <a:pt x="1924" y="398"/>
                </a:cubicBezTo>
                <a:cubicBezTo>
                  <a:pt x="1924" y="489"/>
                  <a:pt x="1967" y="536"/>
                  <a:pt x="2037" y="536"/>
                </a:cubicBezTo>
                <a:close/>
                <a:moveTo>
                  <a:pt x="2037" y="180"/>
                </a:moveTo>
                <a:lnTo>
                  <a:pt x="2037" y="180"/>
                </a:lnTo>
                <a:cubicBezTo>
                  <a:pt x="2162" y="180"/>
                  <a:pt x="2239" y="262"/>
                  <a:pt x="2239" y="398"/>
                </a:cubicBezTo>
                <a:cubicBezTo>
                  <a:pt x="2239" y="535"/>
                  <a:pt x="2162" y="617"/>
                  <a:pt x="2037" y="617"/>
                </a:cubicBezTo>
                <a:cubicBezTo>
                  <a:pt x="1912" y="617"/>
                  <a:pt x="1835" y="535"/>
                  <a:pt x="1835" y="398"/>
                </a:cubicBezTo>
                <a:cubicBezTo>
                  <a:pt x="1835" y="262"/>
                  <a:pt x="1912" y="180"/>
                  <a:pt x="2037" y="180"/>
                </a:cubicBezTo>
                <a:close/>
                <a:moveTo>
                  <a:pt x="1715" y="180"/>
                </a:moveTo>
                <a:lnTo>
                  <a:pt x="1715" y="180"/>
                </a:lnTo>
                <a:cubicBezTo>
                  <a:pt x="1743" y="180"/>
                  <a:pt x="1772" y="186"/>
                  <a:pt x="1795" y="194"/>
                </a:cubicBezTo>
                <a:lnTo>
                  <a:pt x="1769" y="270"/>
                </a:lnTo>
                <a:cubicBezTo>
                  <a:pt x="1752" y="263"/>
                  <a:pt x="1735" y="260"/>
                  <a:pt x="1715" y="260"/>
                </a:cubicBezTo>
                <a:cubicBezTo>
                  <a:pt x="1664" y="260"/>
                  <a:pt x="1638" y="297"/>
                  <a:pt x="1638" y="369"/>
                </a:cubicBezTo>
                <a:cubicBezTo>
                  <a:pt x="1638" y="433"/>
                  <a:pt x="1639" y="502"/>
                  <a:pt x="1640" y="607"/>
                </a:cubicBezTo>
                <a:lnTo>
                  <a:pt x="1552" y="607"/>
                </a:lnTo>
                <a:cubicBezTo>
                  <a:pt x="1551" y="502"/>
                  <a:pt x="1550" y="433"/>
                  <a:pt x="1550" y="369"/>
                </a:cubicBezTo>
                <a:cubicBezTo>
                  <a:pt x="1550" y="241"/>
                  <a:pt x="1608" y="180"/>
                  <a:pt x="1715" y="180"/>
                </a:cubicBezTo>
                <a:close/>
                <a:moveTo>
                  <a:pt x="1344" y="180"/>
                </a:moveTo>
                <a:lnTo>
                  <a:pt x="1344" y="180"/>
                </a:lnTo>
                <a:cubicBezTo>
                  <a:pt x="1387" y="180"/>
                  <a:pt x="1423" y="188"/>
                  <a:pt x="1458" y="204"/>
                </a:cubicBezTo>
                <a:lnTo>
                  <a:pt x="1430" y="278"/>
                </a:lnTo>
                <a:cubicBezTo>
                  <a:pt x="1395" y="265"/>
                  <a:pt x="1370" y="260"/>
                  <a:pt x="1344" y="260"/>
                </a:cubicBezTo>
                <a:cubicBezTo>
                  <a:pt x="1277" y="260"/>
                  <a:pt x="1235" y="308"/>
                  <a:pt x="1235" y="398"/>
                </a:cubicBezTo>
                <a:cubicBezTo>
                  <a:pt x="1235" y="489"/>
                  <a:pt x="1277" y="536"/>
                  <a:pt x="1344" y="536"/>
                </a:cubicBezTo>
                <a:cubicBezTo>
                  <a:pt x="1371" y="536"/>
                  <a:pt x="1397" y="531"/>
                  <a:pt x="1434" y="516"/>
                </a:cubicBezTo>
                <a:lnTo>
                  <a:pt x="1465" y="590"/>
                </a:lnTo>
                <a:cubicBezTo>
                  <a:pt x="1427" y="608"/>
                  <a:pt x="1384" y="617"/>
                  <a:pt x="1344" y="617"/>
                </a:cubicBezTo>
                <a:cubicBezTo>
                  <a:pt x="1223" y="617"/>
                  <a:pt x="1145" y="535"/>
                  <a:pt x="1145" y="398"/>
                </a:cubicBezTo>
                <a:cubicBezTo>
                  <a:pt x="1145" y="262"/>
                  <a:pt x="1223" y="180"/>
                  <a:pt x="1344" y="180"/>
                </a:cubicBezTo>
                <a:close/>
                <a:moveTo>
                  <a:pt x="948" y="190"/>
                </a:moveTo>
                <a:lnTo>
                  <a:pt x="948" y="190"/>
                </a:lnTo>
                <a:lnTo>
                  <a:pt x="1036" y="190"/>
                </a:lnTo>
                <a:lnTo>
                  <a:pt x="1036" y="607"/>
                </a:lnTo>
                <a:lnTo>
                  <a:pt x="948" y="607"/>
                </a:lnTo>
                <a:lnTo>
                  <a:pt x="948" y="190"/>
                </a:lnTo>
                <a:close/>
                <a:moveTo>
                  <a:pt x="992" y="0"/>
                </a:moveTo>
                <a:lnTo>
                  <a:pt x="992" y="0"/>
                </a:lnTo>
                <a:cubicBezTo>
                  <a:pt x="1023" y="0"/>
                  <a:pt x="1049" y="25"/>
                  <a:pt x="1049" y="56"/>
                </a:cubicBezTo>
                <a:cubicBezTo>
                  <a:pt x="1049" y="87"/>
                  <a:pt x="1023" y="112"/>
                  <a:pt x="992" y="112"/>
                </a:cubicBezTo>
                <a:cubicBezTo>
                  <a:pt x="961" y="112"/>
                  <a:pt x="936" y="87"/>
                  <a:pt x="936" y="56"/>
                </a:cubicBezTo>
                <a:cubicBezTo>
                  <a:pt x="936" y="25"/>
                  <a:pt x="961" y="0"/>
                  <a:pt x="992" y="0"/>
                </a:cubicBezTo>
                <a:close/>
                <a:moveTo>
                  <a:pt x="0" y="527"/>
                </a:moveTo>
                <a:lnTo>
                  <a:pt x="0" y="527"/>
                </a:lnTo>
                <a:lnTo>
                  <a:pt x="124" y="527"/>
                </a:lnTo>
                <a:cubicBezTo>
                  <a:pt x="162" y="527"/>
                  <a:pt x="179" y="512"/>
                  <a:pt x="179" y="470"/>
                </a:cubicBezTo>
                <a:lnTo>
                  <a:pt x="179" y="381"/>
                </a:lnTo>
                <a:cubicBezTo>
                  <a:pt x="179" y="249"/>
                  <a:pt x="241" y="180"/>
                  <a:pt x="359" y="180"/>
                </a:cubicBezTo>
                <a:cubicBezTo>
                  <a:pt x="421" y="180"/>
                  <a:pt x="468" y="202"/>
                  <a:pt x="496" y="244"/>
                </a:cubicBezTo>
                <a:cubicBezTo>
                  <a:pt x="525" y="202"/>
                  <a:pt x="570" y="180"/>
                  <a:pt x="631" y="180"/>
                </a:cubicBezTo>
                <a:cubicBezTo>
                  <a:pt x="750" y="180"/>
                  <a:pt x="812" y="249"/>
                  <a:pt x="812" y="381"/>
                </a:cubicBezTo>
                <a:lnTo>
                  <a:pt x="812" y="607"/>
                </a:lnTo>
                <a:lnTo>
                  <a:pt x="724" y="607"/>
                </a:lnTo>
                <a:lnTo>
                  <a:pt x="724" y="381"/>
                </a:lnTo>
                <a:cubicBezTo>
                  <a:pt x="724" y="300"/>
                  <a:pt x="691" y="260"/>
                  <a:pt x="631" y="260"/>
                </a:cubicBezTo>
                <a:cubicBezTo>
                  <a:pt x="572" y="260"/>
                  <a:pt x="539" y="300"/>
                  <a:pt x="539" y="381"/>
                </a:cubicBezTo>
                <a:lnTo>
                  <a:pt x="539" y="607"/>
                </a:lnTo>
                <a:lnTo>
                  <a:pt x="451" y="607"/>
                </a:lnTo>
                <a:lnTo>
                  <a:pt x="451" y="381"/>
                </a:lnTo>
                <a:cubicBezTo>
                  <a:pt x="451" y="300"/>
                  <a:pt x="419" y="260"/>
                  <a:pt x="359" y="260"/>
                </a:cubicBezTo>
                <a:cubicBezTo>
                  <a:pt x="300" y="260"/>
                  <a:pt x="267" y="300"/>
                  <a:pt x="267" y="381"/>
                </a:cubicBezTo>
                <a:lnTo>
                  <a:pt x="267" y="470"/>
                </a:lnTo>
                <a:cubicBezTo>
                  <a:pt x="267" y="568"/>
                  <a:pt x="219" y="607"/>
                  <a:pt x="124" y="607"/>
                </a:cubicBezTo>
                <a:lnTo>
                  <a:pt x="0" y="607"/>
                </a:lnTo>
                <a:lnTo>
                  <a:pt x="0" y="527"/>
                </a:lnTo>
                <a:close/>
              </a:path>
            </a:pathLst>
          </a:custGeom>
          <a:solidFill>
            <a:schemeClr val="tx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 name="Legal">
            <a:extLst>
              <a:ext uri="{FF2B5EF4-FFF2-40B4-BE49-F238E27FC236}">
                <a16:creationId xmlns:a16="http://schemas.microsoft.com/office/drawing/2014/main" id="{E3581ACC-E272-F645-9FF0-9812EE8F4B27}"/>
              </a:ext>
            </a:extLst>
          </p:cNvPr>
          <p:cNvSpPr txBox="1"/>
          <p:nvPr userDrawn="1"/>
        </p:nvSpPr>
        <p:spPr>
          <a:xfrm>
            <a:off x="484631" y="5480917"/>
            <a:ext cx="7318231" cy="886968"/>
          </a:xfrm>
          <a:prstGeom prst="rect">
            <a:avLst/>
          </a:prstGeom>
          <a:noFill/>
        </p:spPr>
        <p:txBody>
          <a:bodyPr wrap="square" lIns="0" tIns="0" rIns="0" bIns="0" rtlCol="0" anchor="b" anchorCtr="0">
            <a:noAutofit/>
          </a:bodyPr>
          <a:lstStyle/>
          <a:p>
            <a:pPr marL="0" indent="0">
              <a:lnSpc>
                <a:spcPct val="100000"/>
              </a:lnSpc>
              <a:spcBef>
                <a:spcPts val="0"/>
              </a:spcBef>
              <a:buSzPct val="100000"/>
              <a:buFontTx/>
              <a:buNone/>
            </a:pPr>
            <a:r>
              <a:rPr lang="en-US" sz="800" dirty="0"/>
              <a:t>© 2025 Micron Technology, Inc. All rights reserved. Information, products, and/or specifications are subject to change without notice. All information is provided on an “AS IS” basis without warranties of any kind. Statements regarding products, including statements regarding product features, availability, functionality, or compatibility, are provided for informational purposes only and do not modify the warranty, if any, applicable to any product. Drawings may not be to scale. Micron, the Micron logo, and other Micron trademarks are the property of Micron Technology, Inc. All other trademarks are the property of their respective owners.</a:t>
            </a:r>
          </a:p>
        </p:txBody>
      </p:sp>
    </p:spTree>
    <p:extLst>
      <p:ext uri="{BB962C8B-B14F-4D97-AF65-F5344CB8AC3E}">
        <p14:creationId xmlns:p14="http://schemas.microsoft.com/office/powerpoint/2010/main" val="282931883"/>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4" pos="4914" userDrawn="1">
          <p15:clr>
            <a:srgbClr val="C35EA4"/>
          </p15:clr>
        </p15:guide>
        <p15:guide id="5" orient="horz" pos="3272" userDrawn="1">
          <p15:clr>
            <a:srgbClr val="5ACBF0"/>
          </p15:clr>
        </p15:guide>
        <p15:guide id="6" orient="horz" pos="2528" userDrawn="1">
          <p15:clr>
            <a:srgbClr val="5ACBF0"/>
          </p15:clr>
        </p15:guide>
        <p15:guide id="7" orient="horz" pos="1790" userDrawn="1">
          <p15:clr>
            <a:srgbClr val="5ACBF0"/>
          </p15:clr>
        </p15:guide>
        <p15:guide id="8" orient="horz" pos="1046" userDrawn="1">
          <p15:clr>
            <a:srgbClr val="5ACBF0"/>
          </p15:clr>
        </p15:guide>
      </p15:sldGuideLst>
    </p:ext>
  </p:extLst>
</p:sldLayout>
</file>

<file path=ppt/slideLayouts/slideLayout39.xml><?xml version="1.0" encoding="utf-8"?>
<p:sldLayout xmlns:a="http://schemas.openxmlformats.org/drawingml/2006/main" xmlns:r="http://schemas.openxmlformats.org/officeDocument/2006/relationships" xmlns:p="http://schemas.openxmlformats.org/presentationml/2006/main" showMasterSp="0" preserve="1" userDrawn="1">
  <p:cSld name="End Slide - Dark Mode">
    <p:bg>
      <p:bgPr>
        <a:solidFill>
          <a:srgbClr val="000000"/>
        </a:solidFill>
        <a:effectLst/>
      </p:bgPr>
    </p:bg>
    <p:spTree>
      <p:nvGrpSpPr>
        <p:cNvPr id="1" name=""/>
        <p:cNvGrpSpPr/>
        <p:nvPr/>
      </p:nvGrpSpPr>
      <p:grpSpPr>
        <a:xfrm>
          <a:off x="0" y="0"/>
          <a:ext cx="0" cy="0"/>
          <a:chOff x="0" y="0"/>
          <a:chExt cx="0" cy="0"/>
        </a:xfrm>
      </p:grpSpPr>
      <p:sp>
        <p:nvSpPr>
          <p:cNvPr id="4" name="Micron" descr="Micron">
            <a:extLst>
              <a:ext uri="{FF2B5EF4-FFF2-40B4-BE49-F238E27FC236}">
                <a16:creationId xmlns:a16="http://schemas.microsoft.com/office/drawing/2014/main" id="{75CAAB07-BDBC-78DE-C0D5-F0BBD454C857}"/>
              </a:ext>
            </a:extLst>
          </p:cNvPr>
          <p:cNvSpPr>
            <a:spLocks noEditPoints="1"/>
          </p:cNvSpPr>
          <p:nvPr userDrawn="1"/>
        </p:nvSpPr>
        <p:spPr bwMode="black">
          <a:xfrm>
            <a:off x="481330" y="4764913"/>
            <a:ext cx="2057400" cy="438912"/>
          </a:xfrm>
          <a:custGeom>
            <a:avLst/>
            <a:gdLst>
              <a:gd name="T0" fmla="*/ 2517 w 2879"/>
              <a:gd name="T1" fmla="*/ 180 h 617"/>
              <a:gd name="T2" fmla="*/ 2700 w 2879"/>
              <a:gd name="T3" fmla="*/ 470 h 617"/>
              <a:gd name="T4" fmla="*/ 2879 w 2879"/>
              <a:gd name="T5" fmla="*/ 527 h 617"/>
              <a:gd name="T6" fmla="*/ 2755 w 2879"/>
              <a:gd name="T7" fmla="*/ 607 h 617"/>
              <a:gd name="T8" fmla="*/ 2612 w 2879"/>
              <a:gd name="T9" fmla="*/ 381 h 617"/>
              <a:gd name="T10" fmla="*/ 2422 w 2879"/>
              <a:gd name="T11" fmla="*/ 381 h 617"/>
              <a:gd name="T12" fmla="*/ 2334 w 2879"/>
              <a:gd name="T13" fmla="*/ 607 h 617"/>
              <a:gd name="T14" fmla="*/ 2517 w 2879"/>
              <a:gd name="T15" fmla="*/ 180 h 617"/>
              <a:gd name="T16" fmla="*/ 2037 w 2879"/>
              <a:gd name="T17" fmla="*/ 536 h 617"/>
              <a:gd name="T18" fmla="*/ 2037 w 2879"/>
              <a:gd name="T19" fmla="*/ 260 h 617"/>
              <a:gd name="T20" fmla="*/ 2037 w 2879"/>
              <a:gd name="T21" fmla="*/ 536 h 617"/>
              <a:gd name="T22" fmla="*/ 2037 w 2879"/>
              <a:gd name="T23" fmla="*/ 180 h 617"/>
              <a:gd name="T24" fmla="*/ 2037 w 2879"/>
              <a:gd name="T25" fmla="*/ 617 h 617"/>
              <a:gd name="T26" fmla="*/ 2037 w 2879"/>
              <a:gd name="T27" fmla="*/ 180 h 617"/>
              <a:gd name="T28" fmla="*/ 1715 w 2879"/>
              <a:gd name="T29" fmla="*/ 180 h 617"/>
              <a:gd name="T30" fmla="*/ 1769 w 2879"/>
              <a:gd name="T31" fmla="*/ 270 h 617"/>
              <a:gd name="T32" fmla="*/ 1638 w 2879"/>
              <a:gd name="T33" fmla="*/ 369 h 617"/>
              <a:gd name="T34" fmla="*/ 1552 w 2879"/>
              <a:gd name="T35" fmla="*/ 607 h 617"/>
              <a:gd name="T36" fmla="*/ 1715 w 2879"/>
              <a:gd name="T37" fmla="*/ 180 h 617"/>
              <a:gd name="T38" fmla="*/ 1344 w 2879"/>
              <a:gd name="T39" fmla="*/ 180 h 617"/>
              <a:gd name="T40" fmla="*/ 1430 w 2879"/>
              <a:gd name="T41" fmla="*/ 278 h 617"/>
              <a:gd name="T42" fmla="*/ 1235 w 2879"/>
              <a:gd name="T43" fmla="*/ 398 h 617"/>
              <a:gd name="T44" fmla="*/ 1434 w 2879"/>
              <a:gd name="T45" fmla="*/ 516 h 617"/>
              <a:gd name="T46" fmla="*/ 1344 w 2879"/>
              <a:gd name="T47" fmla="*/ 617 h 617"/>
              <a:gd name="T48" fmla="*/ 1344 w 2879"/>
              <a:gd name="T49" fmla="*/ 180 h 617"/>
              <a:gd name="T50" fmla="*/ 948 w 2879"/>
              <a:gd name="T51" fmla="*/ 190 h 617"/>
              <a:gd name="T52" fmla="*/ 1036 w 2879"/>
              <a:gd name="T53" fmla="*/ 607 h 617"/>
              <a:gd name="T54" fmla="*/ 948 w 2879"/>
              <a:gd name="T55" fmla="*/ 190 h 617"/>
              <a:gd name="T56" fmla="*/ 992 w 2879"/>
              <a:gd name="T57" fmla="*/ 0 h 617"/>
              <a:gd name="T58" fmla="*/ 992 w 2879"/>
              <a:gd name="T59" fmla="*/ 112 h 617"/>
              <a:gd name="T60" fmla="*/ 992 w 2879"/>
              <a:gd name="T61" fmla="*/ 0 h 617"/>
              <a:gd name="T62" fmla="*/ 0 w 2879"/>
              <a:gd name="T63" fmla="*/ 527 h 617"/>
              <a:gd name="T64" fmla="*/ 179 w 2879"/>
              <a:gd name="T65" fmla="*/ 470 h 617"/>
              <a:gd name="T66" fmla="*/ 359 w 2879"/>
              <a:gd name="T67" fmla="*/ 180 h 617"/>
              <a:gd name="T68" fmla="*/ 631 w 2879"/>
              <a:gd name="T69" fmla="*/ 180 h 617"/>
              <a:gd name="T70" fmla="*/ 812 w 2879"/>
              <a:gd name="T71" fmla="*/ 607 h 617"/>
              <a:gd name="T72" fmla="*/ 724 w 2879"/>
              <a:gd name="T73" fmla="*/ 381 h 617"/>
              <a:gd name="T74" fmla="*/ 539 w 2879"/>
              <a:gd name="T75" fmla="*/ 381 h 617"/>
              <a:gd name="T76" fmla="*/ 451 w 2879"/>
              <a:gd name="T77" fmla="*/ 607 h 617"/>
              <a:gd name="T78" fmla="*/ 359 w 2879"/>
              <a:gd name="T79" fmla="*/ 260 h 617"/>
              <a:gd name="T80" fmla="*/ 267 w 2879"/>
              <a:gd name="T81" fmla="*/ 470 h 617"/>
              <a:gd name="T82" fmla="*/ 0 w 2879"/>
              <a:gd name="T83" fmla="*/ 607 h 6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2879" h="617">
                <a:moveTo>
                  <a:pt x="2517" y="180"/>
                </a:moveTo>
                <a:lnTo>
                  <a:pt x="2517" y="180"/>
                </a:lnTo>
                <a:cubicBezTo>
                  <a:pt x="2638" y="180"/>
                  <a:pt x="2700" y="249"/>
                  <a:pt x="2700" y="381"/>
                </a:cubicBezTo>
                <a:lnTo>
                  <a:pt x="2700" y="470"/>
                </a:lnTo>
                <a:cubicBezTo>
                  <a:pt x="2700" y="512"/>
                  <a:pt x="2717" y="527"/>
                  <a:pt x="2755" y="527"/>
                </a:cubicBezTo>
                <a:lnTo>
                  <a:pt x="2879" y="527"/>
                </a:lnTo>
                <a:lnTo>
                  <a:pt x="2879" y="607"/>
                </a:lnTo>
                <a:lnTo>
                  <a:pt x="2755" y="607"/>
                </a:lnTo>
                <a:cubicBezTo>
                  <a:pt x="2660" y="607"/>
                  <a:pt x="2612" y="568"/>
                  <a:pt x="2612" y="470"/>
                </a:cubicBezTo>
                <a:lnTo>
                  <a:pt x="2612" y="381"/>
                </a:lnTo>
                <a:cubicBezTo>
                  <a:pt x="2612" y="300"/>
                  <a:pt x="2579" y="260"/>
                  <a:pt x="2517" y="260"/>
                </a:cubicBezTo>
                <a:cubicBezTo>
                  <a:pt x="2454" y="260"/>
                  <a:pt x="2422" y="300"/>
                  <a:pt x="2422" y="381"/>
                </a:cubicBezTo>
                <a:lnTo>
                  <a:pt x="2422" y="607"/>
                </a:lnTo>
                <a:lnTo>
                  <a:pt x="2334" y="607"/>
                </a:lnTo>
                <a:lnTo>
                  <a:pt x="2334" y="381"/>
                </a:lnTo>
                <a:cubicBezTo>
                  <a:pt x="2334" y="249"/>
                  <a:pt x="2396" y="180"/>
                  <a:pt x="2517" y="180"/>
                </a:cubicBezTo>
                <a:close/>
                <a:moveTo>
                  <a:pt x="2037" y="536"/>
                </a:moveTo>
                <a:lnTo>
                  <a:pt x="2037" y="536"/>
                </a:lnTo>
                <a:cubicBezTo>
                  <a:pt x="2107" y="536"/>
                  <a:pt x="2150" y="489"/>
                  <a:pt x="2150" y="398"/>
                </a:cubicBezTo>
                <a:cubicBezTo>
                  <a:pt x="2150" y="308"/>
                  <a:pt x="2107" y="260"/>
                  <a:pt x="2037" y="260"/>
                </a:cubicBezTo>
                <a:cubicBezTo>
                  <a:pt x="1967" y="260"/>
                  <a:pt x="1924" y="308"/>
                  <a:pt x="1924" y="398"/>
                </a:cubicBezTo>
                <a:cubicBezTo>
                  <a:pt x="1924" y="489"/>
                  <a:pt x="1967" y="536"/>
                  <a:pt x="2037" y="536"/>
                </a:cubicBezTo>
                <a:close/>
                <a:moveTo>
                  <a:pt x="2037" y="180"/>
                </a:moveTo>
                <a:lnTo>
                  <a:pt x="2037" y="180"/>
                </a:lnTo>
                <a:cubicBezTo>
                  <a:pt x="2162" y="180"/>
                  <a:pt x="2239" y="262"/>
                  <a:pt x="2239" y="398"/>
                </a:cubicBezTo>
                <a:cubicBezTo>
                  <a:pt x="2239" y="535"/>
                  <a:pt x="2162" y="617"/>
                  <a:pt x="2037" y="617"/>
                </a:cubicBezTo>
                <a:cubicBezTo>
                  <a:pt x="1912" y="617"/>
                  <a:pt x="1835" y="535"/>
                  <a:pt x="1835" y="398"/>
                </a:cubicBezTo>
                <a:cubicBezTo>
                  <a:pt x="1835" y="262"/>
                  <a:pt x="1912" y="180"/>
                  <a:pt x="2037" y="180"/>
                </a:cubicBezTo>
                <a:close/>
                <a:moveTo>
                  <a:pt x="1715" y="180"/>
                </a:moveTo>
                <a:lnTo>
                  <a:pt x="1715" y="180"/>
                </a:lnTo>
                <a:cubicBezTo>
                  <a:pt x="1743" y="180"/>
                  <a:pt x="1772" y="186"/>
                  <a:pt x="1795" y="194"/>
                </a:cubicBezTo>
                <a:lnTo>
                  <a:pt x="1769" y="270"/>
                </a:lnTo>
                <a:cubicBezTo>
                  <a:pt x="1752" y="263"/>
                  <a:pt x="1735" y="260"/>
                  <a:pt x="1715" y="260"/>
                </a:cubicBezTo>
                <a:cubicBezTo>
                  <a:pt x="1664" y="260"/>
                  <a:pt x="1638" y="297"/>
                  <a:pt x="1638" y="369"/>
                </a:cubicBezTo>
                <a:cubicBezTo>
                  <a:pt x="1638" y="433"/>
                  <a:pt x="1639" y="502"/>
                  <a:pt x="1640" y="607"/>
                </a:cubicBezTo>
                <a:lnTo>
                  <a:pt x="1552" y="607"/>
                </a:lnTo>
                <a:cubicBezTo>
                  <a:pt x="1551" y="502"/>
                  <a:pt x="1550" y="433"/>
                  <a:pt x="1550" y="369"/>
                </a:cubicBezTo>
                <a:cubicBezTo>
                  <a:pt x="1550" y="241"/>
                  <a:pt x="1608" y="180"/>
                  <a:pt x="1715" y="180"/>
                </a:cubicBezTo>
                <a:close/>
                <a:moveTo>
                  <a:pt x="1344" y="180"/>
                </a:moveTo>
                <a:lnTo>
                  <a:pt x="1344" y="180"/>
                </a:lnTo>
                <a:cubicBezTo>
                  <a:pt x="1387" y="180"/>
                  <a:pt x="1423" y="188"/>
                  <a:pt x="1458" y="204"/>
                </a:cubicBezTo>
                <a:lnTo>
                  <a:pt x="1430" y="278"/>
                </a:lnTo>
                <a:cubicBezTo>
                  <a:pt x="1395" y="265"/>
                  <a:pt x="1370" y="260"/>
                  <a:pt x="1344" y="260"/>
                </a:cubicBezTo>
                <a:cubicBezTo>
                  <a:pt x="1277" y="260"/>
                  <a:pt x="1235" y="308"/>
                  <a:pt x="1235" y="398"/>
                </a:cubicBezTo>
                <a:cubicBezTo>
                  <a:pt x="1235" y="489"/>
                  <a:pt x="1277" y="536"/>
                  <a:pt x="1344" y="536"/>
                </a:cubicBezTo>
                <a:cubicBezTo>
                  <a:pt x="1371" y="536"/>
                  <a:pt x="1397" y="531"/>
                  <a:pt x="1434" y="516"/>
                </a:cubicBezTo>
                <a:lnTo>
                  <a:pt x="1465" y="590"/>
                </a:lnTo>
                <a:cubicBezTo>
                  <a:pt x="1427" y="608"/>
                  <a:pt x="1384" y="617"/>
                  <a:pt x="1344" y="617"/>
                </a:cubicBezTo>
                <a:cubicBezTo>
                  <a:pt x="1223" y="617"/>
                  <a:pt x="1145" y="535"/>
                  <a:pt x="1145" y="398"/>
                </a:cubicBezTo>
                <a:cubicBezTo>
                  <a:pt x="1145" y="262"/>
                  <a:pt x="1223" y="180"/>
                  <a:pt x="1344" y="180"/>
                </a:cubicBezTo>
                <a:close/>
                <a:moveTo>
                  <a:pt x="948" y="190"/>
                </a:moveTo>
                <a:lnTo>
                  <a:pt x="948" y="190"/>
                </a:lnTo>
                <a:lnTo>
                  <a:pt x="1036" y="190"/>
                </a:lnTo>
                <a:lnTo>
                  <a:pt x="1036" y="607"/>
                </a:lnTo>
                <a:lnTo>
                  <a:pt x="948" y="607"/>
                </a:lnTo>
                <a:lnTo>
                  <a:pt x="948" y="190"/>
                </a:lnTo>
                <a:close/>
                <a:moveTo>
                  <a:pt x="992" y="0"/>
                </a:moveTo>
                <a:lnTo>
                  <a:pt x="992" y="0"/>
                </a:lnTo>
                <a:cubicBezTo>
                  <a:pt x="1023" y="0"/>
                  <a:pt x="1049" y="25"/>
                  <a:pt x="1049" y="56"/>
                </a:cubicBezTo>
                <a:cubicBezTo>
                  <a:pt x="1049" y="87"/>
                  <a:pt x="1023" y="112"/>
                  <a:pt x="992" y="112"/>
                </a:cubicBezTo>
                <a:cubicBezTo>
                  <a:pt x="961" y="112"/>
                  <a:pt x="936" y="87"/>
                  <a:pt x="936" y="56"/>
                </a:cubicBezTo>
                <a:cubicBezTo>
                  <a:pt x="936" y="25"/>
                  <a:pt x="961" y="0"/>
                  <a:pt x="992" y="0"/>
                </a:cubicBezTo>
                <a:close/>
                <a:moveTo>
                  <a:pt x="0" y="527"/>
                </a:moveTo>
                <a:lnTo>
                  <a:pt x="0" y="527"/>
                </a:lnTo>
                <a:lnTo>
                  <a:pt x="124" y="527"/>
                </a:lnTo>
                <a:cubicBezTo>
                  <a:pt x="162" y="527"/>
                  <a:pt x="179" y="512"/>
                  <a:pt x="179" y="470"/>
                </a:cubicBezTo>
                <a:lnTo>
                  <a:pt x="179" y="381"/>
                </a:lnTo>
                <a:cubicBezTo>
                  <a:pt x="179" y="249"/>
                  <a:pt x="241" y="180"/>
                  <a:pt x="359" y="180"/>
                </a:cubicBezTo>
                <a:cubicBezTo>
                  <a:pt x="421" y="180"/>
                  <a:pt x="468" y="202"/>
                  <a:pt x="496" y="244"/>
                </a:cubicBezTo>
                <a:cubicBezTo>
                  <a:pt x="525" y="202"/>
                  <a:pt x="570" y="180"/>
                  <a:pt x="631" y="180"/>
                </a:cubicBezTo>
                <a:cubicBezTo>
                  <a:pt x="750" y="180"/>
                  <a:pt x="812" y="249"/>
                  <a:pt x="812" y="381"/>
                </a:cubicBezTo>
                <a:lnTo>
                  <a:pt x="812" y="607"/>
                </a:lnTo>
                <a:lnTo>
                  <a:pt x="724" y="607"/>
                </a:lnTo>
                <a:lnTo>
                  <a:pt x="724" y="381"/>
                </a:lnTo>
                <a:cubicBezTo>
                  <a:pt x="724" y="300"/>
                  <a:pt x="691" y="260"/>
                  <a:pt x="631" y="260"/>
                </a:cubicBezTo>
                <a:cubicBezTo>
                  <a:pt x="572" y="260"/>
                  <a:pt x="539" y="300"/>
                  <a:pt x="539" y="381"/>
                </a:cubicBezTo>
                <a:lnTo>
                  <a:pt x="539" y="607"/>
                </a:lnTo>
                <a:lnTo>
                  <a:pt x="451" y="607"/>
                </a:lnTo>
                <a:lnTo>
                  <a:pt x="451" y="381"/>
                </a:lnTo>
                <a:cubicBezTo>
                  <a:pt x="451" y="300"/>
                  <a:pt x="419" y="260"/>
                  <a:pt x="359" y="260"/>
                </a:cubicBezTo>
                <a:cubicBezTo>
                  <a:pt x="300" y="260"/>
                  <a:pt x="267" y="300"/>
                  <a:pt x="267" y="381"/>
                </a:cubicBezTo>
                <a:lnTo>
                  <a:pt x="267" y="470"/>
                </a:lnTo>
                <a:cubicBezTo>
                  <a:pt x="267" y="568"/>
                  <a:pt x="219" y="607"/>
                  <a:pt x="124" y="607"/>
                </a:cubicBezTo>
                <a:lnTo>
                  <a:pt x="0" y="607"/>
                </a:lnTo>
                <a:lnTo>
                  <a:pt x="0" y="527"/>
                </a:lnTo>
                <a:close/>
              </a:path>
            </a:pathLst>
          </a:custGeom>
          <a:solidFill>
            <a:schemeClr val="tx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 name="Legal">
            <a:extLst>
              <a:ext uri="{FF2B5EF4-FFF2-40B4-BE49-F238E27FC236}">
                <a16:creationId xmlns:a16="http://schemas.microsoft.com/office/drawing/2014/main" id="{E3581ACC-E272-F645-9FF0-9812EE8F4B27}"/>
              </a:ext>
            </a:extLst>
          </p:cNvPr>
          <p:cNvSpPr txBox="1"/>
          <p:nvPr userDrawn="1"/>
        </p:nvSpPr>
        <p:spPr>
          <a:xfrm>
            <a:off x="484631" y="5480917"/>
            <a:ext cx="7318231" cy="886968"/>
          </a:xfrm>
          <a:prstGeom prst="rect">
            <a:avLst/>
          </a:prstGeom>
          <a:noFill/>
        </p:spPr>
        <p:txBody>
          <a:bodyPr wrap="square" lIns="0" tIns="0" rIns="0" bIns="0" rtlCol="0" anchor="b" anchorCtr="0">
            <a:noAutofit/>
          </a:bodyPr>
          <a:lstStyle/>
          <a:p>
            <a:pPr marL="0" indent="0">
              <a:lnSpc>
                <a:spcPct val="100000"/>
              </a:lnSpc>
              <a:spcBef>
                <a:spcPts val="0"/>
              </a:spcBef>
              <a:buSzPct val="100000"/>
              <a:buFontTx/>
              <a:buNone/>
            </a:pPr>
            <a:r>
              <a:rPr lang="en-US" sz="800" dirty="0"/>
              <a:t>© 2025 Micron Technology, Inc. All rights reserved. Information, products, and/or specifications are subject to change without notice. All information is provided on an “AS IS” basis without warranties of any kind. Statements regarding products, including statements regarding product features, availability, functionality, or compatibility, are provided for informational purposes only and do not modify the warranty, if any, applicable to any product. Drawings may not be to scale. Micron, the Micron logo, and other Micron trademarks are the property of Micron Technology, Inc. All other trademarks are the property of their respective owners.</a:t>
            </a:r>
          </a:p>
        </p:txBody>
      </p:sp>
    </p:spTree>
    <p:extLst>
      <p:ext uri="{BB962C8B-B14F-4D97-AF65-F5344CB8AC3E}">
        <p14:creationId xmlns:p14="http://schemas.microsoft.com/office/powerpoint/2010/main" val="1081699002"/>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4" pos="4914" userDrawn="1">
          <p15:clr>
            <a:srgbClr val="C35EA4"/>
          </p15:clr>
        </p15:guide>
        <p15:guide id="5" orient="horz" pos="3272" userDrawn="1">
          <p15:clr>
            <a:srgbClr val="5ACBF0"/>
          </p15:clr>
        </p15:guide>
        <p15:guide id="6" orient="horz" pos="2528" userDrawn="1">
          <p15:clr>
            <a:srgbClr val="5ACBF0"/>
          </p15:clr>
        </p15:guide>
        <p15:guide id="7" orient="horz" pos="1790" userDrawn="1">
          <p15:clr>
            <a:srgbClr val="5ACBF0"/>
          </p15:clr>
        </p15:guide>
        <p15:guide id="8" orient="horz" pos="1046" userDrawn="1">
          <p15:clr>
            <a:srgbClr val="5ACBF0"/>
          </p15:clr>
        </p15:guide>
      </p15:sldGuideLst>
    </p:ext>
  </p:extLst>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Title Slide 8">
    <p:bg>
      <p:bgPr>
        <a:gradFill>
          <a:gsLst>
            <a:gs pos="100000">
              <a:srgbClr val="FDD501"/>
            </a:gs>
            <a:gs pos="1000">
              <a:srgbClr val="E60177"/>
            </a:gs>
          </a:gsLst>
          <a:lin ang="19860000" scaled="0"/>
        </a:gradFill>
        <a:effectLst/>
      </p:bgPr>
    </p:bg>
    <p:spTree>
      <p:nvGrpSpPr>
        <p:cNvPr id="1" name=""/>
        <p:cNvGrpSpPr/>
        <p:nvPr/>
      </p:nvGrpSpPr>
      <p:grpSpPr>
        <a:xfrm>
          <a:off x="0" y="0"/>
          <a:ext cx="0" cy="0"/>
          <a:chOff x="0" y="0"/>
          <a:chExt cx="0" cy="0"/>
        </a:xfrm>
      </p:grpSpPr>
      <p:sp>
        <p:nvSpPr>
          <p:cNvPr id="2" name="Title 2">
            <a:extLst>
              <a:ext uri="{FF2B5EF4-FFF2-40B4-BE49-F238E27FC236}">
                <a16:creationId xmlns:a16="http://schemas.microsoft.com/office/drawing/2014/main" id="{53F8AB78-8FDA-46ED-B308-67C07FAC61F6}"/>
              </a:ext>
            </a:extLst>
          </p:cNvPr>
          <p:cNvSpPr>
            <a:spLocks noGrp="1"/>
          </p:cNvSpPr>
          <p:nvPr>
            <p:ph type="ctrTitle" hasCustomPrompt="1"/>
          </p:nvPr>
        </p:nvSpPr>
        <p:spPr>
          <a:xfrm>
            <a:off x="484632" y="484632"/>
            <a:ext cx="5367528" cy="2944368"/>
          </a:xfrm>
        </p:spPr>
        <p:txBody>
          <a:bodyPr anchor="b"/>
          <a:lstStyle>
            <a:lvl1pPr algn="l">
              <a:lnSpc>
                <a:spcPct val="90000"/>
              </a:lnSpc>
              <a:defRPr sz="6600" spc="-100" baseline="0">
                <a:solidFill>
                  <a:schemeClr val="tx1"/>
                </a:solidFill>
              </a:defRPr>
            </a:lvl1pPr>
          </a:lstStyle>
          <a:p>
            <a:r>
              <a:rPr lang="en-US" dirty="0"/>
              <a:t>[Presentation title]</a:t>
            </a:r>
          </a:p>
        </p:txBody>
      </p:sp>
      <p:sp>
        <p:nvSpPr>
          <p:cNvPr id="3" name="Subtitle 3">
            <a:extLst>
              <a:ext uri="{FF2B5EF4-FFF2-40B4-BE49-F238E27FC236}">
                <a16:creationId xmlns:a16="http://schemas.microsoft.com/office/drawing/2014/main" id="{61892C3E-3DA9-484B-A45D-DEED5EFA6C48}"/>
              </a:ext>
            </a:extLst>
          </p:cNvPr>
          <p:cNvSpPr>
            <a:spLocks noGrp="1"/>
          </p:cNvSpPr>
          <p:nvPr>
            <p:ph type="subTitle" idx="1" hasCustomPrompt="1"/>
          </p:nvPr>
        </p:nvSpPr>
        <p:spPr>
          <a:xfrm>
            <a:off x="484632" y="3723437"/>
            <a:ext cx="5367528" cy="886968"/>
          </a:xfrm>
        </p:spPr>
        <p:txBody>
          <a:bodyPr>
            <a:noAutofit/>
          </a:bodyPr>
          <a:lstStyle>
            <a:lvl1pPr marL="0" indent="0" algn="l">
              <a:lnSpc>
                <a:spcPct val="100000"/>
              </a:lnSpc>
              <a:spcBef>
                <a:spcPts val="0"/>
              </a:spcBef>
              <a:buNone/>
              <a:defRPr sz="1800">
                <a:solidFill>
                  <a:schemeClr val="tx1"/>
                </a:solidFill>
              </a:defRPr>
            </a:lvl1pPr>
            <a:lvl2pPr marL="0" indent="0" algn="l">
              <a:lnSpc>
                <a:spcPct val="100000"/>
              </a:lnSpc>
              <a:spcBef>
                <a:spcPts val="0"/>
              </a:spcBef>
              <a:buNone/>
              <a:defRPr sz="1800">
                <a:solidFill>
                  <a:schemeClr val="tx1"/>
                </a:solidFill>
              </a:defRPr>
            </a:lvl2pPr>
            <a:lvl3pPr marL="0" indent="0" algn="l">
              <a:lnSpc>
                <a:spcPct val="100000"/>
              </a:lnSpc>
              <a:spcBef>
                <a:spcPts val="0"/>
              </a:spcBef>
              <a:buNone/>
              <a:defRPr sz="1800">
                <a:solidFill>
                  <a:schemeClr val="tx1"/>
                </a:solidFill>
              </a:defRPr>
            </a:lvl3pPr>
            <a:lvl4pPr marL="0" indent="0" algn="l">
              <a:lnSpc>
                <a:spcPct val="100000"/>
              </a:lnSpc>
              <a:spcBef>
                <a:spcPts val="0"/>
              </a:spcBef>
              <a:buNone/>
              <a:defRPr sz="1800">
                <a:solidFill>
                  <a:schemeClr val="tx1"/>
                </a:solidFill>
              </a:defRPr>
            </a:lvl4pPr>
            <a:lvl5pPr marL="0" indent="0" algn="l">
              <a:lnSpc>
                <a:spcPct val="100000"/>
              </a:lnSpc>
              <a:spcBef>
                <a:spcPts val="0"/>
              </a:spcBef>
              <a:buNone/>
              <a:defRPr sz="1800">
                <a:solidFill>
                  <a:schemeClr val="tx1"/>
                </a:solidFill>
              </a:defRPr>
            </a:lvl5pPr>
            <a:lvl6pPr marL="0" indent="0" algn="l">
              <a:lnSpc>
                <a:spcPct val="100000"/>
              </a:lnSpc>
              <a:spcBef>
                <a:spcPts val="0"/>
              </a:spcBef>
              <a:buNone/>
              <a:defRPr sz="1800">
                <a:solidFill>
                  <a:schemeClr val="tx1"/>
                </a:solidFill>
              </a:defRPr>
            </a:lvl6pPr>
            <a:lvl7pPr marL="0" indent="0" algn="l">
              <a:lnSpc>
                <a:spcPct val="100000"/>
              </a:lnSpc>
              <a:spcBef>
                <a:spcPts val="0"/>
              </a:spcBef>
              <a:buNone/>
              <a:defRPr sz="1800">
                <a:solidFill>
                  <a:schemeClr val="tx1"/>
                </a:solidFill>
              </a:defRPr>
            </a:lvl7pPr>
            <a:lvl8pPr marL="0" indent="0" algn="l">
              <a:lnSpc>
                <a:spcPct val="100000"/>
              </a:lnSpc>
              <a:spcBef>
                <a:spcPts val="0"/>
              </a:spcBef>
              <a:buNone/>
              <a:defRPr sz="1800">
                <a:solidFill>
                  <a:schemeClr val="tx1"/>
                </a:solidFill>
              </a:defRPr>
            </a:lvl8pPr>
            <a:lvl9pPr marL="0" indent="0" algn="l">
              <a:lnSpc>
                <a:spcPct val="100000"/>
              </a:lnSpc>
              <a:spcBef>
                <a:spcPts val="0"/>
              </a:spcBef>
              <a:buNone/>
              <a:defRPr sz="1800">
                <a:solidFill>
                  <a:schemeClr val="tx1"/>
                </a:solidFill>
              </a:defRPr>
            </a:lvl9pPr>
          </a:lstStyle>
          <a:p>
            <a:r>
              <a:rPr lang="en-US" dirty="0"/>
              <a:t>[Month 00, 0000]</a:t>
            </a:r>
            <a:br>
              <a:rPr lang="en-US" dirty="0"/>
            </a:br>
            <a:r>
              <a:rPr lang="en-US" dirty="0"/>
              <a:t>[Presenter Name]</a:t>
            </a:r>
            <a:br>
              <a:rPr lang="en-US" dirty="0"/>
            </a:br>
            <a:r>
              <a:rPr lang="en-US" dirty="0"/>
              <a:t>[Title]</a:t>
            </a:r>
          </a:p>
        </p:txBody>
      </p:sp>
      <p:sp>
        <p:nvSpPr>
          <p:cNvPr id="7" name="Picture Placeholder 1">
            <a:extLst>
              <a:ext uri="{FF2B5EF4-FFF2-40B4-BE49-F238E27FC236}">
                <a16:creationId xmlns:a16="http://schemas.microsoft.com/office/drawing/2014/main" id="{C437124C-7DAC-2C73-3A3B-40CE8EA5DBD5}"/>
              </a:ext>
              <a:ext uri="{C183D7F6-B498-43B3-948B-1728B52AA6E4}">
                <adec:decorative xmlns:adec="http://schemas.microsoft.com/office/drawing/2017/decorative" val="1"/>
              </a:ext>
            </a:extLst>
          </p:cNvPr>
          <p:cNvSpPr>
            <a:spLocks noGrp="1"/>
          </p:cNvSpPr>
          <p:nvPr>
            <p:ph type="pic" sz="quarter" idx="11"/>
          </p:nvPr>
        </p:nvSpPr>
        <p:spPr>
          <a:xfrm>
            <a:off x="6096000" y="0"/>
            <a:ext cx="6096000" cy="6857998"/>
          </a:xfrm>
          <a:custGeom>
            <a:avLst/>
            <a:gdLst>
              <a:gd name="connsiteX0" fmla="*/ 0 w 6096000"/>
              <a:gd name="connsiteY0" fmla="*/ 0 h 6857998"/>
              <a:gd name="connsiteX1" fmla="*/ 6096000 w 6096000"/>
              <a:gd name="connsiteY1" fmla="*/ 0 h 6857998"/>
              <a:gd name="connsiteX2" fmla="*/ 6096000 w 6096000"/>
              <a:gd name="connsiteY2" fmla="*/ 6857998 h 6857998"/>
              <a:gd name="connsiteX3" fmla="*/ 1691605 w 6096000"/>
              <a:gd name="connsiteY3" fmla="*/ 6857998 h 6857998"/>
              <a:gd name="connsiteX4" fmla="*/ 1414253 w 6096000"/>
              <a:gd name="connsiteY4" fmla="*/ 6444450 h 6857998"/>
              <a:gd name="connsiteX5" fmla="*/ 720554 w 6096000"/>
              <a:gd name="connsiteY5" fmla="*/ 5117662 h 6857998"/>
              <a:gd name="connsiteX6" fmla="*/ 0 w 6096000"/>
              <a:gd name="connsiteY6" fmla="*/ 1552498 h 68579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096000" h="6857998">
                <a:moveTo>
                  <a:pt x="0" y="0"/>
                </a:moveTo>
                <a:lnTo>
                  <a:pt x="6096000" y="0"/>
                </a:lnTo>
                <a:lnTo>
                  <a:pt x="6096000" y="6857998"/>
                </a:lnTo>
                <a:lnTo>
                  <a:pt x="1691605" y="6857998"/>
                </a:lnTo>
                <a:lnTo>
                  <a:pt x="1414253" y="6444450"/>
                </a:lnTo>
                <a:cubicBezTo>
                  <a:pt x="1148218" y="6023616"/>
                  <a:pt x="916349" y="5581035"/>
                  <a:pt x="720554" y="5117662"/>
                </a:cubicBezTo>
                <a:cubicBezTo>
                  <a:pt x="242197" y="3986858"/>
                  <a:pt x="0" y="2787406"/>
                  <a:pt x="0" y="1552498"/>
                </a:cubicBezTo>
                <a:close/>
              </a:path>
            </a:pathLst>
          </a:custGeom>
          <a:solidFill>
            <a:srgbClr val="F2F2F2"/>
          </a:solidFill>
        </p:spPr>
        <p:txBody>
          <a:bodyPr wrap="square" anchor="ctr" anchorCtr="0">
            <a:noAutofit/>
          </a:bodyPr>
          <a:lstStyle>
            <a:lvl1pPr marL="0" indent="0" algn="ctr">
              <a:spcBef>
                <a:spcPts val="0"/>
              </a:spcBef>
              <a:buFontTx/>
              <a:buNone/>
              <a:defRPr sz="1000">
                <a:solidFill>
                  <a:schemeClr val="bg1"/>
                </a:solidFill>
              </a:defRPr>
            </a:lvl1pPr>
          </a:lstStyle>
          <a:p>
            <a:r>
              <a:rPr lang="en-US"/>
              <a:t>Click icon to add picture</a:t>
            </a:r>
          </a:p>
        </p:txBody>
      </p:sp>
      <p:sp>
        <p:nvSpPr>
          <p:cNvPr id="4" name="Micron" descr="Micron">
            <a:extLst>
              <a:ext uri="{FF2B5EF4-FFF2-40B4-BE49-F238E27FC236}">
                <a16:creationId xmlns:a16="http://schemas.microsoft.com/office/drawing/2014/main" id="{5C44B333-9790-3AFF-A453-DCF924E3ABDE}"/>
              </a:ext>
            </a:extLst>
          </p:cNvPr>
          <p:cNvSpPr>
            <a:spLocks noEditPoints="1"/>
          </p:cNvSpPr>
          <p:nvPr userDrawn="1"/>
        </p:nvSpPr>
        <p:spPr bwMode="black">
          <a:xfrm>
            <a:off x="481330" y="6087033"/>
            <a:ext cx="1363726" cy="290928"/>
          </a:xfrm>
          <a:custGeom>
            <a:avLst/>
            <a:gdLst>
              <a:gd name="T0" fmla="*/ 2517 w 2879"/>
              <a:gd name="T1" fmla="*/ 180 h 617"/>
              <a:gd name="T2" fmla="*/ 2700 w 2879"/>
              <a:gd name="T3" fmla="*/ 470 h 617"/>
              <a:gd name="T4" fmla="*/ 2879 w 2879"/>
              <a:gd name="T5" fmla="*/ 527 h 617"/>
              <a:gd name="T6" fmla="*/ 2755 w 2879"/>
              <a:gd name="T7" fmla="*/ 607 h 617"/>
              <a:gd name="T8" fmla="*/ 2612 w 2879"/>
              <a:gd name="T9" fmla="*/ 381 h 617"/>
              <a:gd name="T10" fmla="*/ 2422 w 2879"/>
              <a:gd name="T11" fmla="*/ 381 h 617"/>
              <a:gd name="T12" fmla="*/ 2334 w 2879"/>
              <a:gd name="T13" fmla="*/ 607 h 617"/>
              <a:gd name="T14" fmla="*/ 2517 w 2879"/>
              <a:gd name="T15" fmla="*/ 180 h 617"/>
              <a:gd name="T16" fmla="*/ 2037 w 2879"/>
              <a:gd name="T17" fmla="*/ 536 h 617"/>
              <a:gd name="T18" fmla="*/ 2037 w 2879"/>
              <a:gd name="T19" fmla="*/ 260 h 617"/>
              <a:gd name="T20" fmla="*/ 2037 w 2879"/>
              <a:gd name="T21" fmla="*/ 536 h 617"/>
              <a:gd name="T22" fmla="*/ 2037 w 2879"/>
              <a:gd name="T23" fmla="*/ 180 h 617"/>
              <a:gd name="T24" fmla="*/ 2037 w 2879"/>
              <a:gd name="T25" fmla="*/ 617 h 617"/>
              <a:gd name="T26" fmla="*/ 2037 w 2879"/>
              <a:gd name="T27" fmla="*/ 180 h 617"/>
              <a:gd name="T28" fmla="*/ 1715 w 2879"/>
              <a:gd name="T29" fmla="*/ 180 h 617"/>
              <a:gd name="T30" fmla="*/ 1769 w 2879"/>
              <a:gd name="T31" fmla="*/ 270 h 617"/>
              <a:gd name="T32" fmla="*/ 1638 w 2879"/>
              <a:gd name="T33" fmla="*/ 369 h 617"/>
              <a:gd name="T34" fmla="*/ 1552 w 2879"/>
              <a:gd name="T35" fmla="*/ 607 h 617"/>
              <a:gd name="T36" fmla="*/ 1715 w 2879"/>
              <a:gd name="T37" fmla="*/ 180 h 617"/>
              <a:gd name="T38" fmla="*/ 1344 w 2879"/>
              <a:gd name="T39" fmla="*/ 180 h 617"/>
              <a:gd name="T40" fmla="*/ 1430 w 2879"/>
              <a:gd name="T41" fmla="*/ 278 h 617"/>
              <a:gd name="T42" fmla="*/ 1235 w 2879"/>
              <a:gd name="T43" fmla="*/ 398 h 617"/>
              <a:gd name="T44" fmla="*/ 1434 w 2879"/>
              <a:gd name="T45" fmla="*/ 516 h 617"/>
              <a:gd name="T46" fmla="*/ 1344 w 2879"/>
              <a:gd name="T47" fmla="*/ 617 h 617"/>
              <a:gd name="T48" fmla="*/ 1344 w 2879"/>
              <a:gd name="T49" fmla="*/ 180 h 617"/>
              <a:gd name="T50" fmla="*/ 948 w 2879"/>
              <a:gd name="T51" fmla="*/ 190 h 617"/>
              <a:gd name="T52" fmla="*/ 1036 w 2879"/>
              <a:gd name="T53" fmla="*/ 607 h 617"/>
              <a:gd name="T54" fmla="*/ 948 w 2879"/>
              <a:gd name="T55" fmla="*/ 190 h 617"/>
              <a:gd name="T56" fmla="*/ 992 w 2879"/>
              <a:gd name="T57" fmla="*/ 0 h 617"/>
              <a:gd name="T58" fmla="*/ 992 w 2879"/>
              <a:gd name="T59" fmla="*/ 112 h 617"/>
              <a:gd name="T60" fmla="*/ 992 w 2879"/>
              <a:gd name="T61" fmla="*/ 0 h 617"/>
              <a:gd name="T62" fmla="*/ 0 w 2879"/>
              <a:gd name="T63" fmla="*/ 527 h 617"/>
              <a:gd name="T64" fmla="*/ 179 w 2879"/>
              <a:gd name="T65" fmla="*/ 470 h 617"/>
              <a:gd name="T66" fmla="*/ 359 w 2879"/>
              <a:gd name="T67" fmla="*/ 180 h 617"/>
              <a:gd name="T68" fmla="*/ 631 w 2879"/>
              <a:gd name="T69" fmla="*/ 180 h 617"/>
              <a:gd name="T70" fmla="*/ 812 w 2879"/>
              <a:gd name="T71" fmla="*/ 607 h 617"/>
              <a:gd name="T72" fmla="*/ 724 w 2879"/>
              <a:gd name="T73" fmla="*/ 381 h 617"/>
              <a:gd name="T74" fmla="*/ 539 w 2879"/>
              <a:gd name="T75" fmla="*/ 381 h 617"/>
              <a:gd name="T76" fmla="*/ 451 w 2879"/>
              <a:gd name="T77" fmla="*/ 607 h 617"/>
              <a:gd name="T78" fmla="*/ 359 w 2879"/>
              <a:gd name="T79" fmla="*/ 260 h 617"/>
              <a:gd name="T80" fmla="*/ 267 w 2879"/>
              <a:gd name="T81" fmla="*/ 470 h 617"/>
              <a:gd name="T82" fmla="*/ 0 w 2879"/>
              <a:gd name="T83" fmla="*/ 607 h 6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2879" h="617">
                <a:moveTo>
                  <a:pt x="2517" y="180"/>
                </a:moveTo>
                <a:lnTo>
                  <a:pt x="2517" y="180"/>
                </a:lnTo>
                <a:cubicBezTo>
                  <a:pt x="2638" y="180"/>
                  <a:pt x="2700" y="249"/>
                  <a:pt x="2700" y="381"/>
                </a:cubicBezTo>
                <a:lnTo>
                  <a:pt x="2700" y="470"/>
                </a:lnTo>
                <a:cubicBezTo>
                  <a:pt x="2700" y="512"/>
                  <a:pt x="2717" y="527"/>
                  <a:pt x="2755" y="527"/>
                </a:cubicBezTo>
                <a:lnTo>
                  <a:pt x="2879" y="527"/>
                </a:lnTo>
                <a:lnTo>
                  <a:pt x="2879" y="607"/>
                </a:lnTo>
                <a:lnTo>
                  <a:pt x="2755" y="607"/>
                </a:lnTo>
                <a:cubicBezTo>
                  <a:pt x="2660" y="607"/>
                  <a:pt x="2612" y="568"/>
                  <a:pt x="2612" y="470"/>
                </a:cubicBezTo>
                <a:lnTo>
                  <a:pt x="2612" y="381"/>
                </a:lnTo>
                <a:cubicBezTo>
                  <a:pt x="2612" y="300"/>
                  <a:pt x="2579" y="260"/>
                  <a:pt x="2517" y="260"/>
                </a:cubicBezTo>
                <a:cubicBezTo>
                  <a:pt x="2454" y="260"/>
                  <a:pt x="2422" y="300"/>
                  <a:pt x="2422" y="381"/>
                </a:cubicBezTo>
                <a:lnTo>
                  <a:pt x="2422" y="607"/>
                </a:lnTo>
                <a:lnTo>
                  <a:pt x="2334" y="607"/>
                </a:lnTo>
                <a:lnTo>
                  <a:pt x="2334" y="381"/>
                </a:lnTo>
                <a:cubicBezTo>
                  <a:pt x="2334" y="249"/>
                  <a:pt x="2396" y="180"/>
                  <a:pt x="2517" y="180"/>
                </a:cubicBezTo>
                <a:close/>
                <a:moveTo>
                  <a:pt x="2037" y="536"/>
                </a:moveTo>
                <a:lnTo>
                  <a:pt x="2037" y="536"/>
                </a:lnTo>
                <a:cubicBezTo>
                  <a:pt x="2107" y="536"/>
                  <a:pt x="2150" y="489"/>
                  <a:pt x="2150" y="398"/>
                </a:cubicBezTo>
                <a:cubicBezTo>
                  <a:pt x="2150" y="308"/>
                  <a:pt x="2107" y="260"/>
                  <a:pt x="2037" y="260"/>
                </a:cubicBezTo>
                <a:cubicBezTo>
                  <a:pt x="1967" y="260"/>
                  <a:pt x="1924" y="308"/>
                  <a:pt x="1924" y="398"/>
                </a:cubicBezTo>
                <a:cubicBezTo>
                  <a:pt x="1924" y="489"/>
                  <a:pt x="1967" y="536"/>
                  <a:pt x="2037" y="536"/>
                </a:cubicBezTo>
                <a:close/>
                <a:moveTo>
                  <a:pt x="2037" y="180"/>
                </a:moveTo>
                <a:lnTo>
                  <a:pt x="2037" y="180"/>
                </a:lnTo>
                <a:cubicBezTo>
                  <a:pt x="2162" y="180"/>
                  <a:pt x="2239" y="262"/>
                  <a:pt x="2239" y="398"/>
                </a:cubicBezTo>
                <a:cubicBezTo>
                  <a:pt x="2239" y="535"/>
                  <a:pt x="2162" y="617"/>
                  <a:pt x="2037" y="617"/>
                </a:cubicBezTo>
                <a:cubicBezTo>
                  <a:pt x="1912" y="617"/>
                  <a:pt x="1835" y="535"/>
                  <a:pt x="1835" y="398"/>
                </a:cubicBezTo>
                <a:cubicBezTo>
                  <a:pt x="1835" y="262"/>
                  <a:pt x="1912" y="180"/>
                  <a:pt x="2037" y="180"/>
                </a:cubicBezTo>
                <a:close/>
                <a:moveTo>
                  <a:pt x="1715" y="180"/>
                </a:moveTo>
                <a:lnTo>
                  <a:pt x="1715" y="180"/>
                </a:lnTo>
                <a:cubicBezTo>
                  <a:pt x="1743" y="180"/>
                  <a:pt x="1772" y="186"/>
                  <a:pt x="1795" y="194"/>
                </a:cubicBezTo>
                <a:lnTo>
                  <a:pt x="1769" y="270"/>
                </a:lnTo>
                <a:cubicBezTo>
                  <a:pt x="1752" y="263"/>
                  <a:pt x="1735" y="260"/>
                  <a:pt x="1715" y="260"/>
                </a:cubicBezTo>
                <a:cubicBezTo>
                  <a:pt x="1664" y="260"/>
                  <a:pt x="1638" y="297"/>
                  <a:pt x="1638" y="369"/>
                </a:cubicBezTo>
                <a:cubicBezTo>
                  <a:pt x="1638" y="433"/>
                  <a:pt x="1639" y="502"/>
                  <a:pt x="1640" y="607"/>
                </a:cubicBezTo>
                <a:lnTo>
                  <a:pt x="1552" y="607"/>
                </a:lnTo>
                <a:cubicBezTo>
                  <a:pt x="1551" y="502"/>
                  <a:pt x="1550" y="433"/>
                  <a:pt x="1550" y="369"/>
                </a:cubicBezTo>
                <a:cubicBezTo>
                  <a:pt x="1550" y="241"/>
                  <a:pt x="1608" y="180"/>
                  <a:pt x="1715" y="180"/>
                </a:cubicBezTo>
                <a:close/>
                <a:moveTo>
                  <a:pt x="1344" y="180"/>
                </a:moveTo>
                <a:lnTo>
                  <a:pt x="1344" y="180"/>
                </a:lnTo>
                <a:cubicBezTo>
                  <a:pt x="1387" y="180"/>
                  <a:pt x="1423" y="188"/>
                  <a:pt x="1458" y="204"/>
                </a:cubicBezTo>
                <a:lnTo>
                  <a:pt x="1430" y="278"/>
                </a:lnTo>
                <a:cubicBezTo>
                  <a:pt x="1395" y="265"/>
                  <a:pt x="1370" y="260"/>
                  <a:pt x="1344" y="260"/>
                </a:cubicBezTo>
                <a:cubicBezTo>
                  <a:pt x="1277" y="260"/>
                  <a:pt x="1235" y="308"/>
                  <a:pt x="1235" y="398"/>
                </a:cubicBezTo>
                <a:cubicBezTo>
                  <a:pt x="1235" y="489"/>
                  <a:pt x="1277" y="536"/>
                  <a:pt x="1344" y="536"/>
                </a:cubicBezTo>
                <a:cubicBezTo>
                  <a:pt x="1371" y="536"/>
                  <a:pt x="1397" y="531"/>
                  <a:pt x="1434" y="516"/>
                </a:cubicBezTo>
                <a:lnTo>
                  <a:pt x="1465" y="590"/>
                </a:lnTo>
                <a:cubicBezTo>
                  <a:pt x="1427" y="608"/>
                  <a:pt x="1384" y="617"/>
                  <a:pt x="1344" y="617"/>
                </a:cubicBezTo>
                <a:cubicBezTo>
                  <a:pt x="1223" y="617"/>
                  <a:pt x="1145" y="535"/>
                  <a:pt x="1145" y="398"/>
                </a:cubicBezTo>
                <a:cubicBezTo>
                  <a:pt x="1145" y="262"/>
                  <a:pt x="1223" y="180"/>
                  <a:pt x="1344" y="180"/>
                </a:cubicBezTo>
                <a:close/>
                <a:moveTo>
                  <a:pt x="948" y="190"/>
                </a:moveTo>
                <a:lnTo>
                  <a:pt x="948" y="190"/>
                </a:lnTo>
                <a:lnTo>
                  <a:pt x="1036" y="190"/>
                </a:lnTo>
                <a:lnTo>
                  <a:pt x="1036" y="607"/>
                </a:lnTo>
                <a:lnTo>
                  <a:pt x="948" y="607"/>
                </a:lnTo>
                <a:lnTo>
                  <a:pt x="948" y="190"/>
                </a:lnTo>
                <a:close/>
                <a:moveTo>
                  <a:pt x="992" y="0"/>
                </a:moveTo>
                <a:lnTo>
                  <a:pt x="992" y="0"/>
                </a:lnTo>
                <a:cubicBezTo>
                  <a:pt x="1023" y="0"/>
                  <a:pt x="1049" y="25"/>
                  <a:pt x="1049" y="56"/>
                </a:cubicBezTo>
                <a:cubicBezTo>
                  <a:pt x="1049" y="87"/>
                  <a:pt x="1023" y="112"/>
                  <a:pt x="992" y="112"/>
                </a:cubicBezTo>
                <a:cubicBezTo>
                  <a:pt x="961" y="112"/>
                  <a:pt x="936" y="87"/>
                  <a:pt x="936" y="56"/>
                </a:cubicBezTo>
                <a:cubicBezTo>
                  <a:pt x="936" y="25"/>
                  <a:pt x="961" y="0"/>
                  <a:pt x="992" y="0"/>
                </a:cubicBezTo>
                <a:close/>
                <a:moveTo>
                  <a:pt x="0" y="527"/>
                </a:moveTo>
                <a:lnTo>
                  <a:pt x="0" y="527"/>
                </a:lnTo>
                <a:lnTo>
                  <a:pt x="124" y="527"/>
                </a:lnTo>
                <a:cubicBezTo>
                  <a:pt x="162" y="527"/>
                  <a:pt x="179" y="512"/>
                  <a:pt x="179" y="470"/>
                </a:cubicBezTo>
                <a:lnTo>
                  <a:pt x="179" y="381"/>
                </a:lnTo>
                <a:cubicBezTo>
                  <a:pt x="179" y="249"/>
                  <a:pt x="241" y="180"/>
                  <a:pt x="359" y="180"/>
                </a:cubicBezTo>
                <a:cubicBezTo>
                  <a:pt x="421" y="180"/>
                  <a:pt x="468" y="202"/>
                  <a:pt x="496" y="244"/>
                </a:cubicBezTo>
                <a:cubicBezTo>
                  <a:pt x="525" y="202"/>
                  <a:pt x="570" y="180"/>
                  <a:pt x="631" y="180"/>
                </a:cubicBezTo>
                <a:cubicBezTo>
                  <a:pt x="750" y="180"/>
                  <a:pt x="812" y="249"/>
                  <a:pt x="812" y="381"/>
                </a:cubicBezTo>
                <a:lnTo>
                  <a:pt x="812" y="607"/>
                </a:lnTo>
                <a:lnTo>
                  <a:pt x="724" y="607"/>
                </a:lnTo>
                <a:lnTo>
                  <a:pt x="724" y="381"/>
                </a:lnTo>
                <a:cubicBezTo>
                  <a:pt x="724" y="300"/>
                  <a:pt x="691" y="260"/>
                  <a:pt x="631" y="260"/>
                </a:cubicBezTo>
                <a:cubicBezTo>
                  <a:pt x="572" y="260"/>
                  <a:pt x="539" y="300"/>
                  <a:pt x="539" y="381"/>
                </a:cubicBezTo>
                <a:lnTo>
                  <a:pt x="539" y="607"/>
                </a:lnTo>
                <a:lnTo>
                  <a:pt x="451" y="607"/>
                </a:lnTo>
                <a:lnTo>
                  <a:pt x="451" y="381"/>
                </a:lnTo>
                <a:cubicBezTo>
                  <a:pt x="451" y="300"/>
                  <a:pt x="419" y="260"/>
                  <a:pt x="359" y="260"/>
                </a:cubicBezTo>
                <a:cubicBezTo>
                  <a:pt x="300" y="260"/>
                  <a:pt x="267" y="300"/>
                  <a:pt x="267" y="381"/>
                </a:cubicBezTo>
                <a:lnTo>
                  <a:pt x="267" y="470"/>
                </a:lnTo>
                <a:cubicBezTo>
                  <a:pt x="267" y="568"/>
                  <a:pt x="219" y="607"/>
                  <a:pt x="124" y="607"/>
                </a:cubicBezTo>
                <a:lnTo>
                  <a:pt x="0" y="607"/>
                </a:lnTo>
                <a:lnTo>
                  <a:pt x="0" y="527"/>
                </a:lnTo>
                <a:close/>
              </a:path>
            </a:pathLst>
          </a:custGeom>
          <a:solidFill>
            <a:schemeClr val="tx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4024703013"/>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3688">
          <p15:clr>
            <a:srgbClr val="C35EA4"/>
          </p15:clr>
        </p15:guide>
      </p15:sldGuideLst>
    </p:ext>
  </p:extLst>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Title Slide 9">
    <p:bg>
      <p:bgPr>
        <a:gradFill>
          <a:gsLst>
            <a:gs pos="0">
              <a:srgbClr val="BD03F7"/>
            </a:gs>
            <a:gs pos="50000">
              <a:srgbClr val="3539F4"/>
            </a:gs>
            <a:gs pos="100000">
              <a:srgbClr val="0068FF"/>
            </a:gs>
          </a:gsLst>
          <a:lin ang="3600000" scaled="0"/>
        </a:gradFill>
        <a:effectLst/>
      </p:bgPr>
    </p:bg>
    <p:spTree>
      <p:nvGrpSpPr>
        <p:cNvPr id="1" name=""/>
        <p:cNvGrpSpPr/>
        <p:nvPr/>
      </p:nvGrpSpPr>
      <p:grpSpPr>
        <a:xfrm>
          <a:off x="0" y="0"/>
          <a:ext cx="0" cy="0"/>
          <a:chOff x="0" y="0"/>
          <a:chExt cx="0" cy="0"/>
        </a:xfrm>
      </p:grpSpPr>
      <p:sp>
        <p:nvSpPr>
          <p:cNvPr id="2" name="Title 2">
            <a:extLst>
              <a:ext uri="{FF2B5EF4-FFF2-40B4-BE49-F238E27FC236}">
                <a16:creationId xmlns:a16="http://schemas.microsoft.com/office/drawing/2014/main" id="{53F8AB78-8FDA-46ED-B308-67C07FAC61F6}"/>
              </a:ext>
            </a:extLst>
          </p:cNvPr>
          <p:cNvSpPr>
            <a:spLocks noGrp="1"/>
          </p:cNvSpPr>
          <p:nvPr>
            <p:ph type="ctrTitle" hasCustomPrompt="1"/>
          </p:nvPr>
        </p:nvSpPr>
        <p:spPr>
          <a:xfrm>
            <a:off x="484632" y="484632"/>
            <a:ext cx="5367528" cy="2944368"/>
          </a:xfrm>
        </p:spPr>
        <p:txBody>
          <a:bodyPr anchor="b"/>
          <a:lstStyle>
            <a:lvl1pPr algn="l">
              <a:lnSpc>
                <a:spcPct val="90000"/>
              </a:lnSpc>
              <a:defRPr sz="6600" spc="-100" baseline="0">
                <a:solidFill>
                  <a:schemeClr val="tx1"/>
                </a:solidFill>
              </a:defRPr>
            </a:lvl1pPr>
          </a:lstStyle>
          <a:p>
            <a:r>
              <a:rPr lang="en-US" dirty="0"/>
              <a:t>[Presentation title]</a:t>
            </a:r>
          </a:p>
        </p:txBody>
      </p:sp>
      <p:sp>
        <p:nvSpPr>
          <p:cNvPr id="3" name="Subtitle 3">
            <a:extLst>
              <a:ext uri="{FF2B5EF4-FFF2-40B4-BE49-F238E27FC236}">
                <a16:creationId xmlns:a16="http://schemas.microsoft.com/office/drawing/2014/main" id="{61892C3E-3DA9-484B-A45D-DEED5EFA6C48}"/>
              </a:ext>
            </a:extLst>
          </p:cNvPr>
          <p:cNvSpPr>
            <a:spLocks noGrp="1"/>
          </p:cNvSpPr>
          <p:nvPr>
            <p:ph type="subTitle" idx="1" hasCustomPrompt="1"/>
          </p:nvPr>
        </p:nvSpPr>
        <p:spPr>
          <a:xfrm>
            <a:off x="484632" y="3723437"/>
            <a:ext cx="5367528" cy="886968"/>
          </a:xfrm>
        </p:spPr>
        <p:txBody>
          <a:bodyPr>
            <a:noAutofit/>
          </a:bodyPr>
          <a:lstStyle>
            <a:lvl1pPr marL="0" indent="0" algn="l">
              <a:lnSpc>
                <a:spcPct val="100000"/>
              </a:lnSpc>
              <a:spcBef>
                <a:spcPts val="0"/>
              </a:spcBef>
              <a:buNone/>
              <a:defRPr sz="1800">
                <a:solidFill>
                  <a:schemeClr val="tx1"/>
                </a:solidFill>
              </a:defRPr>
            </a:lvl1pPr>
            <a:lvl2pPr marL="0" indent="0" algn="l">
              <a:lnSpc>
                <a:spcPct val="100000"/>
              </a:lnSpc>
              <a:spcBef>
                <a:spcPts val="0"/>
              </a:spcBef>
              <a:buNone/>
              <a:defRPr sz="1800">
                <a:solidFill>
                  <a:schemeClr val="tx1"/>
                </a:solidFill>
              </a:defRPr>
            </a:lvl2pPr>
            <a:lvl3pPr marL="0" indent="0" algn="l">
              <a:lnSpc>
                <a:spcPct val="100000"/>
              </a:lnSpc>
              <a:spcBef>
                <a:spcPts val="0"/>
              </a:spcBef>
              <a:buNone/>
              <a:defRPr sz="1800">
                <a:solidFill>
                  <a:schemeClr val="tx1"/>
                </a:solidFill>
              </a:defRPr>
            </a:lvl3pPr>
            <a:lvl4pPr marL="0" indent="0" algn="l">
              <a:lnSpc>
                <a:spcPct val="100000"/>
              </a:lnSpc>
              <a:spcBef>
                <a:spcPts val="0"/>
              </a:spcBef>
              <a:buNone/>
              <a:defRPr sz="1800">
                <a:solidFill>
                  <a:schemeClr val="tx1"/>
                </a:solidFill>
              </a:defRPr>
            </a:lvl4pPr>
            <a:lvl5pPr marL="0" indent="0" algn="l">
              <a:lnSpc>
                <a:spcPct val="100000"/>
              </a:lnSpc>
              <a:spcBef>
                <a:spcPts val="0"/>
              </a:spcBef>
              <a:buNone/>
              <a:defRPr sz="1800">
                <a:solidFill>
                  <a:schemeClr val="tx1"/>
                </a:solidFill>
              </a:defRPr>
            </a:lvl5pPr>
            <a:lvl6pPr marL="0" indent="0" algn="l">
              <a:lnSpc>
                <a:spcPct val="100000"/>
              </a:lnSpc>
              <a:spcBef>
                <a:spcPts val="0"/>
              </a:spcBef>
              <a:buNone/>
              <a:defRPr sz="1800">
                <a:solidFill>
                  <a:schemeClr val="tx1"/>
                </a:solidFill>
              </a:defRPr>
            </a:lvl6pPr>
            <a:lvl7pPr marL="0" indent="0" algn="l">
              <a:lnSpc>
                <a:spcPct val="100000"/>
              </a:lnSpc>
              <a:spcBef>
                <a:spcPts val="0"/>
              </a:spcBef>
              <a:buNone/>
              <a:defRPr sz="1800">
                <a:solidFill>
                  <a:schemeClr val="tx1"/>
                </a:solidFill>
              </a:defRPr>
            </a:lvl7pPr>
            <a:lvl8pPr marL="0" indent="0" algn="l">
              <a:lnSpc>
                <a:spcPct val="100000"/>
              </a:lnSpc>
              <a:spcBef>
                <a:spcPts val="0"/>
              </a:spcBef>
              <a:buNone/>
              <a:defRPr sz="1800">
                <a:solidFill>
                  <a:schemeClr val="tx1"/>
                </a:solidFill>
              </a:defRPr>
            </a:lvl8pPr>
            <a:lvl9pPr marL="0" indent="0" algn="l">
              <a:lnSpc>
                <a:spcPct val="100000"/>
              </a:lnSpc>
              <a:spcBef>
                <a:spcPts val="0"/>
              </a:spcBef>
              <a:buNone/>
              <a:defRPr sz="1800">
                <a:solidFill>
                  <a:schemeClr val="tx1"/>
                </a:solidFill>
              </a:defRPr>
            </a:lvl9pPr>
          </a:lstStyle>
          <a:p>
            <a:r>
              <a:rPr lang="en-US" dirty="0"/>
              <a:t>[Month 00, 0000]</a:t>
            </a:r>
            <a:br>
              <a:rPr lang="en-US" dirty="0"/>
            </a:br>
            <a:r>
              <a:rPr lang="en-US" dirty="0"/>
              <a:t>[Presenter Name]</a:t>
            </a:r>
            <a:br>
              <a:rPr lang="en-US" dirty="0"/>
            </a:br>
            <a:r>
              <a:rPr lang="en-US" dirty="0"/>
              <a:t>[Title]</a:t>
            </a:r>
          </a:p>
        </p:txBody>
      </p:sp>
      <p:sp>
        <p:nvSpPr>
          <p:cNvPr id="6" name="Picture Placeholder 1">
            <a:extLst>
              <a:ext uri="{FF2B5EF4-FFF2-40B4-BE49-F238E27FC236}">
                <a16:creationId xmlns:a16="http://schemas.microsoft.com/office/drawing/2014/main" id="{3B7A7532-530A-AE40-D3BD-209CF0F78AEF}"/>
              </a:ext>
              <a:ext uri="{C183D7F6-B498-43B3-948B-1728B52AA6E4}">
                <adec:decorative xmlns:adec="http://schemas.microsoft.com/office/drawing/2017/decorative" val="1"/>
              </a:ext>
            </a:extLst>
          </p:cNvPr>
          <p:cNvSpPr>
            <a:spLocks noGrp="1" noChangeAspect="1"/>
          </p:cNvSpPr>
          <p:nvPr>
            <p:ph type="pic" sz="quarter" idx="10"/>
          </p:nvPr>
        </p:nvSpPr>
        <p:spPr>
          <a:xfrm>
            <a:off x="6096000" y="0"/>
            <a:ext cx="6095998" cy="6858000"/>
          </a:xfrm>
          <a:custGeom>
            <a:avLst/>
            <a:gdLst>
              <a:gd name="connsiteX0" fmla="*/ 0 w 6095998"/>
              <a:gd name="connsiteY0" fmla="*/ 0 h 6858000"/>
              <a:gd name="connsiteX1" fmla="*/ 4604798 w 6095998"/>
              <a:gd name="connsiteY1" fmla="*/ 0 h 6858000"/>
              <a:gd name="connsiteX2" fmla="*/ 6040210 w 6095998"/>
              <a:gd name="connsiteY2" fmla="*/ 2404182 h 6858000"/>
              <a:gd name="connsiteX3" fmla="*/ 6095998 w 6095998"/>
              <a:gd name="connsiteY3" fmla="*/ 2433130 h 6858000"/>
              <a:gd name="connsiteX4" fmla="*/ 6095998 w 6095998"/>
              <a:gd name="connsiteY4" fmla="*/ 6858000 h 6858000"/>
              <a:gd name="connsiteX5" fmla="*/ 3298262 w 6095998"/>
              <a:gd name="connsiteY5" fmla="*/ 6858000 h 6858000"/>
              <a:gd name="connsiteX6" fmla="*/ 0 w 6095998"/>
              <a:gd name="connsiteY6"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095998" h="6858000">
                <a:moveTo>
                  <a:pt x="0" y="0"/>
                </a:moveTo>
                <a:lnTo>
                  <a:pt x="4604798" y="0"/>
                </a:lnTo>
                <a:cubicBezTo>
                  <a:pt x="4699501" y="1143160"/>
                  <a:pt x="5213830" y="1942198"/>
                  <a:pt x="6040210" y="2404182"/>
                </a:cubicBezTo>
                <a:lnTo>
                  <a:pt x="6095998" y="2433130"/>
                </a:lnTo>
                <a:lnTo>
                  <a:pt x="6095998" y="6858000"/>
                </a:lnTo>
                <a:lnTo>
                  <a:pt x="3298262" y="6858000"/>
                </a:lnTo>
                <a:cubicBezTo>
                  <a:pt x="1081632" y="5713889"/>
                  <a:pt x="69568" y="3489492"/>
                  <a:pt x="0" y="0"/>
                </a:cubicBezTo>
                <a:close/>
              </a:path>
            </a:pathLst>
          </a:custGeom>
          <a:solidFill>
            <a:srgbClr val="F2F2F2"/>
          </a:solidFill>
        </p:spPr>
        <p:txBody>
          <a:bodyPr wrap="square" anchor="ctr" anchorCtr="0">
            <a:noAutofit/>
          </a:bodyPr>
          <a:lstStyle>
            <a:lvl1pPr marL="0" indent="0" algn="ctr">
              <a:spcBef>
                <a:spcPts val="0"/>
              </a:spcBef>
              <a:buFontTx/>
              <a:buNone/>
              <a:defRPr sz="1000">
                <a:solidFill>
                  <a:schemeClr val="bg1"/>
                </a:solidFill>
              </a:defRPr>
            </a:lvl1pPr>
          </a:lstStyle>
          <a:p>
            <a:r>
              <a:rPr lang="en-US"/>
              <a:t>Click icon to add picture</a:t>
            </a:r>
          </a:p>
        </p:txBody>
      </p:sp>
      <p:sp>
        <p:nvSpPr>
          <p:cNvPr id="4" name="Micron" descr="Micron">
            <a:extLst>
              <a:ext uri="{FF2B5EF4-FFF2-40B4-BE49-F238E27FC236}">
                <a16:creationId xmlns:a16="http://schemas.microsoft.com/office/drawing/2014/main" id="{3AFAB3B8-ED81-63FA-3A5F-FF49E1F1D199}"/>
              </a:ext>
            </a:extLst>
          </p:cNvPr>
          <p:cNvSpPr>
            <a:spLocks noEditPoints="1"/>
          </p:cNvSpPr>
          <p:nvPr userDrawn="1"/>
        </p:nvSpPr>
        <p:spPr bwMode="black">
          <a:xfrm>
            <a:off x="481330" y="6087033"/>
            <a:ext cx="1363726" cy="290928"/>
          </a:xfrm>
          <a:custGeom>
            <a:avLst/>
            <a:gdLst>
              <a:gd name="T0" fmla="*/ 2517 w 2879"/>
              <a:gd name="T1" fmla="*/ 180 h 617"/>
              <a:gd name="T2" fmla="*/ 2700 w 2879"/>
              <a:gd name="T3" fmla="*/ 470 h 617"/>
              <a:gd name="T4" fmla="*/ 2879 w 2879"/>
              <a:gd name="T5" fmla="*/ 527 h 617"/>
              <a:gd name="T6" fmla="*/ 2755 w 2879"/>
              <a:gd name="T7" fmla="*/ 607 h 617"/>
              <a:gd name="T8" fmla="*/ 2612 w 2879"/>
              <a:gd name="T9" fmla="*/ 381 h 617"/>
              <a:gd name="T10" fmla="*/ 2422 w 2879"/>
              <a:gd name="T11" fmla="*/ 381 h 617"/>
              <a:gd name="T12" fmla="*/ 2334 w 2879"/>
              <a:gd name="T13" fmla="*/ 607 h 617"/>
              <a:gd name="T14" fmla="*/ 2517 w 2879"/>
              <a:gd name="T15" fmla="*/ 180 h 617"/>
              <a:gd name="T16" fmla="*/ 2037 w 2879"/>
              <a:gd name="T17" fmla="*/ 536 h 617"/>
              <a:gd name="T18" fmla="*/ 2037 w 2879"/>
              <a:gd name="T19" fmla="*/ 260 h 617"/>
              <a:gd name="T20" fmla="*/ 2037 w 2879"/>
              <a:gd name="T21" fmla="*/ 536 h 617"/>
              <a:gd name="T22" fmla="*/ 2037 w 2879"/>
              <a:gd name="T23" fmla="*/ 180 h 617"/>
              <a:gd name="T24" fmla="*/ 2037 w 2879"/>
              <a:gd name="T25" fmla="*/ 617 h 617"/>
              <a:gd name="T26" fmla="*/ 2037 w 2879"/>
              <a:gd name="T27" fmla="*/ 180 h 617"/>
              <a:gd name="T28" fmla="*/ 1715 w 2879"/>
              <a:gd name="T29" fmla="*/ 180 h 617"/>
              <a:gd name="T30" fmla="*/ 1769 w 2879"/>
              <a:gd name="T31" fmla="*/ 270 h 617"/>
              <a:gd name="T32" fmla="*/ 1638 w 2879"/>
              <a:gd name="T33" fmla="*/ 369 h 617"/>
              <a:gd name="T34" fmla="*/ 1552 w 2879"/>
              <a:gd name="T35" fmla="*/ 607 h 617"/>
              <a:gd name="T36" fmla="*/ 1715 w 2879"/>
              <a:gd name="T37" fmla="*/ 180 h 617"/>
              <a:gd name="T38" fmla="*/ 1344 w 2879"/>
              <a:gd name="T39" fmla="*/ 180 h 617"/>
              <a:gd name="T40" fmla="*/ 1430 w 2879"/>
              <a:gd name="T41" fmla="*/ 278 h 617"/>
              <a:gd name="T42" fmla="*/ 1235 w 2879"/>
              <a:gd name="T43" fmla="*/ 398 h 617"/>
              <a:gd name="T44" fmla="*/ 1434 w 2879"/>
              <a:gd name="T45" fmla="*/ 516 h 617"/>
              <a:gd name="T46" fmla="*/ 1344 w 2879"/>
              <a:gd name="T47" fmla="*/ 617 h 617"/>
              <a:gd name="T48" fmla="*/ 1344 w 2879"/>
              <a:gd name="T49" fmla="*/ 180 h 617"/>
              <a:gd name="T50" fmla="*/ 948 w 2879"/>
              <a:gd name="T51" fmla="*/ 190 h 617"/>
              <a:gd name="T52" fmla="*/ 1036 w 2879"/>
              <a:gd name="T53" fmla="*/ 607 h 617"/>
              <a:gd name="T54" fmla="*/ 948 w 2879"/>
              <a:gd name="T55" fmla="*/ 190 h 617"/>
              <a:gd name="T56" fmla="*/ 992 w 2879"/>
              <a:gd name="T57" fmla="*/ 0 h 617"/>
              <a:gd name="T58" fmla="*/ 992 w 2879"/>
              <a:gd name="T59" fmla="*/ 112 h 617"/>
              <a:gd name="T60" fmla="*/ 992 w 2879"/>
              <a:gd name="T61" fmla="*/ 0 h 617"/>
              <a:gd name="T62" fmla="*/ 0 w 2879"/>
              <a:gd name="T63" fmla="*/ 527 h 617"/>
              <a:gd name="T64" fmla="*/ 179 w 2879"/>
              <a:gd name="T65" fmla="*/ 470 h 617"/>
              <a:gd name="T66" fmla="*/ 359 w 2879"/>
              <a:gd name="T67" fmla="*/ 180 h 617"/>
              <a:gd name="T68" fmla="*/ 631 w 2879"/>
              <a:gd name="T69" fmla="*/ 180 h 617"/>
              <a:gd name="T70" fmla="*/ 812 w 2879"/>
              <a:gd name="T71" fmla="*/ 607 h 617"/>
              <a:gd name="T72" fmla="*/ 724 w 2879"/>
              <a:gd name="T73" fmla="*/ 381 h 617"/>
              <a:gd name="T74" fmla="*/ 539 w 2879"/>
              <a:gd name="T75" fmla="*/ 381 h 617"/>
              <a:gd name="T76" fmla="*/ 451 w 2879"/>
              <a:gd name="T77" fmla="*/ 607 h 617"/>
              <a:gd name="T78" fmla="*/ 359 w 2879"/>
              <a:gd name="T79" fmla="*/ 260 h 617"/>
              <a:gd name="T80" fmla="*/ 267 w 2879"/>
              <a:gd name="T81" fmla="*/ 470 h 617"/>
              <a:gd name="T82" fmla="*/ 0 w 2879"/>
              <a:gd name="T83" fmla="*/ 607 h 6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2879" h="617">
                <a:moveTo>
                  <a:pt x="2517" y="180"/>
                </a:moveTo>
                <a:lnTo>
                  <a:pt x="2517" y="180"/>
                </a:lnTo>
                <a:cubicBezTo>
                  <a:pt x="2638" y="180"/>
                  <a:pt x="2700" y="249"/>
                  <a:pt x="2700" y="381"/>
                </a:cubicBezTo>
                <a:lnTo>
                  <a:pt x="2700" y="470"/>
                </a:lnTo>
                <a:cubicBezTo>
                  <a:pt x="2700" y="512"/>
                  <a:pt x="2717" y="527"/>
                  <a:pt x="2755" y="527"/>
                </a:cubicBezTo>
                <a:lnTo>
                  <a:pt x="2879" y="527"/>
                </a:lnTo>
                <a:lnTo>
                  <a:pt x="2879" y="607"/>
                </a:lnTo>
                <a:lnTo>
                  <a:pt x="2755" y="607"/>
                </a:lnTo>
                <a:cubicBezTo>
                  <a:pt x="2660" y="607"/>
                  <a:pt x="2612" y="568"/>
                  <a:pt x="2612" y="470"/>
                </a:cubicBezTo>
                <a:lnTo>
                  <a:pt x="2612" y="381"/>
                </a:lnTo>
                <a:cubicBezTo>
                  <a:pt x="2612" y="300"/>
                  <a:pt x="2579" y="260"/>
                  <a:pt x="2517" y="260"/>
                </a:cubicBezTo>
                <a:cubicBezTo>
                  <a:pt x="2454" y="260"/>
                  <a:pt x="2422" y="300"/>
                  <a:pt x="2422" y="381"/>
                </a:cubicBezTo>
                <a:lnTo>
                  <a:pt x="2422" y="607"/>
                </a:lnTo>
                <a:lnTo>
                  <a:pt x="2334" y="607"/>
                </a:lnTo>
                <a:lnTo>
                  <a:pt x="2334" y="381"/>
                </a:lnTo>
                <a:cubicBezTo>
                  <a:pt x="2334" y="249"/>
                  <a:pt x="2396" y="180"/>
                  <a:pt x="2517" y="180"/>
                </a:cubicBezTo>
                <a:close/>
                <a:moveTo>
                  <a:pt x="2037" y="536"/>
                </a:moveTo>
                <a:lnTo>
                  <a:pt x="2037" y="536"/>
                </a:lnTo>
                <a:cubicBezTo>
                  <a:pt x="2107" y="536"/>
                  <a:pt x="2150" y="489"/>
                  <a:pt x="2150" y="398"/>
                </a:cubicBezTo>
                <a:cubicBezTo>
                  <a:pt x="2150" y="308"/>
                  <a:pt x="2107" y="260"/>
                  <a:pt x="2037" y="260"/>
                </a:cubicBezTo>
                <a:cubicBezTo>
                  <a:pt x="1967" y="260"/>
                  <a:pt x="1924" y="308"/>
                  <a:pt x="1924" y="398"/>
                </a:cubicBezTo>
                <a:cubicBezTo>
                  <a:pt x="1924" y="489"/>
                  <a:pt x="1967" y="536"/>
                  <a:pt x="2037" y="536"/>
                </a:cubicBezTo>
                <a:close/>
                <a:moveTo>
                  <a:pt x="2037" y="180"/>
                </a:moveTo>
                <a:lnTo>
                  <a:pt x="2037" y="180"/>
                </a:lnTo>
                <a:cubicBezTo>
                  <a:pt x="2162" y="180"/>
                  <a:pt x="2239" y="262"/>
                  <a:pt x="2239" y="398"/>
                </a:cubicBezTo>
                <a:cubicBezTo>
                  <a:pt x="2239" y="535"/>
                  <a:pt x="2162" y="617"/>
                  <a:pt x="2037" y="617"/>
                </a:cubicBezTo>
                <a:cubicBezTo>
                  <a:pt x="1912" y="617"/>
                  <a:pt x="1835" y="535"/>
                  <a:pt x="1835" y="398"/>
                </a:cubicBezTo>
                <a:cubicBezTo>
                  <a:pt x="1835" y="262"/>
                  <a:pt x="1912" y="180"/>
                  <a:pt x="2037" y="180"/>
                </a:cubicBezTo>
                <a:close/>
                <a:moveTo>
                  <a:pt x="1715" y="180"/>
                </a:moveTo>
                <a:lnTo>
                  <a:pt x="1715" y="180"/>
                </a:lnTo>
                <a:cubicBezTo>
                  <a:pt x="1743" y="180"/>
                  <a:pt x="1772" y="186"/>
                  <a:pt x="1795" y="194"/>
                </a:cubicBezTo>
                <a:lnTo>
                  <a:pt x="1769" y="270"/>
                </a:lnTo>
                <a:cubicBezTo>
                  <a:pt x="1752" y="263"/>
                  <a:pt x="1735" y="260"/>
                  <a:pt x="1715" y="260"/>
                </a:cubicBezTo>
                <a:cubicBezTo>
                  <a:pt x="1664" y="260"/>
                  <a:pt x="1638" y="297"/>
                  <a:pt x="1638" y="369"/>
                </a:cubicBezTo>
                <a:cubicBezTo>
                  <a:pt x="1638" y="433"/>
                  <a:pt x="1639" y="502"/>
                  <a:pt x="1640" y="607"/>
                </a:cubicBezTo>
                <a:lnTo>
                  <a:pt x="1552" y="607"/>
                </a:lnTo>
                <a:cubicBezTo>
                  <a:pt x="1551" y="502"/>
                  <a:pt x="1550" y="433"/>
                  <a:pt x="1550" y="369"/>
                </a:cubicBezTo>
                <a:cubicBezTo>
                  <a:pt x="1550" y="241"/>
                  <a:pt x="1608" y="180"/>
                  <a:pt x="1715" y="180"/>
                </a:cubicBezTo>
                <a:close/>
                <a:moveTo>
                  <a:pt x="1344" y="180"/>
                </a:moveTo>
                <a:lnTo>
                  <a:pt x="1344" y="180"/>
                </a:lnTo>
                <a:cubicBezTo>
                  <a:pt x="1387" y="180"/>
                  <a:pt x="1423" y="188"/>
                  <a:pt x="1458" y="204"/>
                </a:cubicBezTo>
                <a:lnTo>
                  <a:pt x="1430" y="278"/>
                </a:lnTo>
                <a:cubicBezTo>
                  <a:pt x="1395" y="265"/>
                  <a:pt x="1370" y="260"/>
                  <a:pt x="1344" y="260"/>
                </a:cubicBezTo>
                <a:cubicBezTo>
                  <a:pt x="1277" y="260"/>
                  <a:pt x="1235" y="308"/>
                  <a:pt x="1235" y="398"/>
                </a:cubicBezTo>
                <a:cubicBezTo>
                  <a:pt x="1235" y="489"/>
                  <a:pt x="1277" y="536"/>
                  <a:pt x="1344" y="536"/>
                </a:cubicBezTo>
                <a:cubicBezTo>
                  <a:pt x="1371" y="536"/>
                  <a:pt x="1397" y="531"/>
                  <a:pt x="1434" y="516"/>
                </a:cubicBezTo>
                <a:lnTo>
                  <a:pt x="1465" y="590"/>
                </a:lnTo>
                <a:cubicBezTo>
                  <a:pt x="1427" y="608"/>
                  <a:pt x="1384" y="617"/>
                  <a:pt x="1344" y="617"/>
                </a:cubicBezTo>
                <a:cubicBezTo>
                  <a:pt x="1223" y="617"/>
                  <a:pt x="1145" y="535"/>
                  <a:pt x="1145" y="398"/>
                </a:cubicBezTo>
                <a:cubicBezTo>
                  <a:pt x="1145" y="262"/>
                  <a:pt x="1223" y="180"/>
                  <a:pt x="1344" y="180"/>
                </a:cubicBezTo>
                <a:close/>
                <a:moveTo>
                  <a:pt x="948" y="190"/>
                </a:moveTo>
                <a:lnTo>
                  <a:pt x="948" y="190"/>
                </a:lnTo>
                <a:lnTo>
                  <a:pt x="1036" y="190"/>
                </a:lnTo>
                <a:lnTo>
                  <a:pt x="1036" y="607"/>
                </a:lnTo>
                <a:lnTo>
                  <a:pt x="948" y="607"/>
                </a:lnTo>
                <a:lnTo>
                  <a:pt x="948" y="190"/>
                </a:lnTo>
                <a:close/>
                <a:moveTo>
                  <a:pt x="992" y="0"/>
                </a:moveTo>
                <a:lnTo>
                  <a:pt x="992" y="0"/>
                </a:lnTo>
                <a:cubicBezTo>
                  <a:pt x="1023" y="0"/>
                  <a:pt x="1049" y="25"/>
                  <a:pt x="1049" y="56"/>
                </a:cubicBezTo>
                <a:cubicBezTo>
                  <a:pt x="1049" y="87"/>
                  <a:pt x="1023" y="112"/>
                  <a:pt x="992" y="112"/>
                </a:cubicBezTo>
                <a:cubicBezTo>
                  <a:pt x="961" y="112"/>
                  <a:pt x="936" y="87"/>
                  <a:pt x="936" y="56"/>
                </a:cubicBezTo>
                <a:cubicBezTo>
                  <a:pt x="936" y="25"/>
                  <a:pt x="961" y="0"/>
                  <a:pt x="992" y="0"/>
                </a:cubicBezTo>
                <a:close/>
                <a:moveTo>
                  <a:pt x="0" y="527"/>
                </a:moveTo>
                <a:lnTo>
                  <a:pt x="0" y="527"/>
                </a:lnTo>
                <a:lnTo>
                  <a:pt x="124" y="527"/>
                </a:lnTo>
                <a:cubicBezTo>
                  <a:pt x="162" y="527"/>
                  <a:pt x="179" y="512"/>
                  <a:pt x="179" y="470"/>
                </a:cubicBezTo>
                <a:lnTo>
                  <a:pt x="179" y="381"/>
                </a:lnTo>
                <a:cubicBezTo>
                  <a:pt x="179" y="249"/>
                  <a:pt x="241" y="180"/>
                  <a:pt x="359" y="180"/>
                </a:cubicBezTo>
                <a:cubicBezTo>
                  <a:pt x="421" y="180"/>
                  <a:pt x="468" y="202"/>
                  <a:pt x="496" y="244"/>
                </a:cubicBezTo>
                <a:cubicBezTo>
                  <a:pt x="525" y="202"/>
                  <a:pt x="570" y="180"/>
                  <a:pt x="631" y="180"/>
                </a:cubicBezTo>
                <a:cubicBezTo>
                  <a:pt x="750" y="180"/>
                  <a:pt x="812" y="249"/>
                  <a:pt x="812" y="381"/>
                </a:cubicBezTo>
                <a:lnTo>
                  <a:pt x="812" y="607"/>
                </a:lnTo>
                <a:lnTo>
                  <a:pt x="724" y="607"/>
                </a:lnTo>
                <a:lnTo>
                  <a:pt x="724" y="381"/>
                </a:lnTo>
                <a:cubicBezTo>
                  <a:pt x="724" y="300"/>
                  <a:pt x="691" y="260"/>
                  <a:pt x="631" y="260"/>
                </a:cubicBezTo>
                <a:cubicBezTo>
                  <a:pt x="572" y="260"/>
                  <a:pt x="539" y="300"/>
                  <a:pt x="539" y="381"/>
                </a:cubicBezTo>
                <a:lnTo>
                  <a:pt x="539" y="607"/>
                </a:lnTo>
                <a:lnTo>
                  <a:pt x="451" y="607"/>
                </a:lnTo>
                <a:lnTo>
                  <a:pt x="451" y="381"/>
                </a:lnTo>
                <a:cubicBezTo>
                  <a:pt x="451" y="300"/>
                  <a:pt x="419" y="260"/>
                  <a:pt x="359" y="260"/>
                </a:cubicBezTo>
                <a:cubicBezTo>
                  <a:pt x="300" y="260"/>
                  <a:pt x="267" y="300"/>
                  <a:pt x="267" y="381"/>
                </a:cubicBezTo>
                <a:lnTo>
                  <a:pt x="267" y="470"/>
                </a:lnTo>
                <a:cubicBezTo>
                  <a:pt x="267" y="568"/>
                  <a:pt x="219" y="607"/>
                  <a:pt x="124" y="607"/>
                </a:cubicBezTo>
                <a:lnTo>
                  <a:pt x="0" y="607"/>
                </a:lnTo>
                <a:lnTo>
                  <a:pt x="0" y="527"/>
                </a:lnTo>
                <a:close/>
              </a:path>
            </a:pathLst>
          </a:custGeom>
          <a:solidFill>
            <a:schemeClr val="tx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2188896898"/>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3688">
          <p15:clr>
            <a:srgbClr val="C35EA4"/>
          </p15:clr>
        </p15:guide>
      </p15:sldGuideLst>
    </p:ext>
  </p:extLst>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Title Slide 10">
    <p:bg>
      <p:bgPr>
        <a:gradFill>
          <a:gsLst>
            <a:gs pos="100000">
              <a:srgbClr val="E60177"/>
            </a:gs>
            <a:gs pos="50000">
              <a:srgbClr val="E81245"/>
            </a:gs>
            <a:gs pos="0">
              <a:srgbClr val="BD03F7"/>
            </a:gs>
          </a:gsLst>
          <a:lin ang="19860000" scaled="0"/>
        </a:gra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D200E0F8-78E2-9BB1-6926-FD1F124C9D81}"/>
              </a:ext>
            </a:extLst>
          </p:cNvPr>
          <p:cNvSpPr/>
          <p:nvPr userDrawn="1"/>
        </p:nvSpPr>
        <p:spPr>
          <a:xfrm>
            <a:off x="2756950" y="6429829"/>
            <a:ext cx="9435050" cy="428171"/>
          </a:xfrm>
          <a:prstGeom prst="rect">
            <a:avLst/>
          </a:prstGeom>
          <a:gradFill>
            <a:gsLst>
              <a:gs pos="69000">
                <a:srgbClr val="E70E52"/>
              </a:gs>
              <a:gs pos="20000">
                <a:srgbClr val="D90D84">
                  <a:alpha val="70196"/>
                </a:srgbClr>
              </a:gs>
              <a:gs pos="40000">
                <a:srgbClr val="E71248">
                  <a:alpha val="50000"/>
                </a:srgbClr>
              </a:gs>
              <a:gs pos="0">
                <a:srgbClr val="CE09B0"/>
              </a:gs>
              <a:gs pos="100000">
                <a:srgbClr val="E7095F"/>
              </a:gs>
            </a:gsLst>
            <a:lin ang="19860000" scaled="0"/>
          </a:gradFill>
          <a:ln w="6350" cap="sq">
            <a:miter lim="800000"/>
          </a:ln>
        </p:spPr>
        <p:style>
          <a:lnRef idx="0">
            <a:schemeClr val="tx1"/>
          </a:lnRef>
          <a:fillRef idx="1">
            <a:schemeClr val="tx1"/>
          </a:fillRef>
          <a:effectRef idx="0">
            <a:srgbClr val="000000"/>
          </a:effectRef>
          <a:fontRef idx="minor">
            <a:schemeClr val="bg1"/>
          </a:fontRef>
        </p:style>
        <p:txBody>
          <a:bodyPr rtlCol="0" anchor="ctr"/>
          <a:lstStyle/>
          <a:p>
            <a:pPr algn="ctr">
              <a:lnSpc>
                <a:spcPct val="100000"/>
              </a:lnSpc>
            </a:pPr>
            <a:endParaRPr lang="en-US" sz="1800"/>
          </a:p>
        </p:txBody>
      </p:sp>
      <p:sp>
        <p:nvSpPr>
          <p:cNvPr id="2" name="Title 2">
            <a:extLst>
              <a:ext uri="{FF2B5EF4-FFF2-40B4-BE49-F238E27FC236}">
                <a16:creationId xmlns:a16="http://schemas.microsoft.com/office/drawing/2014/main" id="{53F8AB78-8FDA-46ED-B308-67C07FAC61F6}"/>
              </a:ext>
            </a:extLst>
          </p:cNvPr>
          <p:cNvSpPr>
            <a:spLocks noGrp="1"/>
          </p:cNvSpPr>
          <p:nvPr>
            <p:ph type="ctrTitle" hasCustomPrompt="1"/>
          </p:nvPr>
        </p:nvSpPr>
        <p:spPr>
          <a:xfrm>
            <a:off x="484632" y="484632"/>
            <a:ext cx="5367528" cy="2944368"/>
          </a:xfrm>
        </p:spPr>
        <p:txBody>
          <a:bodyPr anchor="b"/>
          <a:lstStyle>
            <a:lvl1pPr algn="l">
              <a:lnSpc>
                <a:spcPct val="90000"/>
              </a:lnSpc>
              <a:defRPr sz="6600" spc="-100" baseline="0">
                <a:solidFill>
                  <a:schemeClr val="tx1"/>
                </a:solidFill>
              </a:defRPr>
            </a:lvl1pPr>
          </a:lstStyle>
          <a:p>
            <a:r>
              <a:rPr lang="en-US" dirty="0"/>
              <a:t>[Presentation title]</a:t>
            </a:r>
          </a:p>
        </p:txBody>
      </p:sp>
      <p:sp>
        <p:nvSpPr>
          <p:cNvPr id="3" name="Subtitle 3">
            <a:extLst>
              <a:ext uri="{FF2B5EF4-FFF2-40B4-BE49-F238E27FC236}">
                <a16:creationId xmlns:a16="http://schemas.microsoft.com/office/drawing/2014/main" id="{61892C3E-3DA9-484B-A45D-DEED5EFA6C48}"/>
              </a:ext>
            </a:extLst>
          </p:cNvPr>
          <p:cNvSpPr>
            <a:spLocks noGrp="1"/>
          </p:cNvSpPr>
          <p:nvPr>
            <p:ph type="subTitle" idx="1" hasCustomPrompt="1"/>
          </p:nvPr>
        </p:nvSpPr>
        <p:spPr>
          <a:xfrm>
            <a:off x="484632" y="3723437"/>
            <a:ext cx="5367528" cy="886968"/>
          </a:xfrm>
        </p:spPr>
        <p:txBody>
          <a:bodyPr>
            <a:noAutofit/>
          </a:bodyPr>
          <a:lstStyle>
            <a:lvl1pPr marL="0" indent="0" algn="l">
              <a:lnSpc>
                <a:spcPct val="100000"/>
              </a:lnSpc>
              <a:spcBef>
                <a:spcPts val="0"/>
              </a:spcBef>
              <a:buNone/>
              <a:defRPr sz="1800">
                <a:solidFill>
                  <a:schemeClr val="tx1"/>
                </a:solidFill>
              </a:defRPr>
            </a:lvl1pPr>
            <a:lvl2pPr marL="0" indent="0" algn="l">
              <a:lnSpc>
                <a:spcPct val="100000"/>
              </a:lnSpc>
              <a:spcBef>
                <a:spcPts val="0"/>
              </a:spcBef>
              <a:buNone/>
              <a:defRPr sz="1800">
                <a:solidFill>
                  <a:schemeClr val="tx1"/>
                </a:solidFill>
              </a:defRPr>
            </a:lvl2pPr>
            <a:lvl3pPr marL="0" indent="0" algn="l">
              <a:lnSpc>
                <a:spcPct val="100000"/>
              </a:lnSpc>
              <a:spcBef>
                <a:spcPts val="0"/>
              </a:spcBef>
              <a:buNone/>
              <a:defRPr sz="1800">
                <a:solidFill>
                  <a:schemeClr val="tx1"/>
                </a:solidFill>
              </a:defRPr>
            </a:lvl3pPr>
            <a:lvl4pPr marL="0" indent="0" algn="l">
              <a:lnSpc>
                <a:spcPct val="100000"/>
              </a:lnSpc>
              <a:spcBef>
                <a:spcPts val="0"/>
              </a:spcBef>
              <a:buNone/>
              <a:defRPr sz="1800">
                <a:solidFill>
                  <a:schemeClr val="tx1"/>
                </a:solidFill>
              </a:defRPr>
            </a:lvl4pPr>
            <a:lvl5pPr marL="0" indent="0" algn="l">
              <a:lnSpc>
                <a:spcPct val="100000"/>
              </a:lnSpc>
              <a:spcBef>
                <a:spcPts val="0"/>
              </a:spcBef>
              <a:buNone/>
              <a:defRPr sz="1800">
                <a:solidFill>
                  <a:schemeClr val="tx1"/>
                </a:solidFill>
              </a:defRPr>
            </a:lvl5pPr>
            <a:lvl6pPr marL="0" indent="0" algn="l">
              <a:lnSpc>
                <a:spcPct val="100000"/>
              </a:lnSpc>
              <a:spcBef>
                <a:spcPts val="0"/>
              </a:spcBef>
              <a:buNone/>
              <a:defRPr sz="1800">
                <a:solidFill>
                  <a:schemeClr val="tx1"/>
                </a:solidFill>
              </a:defRPr>
            </a:lvl6pPr>
            <a:lvl7pPr marL="0" indent="0" algn="l">
              <a:lnSpc>
                <a:spcPct val="100000"/>
              </a:lnSpc>
              <a:spcBef>
                <a:spcPts val="0"/>
              </a:spcBef>
              <a:buNone/>
              <a:defRPr sz="1800">
                <a:solidFill>
                  <a:schemeClr val="tx1"/>
                </a:solidFill>
              </a:defRPr>
            </a:lvl7pPr>
            <a:lvl8pPr marL="0" indent="0" algn="l">
              <a:lnSpc>
                <a:spcPct val="100000"/>
              </a:lnSpc>
              <a:spcBef>
                <a:spcPts val="0"/>
              </a:spcBef>
              <a:buNone/>
              <a:defRPr sz="1800">
                <a:solidFill>
                  <a:schemeClr val="tx1"/>
                </a:solidFill>
              </a:defRPr>
            </a:lvl8pPr>
            <a:lvl9pPr marL="0" indent="0" algn="l">
              <a:lnSpc>
                <a:spcPct val="100000"/>
              </a:lnSpc>
              <a:spcBef>
                <a:spcPts val="0"/>
              </a:spcBef>
              <a:buNone/>
              <a:defRPr sz="1800">
                <a:solidFill>
                  <a:schemeClr val="tx1"/>
                </a:solidFill>
              </a:defRPr>
            </a:lvl9pPr>
          </a:lstStyle>
          <a:p>
            <a:r>
              <a:rPr lang="en-US" dirty="0"/>
              <a:t>[Month 00, 0000]</a:t>
            </a:r>
            <a:br>
              <a:rPr lang="en-US" dirty="0"/>
            </a:br>
            <a:r>
              <a:rPr lang="en-US" dirty="0"/>
              <a:t>[Presenter Name]</a:t>
            </a:r>
            <a:br>
              <a:rPr lang="en-US" dirty="0"/>
            </a:br>
            <a:r>
              <a:rPr lang="en-US" dirty="0"/>
              <a:t>[Title]</a:t>
            </a:r>
          </a:p>
        </p:txBody>
      </p:sp>
      <p:sp>
        <p:nvSpPr>
          <p:cNvPr id="6" name="Picture Placeholder 1">
            <a:extLst>
              <a:ext uri="{FF2B5EF4-FFF2-40B4-BE49-F238E27FC236}">
                <a16:creationId xmlns:a16="http://schemas.microsoft.com/office/drawing/2014/main" id="{5D595160-99B1-A89B-8594-F51B441E17ED}"/>
              </a:ext>
              <a:ext uri="{C183D7F6-B498-43B3-948B-1728B52AA6E4}">
                <adec:decorative xmlns:adec="http://schemas.microsoft.com/office/drawing/2017/decorative" val="1"/>
              </a:ext>
            </a:extLst>
          </p:cNvPr>
          <p:cNvSpPr>
            <a:spLocks noGrp="1" noChangeAspect="1"/>
          </p:cNvSpPr>
          <p:nvPr>
            <p:ph type="pic" sz="quarter" idx="10"/>
          </p:nvPr>
        </p:nvSpPr>
        <p:spPr>
          <a:xfrm>
            <a:off x="4129067" y="0"/>
            <a:ext cx="8062934" cy="6858000"/>
          </a:xfrm>
          <a:custGeom>
            <a:avLst/>
            <a:gdLst>
              <a:gd name="connsiteX0" fmla="*/ 2974923 w 8062934"/>
              <a:gd name="connsiteY0" fmla="*/ 0 h 6858000"/>
              <a:gd name="connsiteX1" fmla="*/ 8062934 w 8062934"/>
              <a:gd name="connsiteY1" fmla="*/ 0 h 6858000"/>
              <a:gd name="connsiteX2" fmla="*/ 8062934 w 8062934"/>
              <a:gd name="connsiteY2" fmla="*/ 2506177 h 6858000"/>
              <a:gd name="connsiteX3" fmla="*/ 6634525 w 8062934"/>
              <a:gd name="connsiteY3" fmla="*/ 6858000 h 6858000"/>
              <a:gd name="connsiteX4" fmla="*/ 0 w 8062934"/>
              <a:gd name="connsiteY4" fmla="*/ 6858000 h 6858000"/>
              <a:gd name="connsiteX5" fmla="*/ 3005247 w 8062934"/>
              <a:gd name="connsiteY5" fmla="*/ 681322 h 6858000"/>
              <a:gd name="connsiteX6" fmla="*/ 2974923 w 8062934"/>
              <a:gd name="connsiteY6"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062934" h="6858000">
                <a:moveTo>
                  <a:pt x="2974923" y="0"/>
                </a:moveTo>
                <a:lnTo>
                  <a:pt x="8062934" y="0"/>
                </a:lnTo>
                <a:lnTo>
                  <a:pt x="8062934" y="2506177"/>
                </a:lnTo>
                <a:cubicBezTo>
                  <a:pt x="7844283" y="4060742"/>
                  <a:pt x="7351123" y="5527344"/>
                  <a:pt x="6634525" y="6858000"/>
                </a:cubicBezTo>
                <a:lnTo>
                  <a:pt x="0" y="6858000"/>
                </a:lnTo>
                <a:cubicBezTo>
                  <a:pt x="1827407" y="5420187"/>
                  <a:pt x="3005247" y="3185899"/>
                  <a:pt x="3005247" y="681322"/>
                </a:cubicBezTo>
                <a:cubicBezTo>
                  <a:pt x="3005247" y="451016"/>
                  <a:pt x="2994075" y="223909"/>
                  <a:pt x="2974923" y="0"/>
                </a:cubicBezTo>
                <a:close/>
              </a:path>
            </a:pathLst>
          </a:custGeom>
          <a:solidFill>
            <a:srgbClr val="F2F2F2"/>
          </a:solidFill>
        </p:spPr>
        <p:txBody>
          <a:bodyPr wrap="square" anchor="ctr" anchorCtr="0">
            <a:noAutofit/>
          </a:bodyPr>
          <a:lstStyle>
            <a:lvl1pPr marL="0" indent="0" algn="ctr">
              <a:spcBef>
                <a:spcPts val="0"/>
              </a:spcBef>
              <a:buFontTx/>
              <a:buNone/>
              <a:defRPr sz="1000">
                <a:solidFill>
                  <a:schemeClr val="bg1"/>
                </a:solidFill>
              </a:defRPr>
            </a:lvl1pPr>
          </a:lstStyle>
          <a:p>
            <a:r>
              <a:rPr lang="en-US"/>
              <a:t>Click icon to add picture</a:t>
            </a:r>
          </a:p>
        </p:txBody>
      </p:sp>
      <p:sp>
        <p:nvSpPr>
          <p:cNvPr id="4" name="Micron" descr="Micron">
            <a:extLst>
              <a:ext uri="{FF2B5EF4-FFF2-40B4-BE49-F238E27FC236}">
                <a16:creationId xmlns:a16="http://schemas.microsoft.com/office/drawing/2014/main" id="{E0ADE40D-11F3-616A-9D17-ABE99492FC3B}"/>
              </a:ext>
            </a:extLst>
          </p:cNvPr>
          <p:cNvSpPr>
            <a:spLocks noEditPoints="1"/>
          </p:cNvSpPr>
          <p:nvPr userDrawn="1"/>
        </p:nvSpPr>
        <p:spPr bwMode="black">
          <a:xfrm>
            <a:off x="481330" y="6087033"/>
            <a:ext cx="1363726" cy="290928"/>
          </a:xfrm>
          <a:custGeom>
            <a:avLst/>
            <a:gdLst>
              <a:gd name="T0" fmla="*/ 2517 w 2879"/>
              <a:gd name="T1" fmla="*/ 180 h 617"/>
              <a:gd name="T2" fmla="*/ 2700 w 2879"/>
              <a:gd name="T3" fmla="*/ 470 h 617"/>
              <a:gd name="T4" fmla="*/ 2879 w 2879"/>
              <a:gd name="T5" fmla="*/ 527 h 617"/>
              <a:gd name="T6" fmla="*/ 2755 w 2879"/>
              <a:gd name="T7" fmla="*/ 607 h 617"/>
              <a:gd name="T8" fmla="*/ 2612 w 2879"/>
              <a:gd name="T9" fmla="*/ 381 h 617"/>
              <a:gd name="T10" fmla="*/ 2422 w 2879"/>
              <a:gd name="T11" fmla="*/ 381 h 617"/>
              <a:gd name="T12" fmla="*/ 2334 w 2879"/>
              <a:gd name="T13" fmla="*/ 607 h 617"/>
              <a:gd name="T14" fmla="*/ 2517 w 2879"/>
              <a:gd name="T15" fmla="*/ 180 h 617"/>
              <a:gd name="T16" fmla="*/ 2037 w 2879"/>
              <a:gd name="T17" fmla="*/ 536 h 617"/>
              <a:gd name="T18" fmla="*/ 2037 w 2879"/>
              <a:gd name="T19" fmla="*/ 260 h 617"/>
              <a:gd name="T20" fmla="*/ 2037 w 2879"/>
              <a:gd name="T21" fmla="*/ 536 h 617"/>
              <a:gd name="T22" fmla="*/ 2037 w 2879"/>
              <a:gd name="T23" fmla="*/ 180 h 617"/>
              <a:gd name="T24" fmla="*/ 2037 w 2879"/>
              <a:gd name="T25" fmla="*/ 617 h 617"/>
              <a:gd name="T26" fmla="*/ 2037 w 2879"/>
              <a:gd name="T27" fmla="*/ 180 h 617"/>
              <a:gd name="T28" fmla="*/ 1715 w 2879"/>
              <a:gd name="T29" fmla="*/ 180 h 617"/>
              <a:gd name="T30" fmla="*/ 1769 w 2879"/>
              <a:gd name="T31" fmla="*/ 270 h 617"/>
              <a:gd name="T32" fmla="*/ 1638 w 2879"/>
              <a:gd name="T33" fmla="*/ 369 h 617"/>
              <a:gd name="T34" fmla="*/ 1552 w 2879"/>
              <a:gd name="T35" fmla="*/ 607 h 617"/>
              <a:gd name="T36" fmla="*/ 1715 w 2879"/>
              <a:gd name="T37" fmla="*/ 180 h 617"/>
              <a:gd name="T38" fmla="*/ 1344 w 2879"/>
              <a:gd name="T39" fmla="*/ 180 h 617"/>
              <a:gd name="T40" fmla="*/ 1430 w 2879"/>
              <a:gd name="T41" fmla="*/ 278 h 617"/>
              <a:gd name="T42" fmla="*/ 1235 w 2879"/>
              <a:gd name="T43" fmla="*/ 398 h 617"/>
              <a:gd name="T44" fmla="*/ 1434 w 2879"/>
              <a:gd name="T45" fmla="*/ 516 h 617"/>
              <a:gd name="T46" fmla="*/ 1344 w 2879"/>
              <a:gd name="T47" fmla="*/ 617 h 617"/>
              <a:gd name="T48" fmla="*/ 1344 w 2879"/>
              <a:gd name="T49" fmla="*/ 180 h 617"/>
              <a:gd name="T50" fmla="*/ 948 w 2879"/>
              <a:gd name="T51" fmla="*/ 190 h 617"/>
              <a:gd name="T52" fmla="*/ 1036 w 2879"/>
              <a:gd name="T53" fmla="*/ 607 h 617"/>
              <a:gd name="T54" fmla="*/ 948 w 2879"/>
              <a:gd name="T55" fmla="*/ 190 h 617"/>
              <a:gd name="T56" fmla="*/ 992 w 2879"/>
              <a:gd name="T57" fmla="*/ 0 h 617"/>
              <a:gd name="T58" fmla="*/ 992 w 2879"/>
              <a:gd name="T59" fmla="*/ 112 h 617"/>
              <a:gd name="T60" fmla="*/ 992 w 2879"/>
              <a:gd name="T61" fmla="*/ 0 h 617"/>
              <a:gd name="T62" fmla="*/ 0 w 2879"/>
              <a:gd name="T63" fmla="*/ 527 h 617"/>
              <a:gd name="T64" fmla="*/ 179 w 2879"/>
              <a:gd name="T65" fmla="*/ 470 h 617"/>
              <a:gd name="T66" fmla="*/ 359 w 2879"/>
              <a:gd name="T67" fmla="*/ 180 h 617"/>
              <a:gd name="T68" fmla="*/ 631 w 2879"/>
              <a:gd name="T69" fmla="*/ 180 h 617"/>
              <a:gd name="T70" fmla="*/ 812 w 2879"/>
              <a:gd name="T71" fmla="*/ 607 h 617"/>
              <a:gd name="T72" fmla="*/ 724 w 2879"/>
              <a:gd name="T73" fmla="*/ 381 h 617"/>
              <a:gd name="T74" fmla="*/ 539 w 2879"/>
              <a:gd name="T75" fmla="*/ 381 h 617"/>
              <a:gd name="T76" fmla="*/ 451 w 2879"/>
              <a:gd name="T77" fmla="*/ 607 h 617"/>
              <a:gd name="T78" fmla="*/ 359 w 2879"/>
              <a:gd name="T79" fmla="*/ 260 h 617"/>
              <a:gd name="T80" fmla="*/ 267 w 2879"/>
              <a:gd name="T81" fmla="*/ 470 h 617"/>
              <a:gd name="T82" fmla="*/ 0 w 2879"/>
              <a:gd name="T83" fmla="*/ 607 h 6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2879" h="617">
                <a:moveTo>
                  <a:pt x="2517" y="180"/>
                </a:moveTo>
                <a:lnTo>
                  <a:pt x="2517" y="180"/>
                </a:lnTo>
                <a:cubicBezTo>
                  <a:pt x="2638" y="180"/>
                  <a:pt x="2700" y="249"/>
                  <a:pt x="2700" y="381"/>
                </a:cubicBezTo>
                <a:lnTo>
                  <a:pt x="2700" y="470"/>
                </a:lnTo>
                <a:cubicBezTo>
                  <a:pt x="2700" y="512"/>
                  <a:pt x="2717" y="527"/>
                  <a:pt x="2755" y="527"/>
                </a:cubicBezTo>
                <a:lnTo>
                  <a:pt x="2879" y="527"/>
                </a:lnTo>
                <a:lnTo>
                  <a:pt x="2879" y="607"/>
                </a:lnTo>
                <a:lnTo>
                  <a:pt x="2755" y="607"/>
                </a:lnTo>
                <a:cubicBezTo>
                  <a:pt x="2660" y="607"/>
                  <a:pt x="2612" y="568"/>
                  <a:pt x="2612" y="470"/>
                </a:cubicBezTo>
                <a:lnTo>
                  <a:pt x="2612" y="381"/>
                </a:lnTo>
                <a:cubicBezTo>
                  <a:pt x="2612" y="300"/>
                  <a:pt x="2579" y="260"/>
                  <a:pt x="2517" y="260"/>
                </a:cubicBezTo>
                <a:cubicBezTo>
                  <a:pt x="2454" y="260"/>
                  <a:pt x="2422" y="300"/>
                  <a:pt x="2422" y="381"/>
                </a:cubicBezTo>
                <a:lnTo>
                  <a:pt x="2422" y="607"/>
                </a:lnTo>
                <a:lnTo>
                  <a:pt x="2334" y="607"/>
                </a:lnTo>
                <a:lnTo>
                  <a:pt x="2334" y="381"/>
                </a:lnTo>
                <a:cubicBezTo>
                  <a:pt x="2334" y="249"/>
                  <a:pt x="2396" y="180"/>
                  <a:pt x="2517" y="180"/>
                </a:cubicBezTo>
                <a:close/>
                <a:moveTo>
                  <a:pt x="2037" y="536"/>
                </a:moveTo>
                <a:lnTo>
                  <a:pt x="2037" y="536"/>
                </a:lnTo>
                <a:cubicBezTo>
                  <a:pt x="2107" y="536"/>
                  <a:pt x="2150" y="489"/>
                  <a:pt x="2150" y="398"/>
                </a:cubicBezTo>
                <a:cubicBezTo>
                  <a:pt x="2150" y="308"/>
                  <a:pt x="2107" y="260"/>
                  <a:pt x="2037" y="260"/>
                </a:cubicBezTo>
                <a:cubicBezTo>
                  <a:pt x="1967" y="260"/>
                  <a:pt x="1924" y="308"/>
                  <a:pt x="1924" y="398"/>
                </a:cubicBezTo>
                <a:cubicBezTo>
                  <a:pt x="1924" y="489"/>
                  <a:pt x="1967" y="536"/>
                  <a:pt x="2037" y="536"/>
                </a:cubicBezTo>
                <a:close/>
                <a:moveTo>
                  <a:pt x="2037" y="180"/>
                </a:moveTo>
                <a:lnTo>
                  <a:pt x="2037" y="180"/>
                </a:lnTo>
                <a:cubicBezTo>
                  <a:pt x="2162" y="180"/>
                  <a:pt x="2239" y="262"/>
                  <a:pt x="2239" y="398"/>
                </a:cubicBezTo>
                <a:cubicBezTo>
                  <a:pt x="2239" y="535"/>
                  <a:pt x="2162" y="617"/>
                  <a:pt x="2037" y="617"/>
                </a:cubicBezTo>
                <a:cubicBezTo>
                  <a:pt x="1912" y="617"/>
                  <a:pt x="1835" y="535"/>
                  <a:pt x="1835" y="398"/>
                </a:cubicBezTo>
                <a:cubicBezTo>
                  <a:pt x="1835" y="262"/>
                  <a:pt x="1912" y="180"/>
                  <a:pt x="2037" y="180"/>
                </a:cubicBezTo>
                <a:close/>
                <a:moveTo>
                  <a:pt x="1715" y="180"/>
                </a:moveTo>
                <a:lnTo>
                  <a:pt x="1715" y="180"/>
                </a:lnTo>
                <a:cubicBezTo>
                  <a:pt x="1743" y="180"/>
                  <a:pt x="1772" y="186"/>
                  <a:pt x="1795" y="194"/>
                </a:cubicBezTo>
                <a:lnTo>
                  <a:pt x="1769" y="270"/>
                </a:lnTo>
                <a:cubicBezTo>
                  <a:pt x="1752" y="263"/>
                  <a:pt x="1735" y="260"/>
                  <a:pt x="1715" y="260"/>
                </a:cubicBezTo>
                <a:cubicBezTo>
                  <a:pt x="1664" y="260"/>
                  <a:pt x="1638" y="297"/>
                  <a:pt x="1638" y="369"/>
                </a:cubicBezTo>
                <a:cubicBezTo>
                  <a:pt x="1638" y="433"/>
                  <a:pt x="1639" y="502"/>
                  <a:pt x="1640" y="607"/>
                </a:cubicBezTo>
                <a:lnTo>
                  <a:pt x="1552" y="607"/>
                </a:lnTo>
                <a:cubicBezTo>
                  <a:pt x="1551" y="502"/>
                  <a:pt x="1550" y="433"/>
                  <a:pt x="1550" y="369"/>
                </a:cubicBezTo>
                <a:cubicBezTo>
                  <a:pt x="1550" y="241"/>
                  <a:pt x="1608" y="180"/>
                  <a:pt x="1715" y="180"/>
                </a:cubicBezTo>
                <a:close/>
                <a:moveTo>
                  <a:pt x="1344" y="180"/>
                </a:moveTo>
                <a:lnTo>
                  <a:pt x="1344" y="180"/>
                </a:lnTo>
                <a:cubicBezTo>
                  <a:pt x="1387" y="180"/>
                  <a:pt x="1423" y="188"/>
                  <a:pt x="1458" y="204"/>
                </a:cubicBezTo>
                <a:lnTo>
                  <a:pt x="1430" y="278"/>
                </a:lnTo>
                <a:cubicBezTo>
                  <a:pt x="1395" y="265"/>
                  <a:pt x="1370" y="260"/>
                  <a:pt x="1344" y="260"/>
                </a:cubicBezTo>
                <a:cubicBezTo>
                  <a:pt x="1277" y="260"/>
                  <a:pt x="1235" y="308"/>
                  <a:pt x="1235" y="398"/>
                </a:cubicBezTo>
                <a:cubicBezTo>
                  <a:pt x="1235" y="489"/>
                  <a:pt x="1277" y="536"/>
                  <a:pt x="1344" y="536"/>
                </a:cubicBezTo>
                <a:cubicBezTo>
                  <a:pt x="1371" y="536"/>
                  <a:pt x="1397" y="531"/>
                  <a:pt x="1434" y="516"/>
                </a:cubicBezTo>
                <a:lnTo>
                  <a:pt x="1465" y="590"/>
                </a:lnTo>
                <a:cubicBezTo>
                  <a:pt x="1427" y="608"/>
                  <a:pt x="1384" y="617"/>
                  <a:pt x="1344" y="617"/>
                </a:cubicBezTo>
                <a:cubicBezTo>
                  <a:pt x="1223" y="617"/>
                  <a:pt x="1145" y="535"/>
                  <a:pt x="1145" y="398"/>
                </a:cubicBezTo>
                <a:cubicBezTo>
                  <a:pt x="1145" y="262"/>
                  <a:pt x="1223" y="180"/>
                  <a:pt x="1344" y="180"/>
                </a:cubicBezTo>
                <a:close/>
                <a:moveTo>
                  <a:pt x="948" y="190"/>
                </a:moveTo>
                <a:lnTo>
                  <a:pt x="948" y="190"/>
                </a:lnTo>
                <a:lnTo>
                  <a:pt x="1036" y="190"/>
                </a:lnTo>
                <a:lnTo>
                  <a:pt x="1036" y="607"/>
                </a:lnTo>
                <a:lnTo>
                  <a:pt x="948" y="607"/>
                </a:lnTo>
                <a:lnTo>
                  <a:pt x="948" y="190"/>
                </a:lnTo>
                <a:close/>
                <a:moveTo>
                  <a:pt x="992" y="0"/>
                </a:moveTo>
                <a:lnTo>
                  <a:pt x="992" y="0"/>
                </a:lnTo>
                <a:cubicBezTo>
                  <a:pt x="1023" y="0"/>
                  <a:pt x="1049" y="25"/>
                  <a:pt x="1049" y="56"/>
                </a:cubicBezTo>
                <a:cubicBezTo>
                  <a:pt x="1049" y="87"/>
                  <a:pt x="1023" y="112"/>
                  <a:pt x="992" y="112"/>
                </a:cubicBezTo>
                <a:cubicBezTo>
                  <a:pt x="961" y="112"/>
                  <a:pt x="936" y="87"/>
                  <a:pt x="936" y="56"/>
                </a:cubicBezTo>
                <a:cubicBezTo>
                  <a:pt x="936" y="25"/>
                  <a:pt x="961" y="0"/>
                  <a:pt x="992" y="0"/>
                </a:cubicBezTo>
                <a:close/>
                <a:moveTo>
                  <a:pt x="0" y="527"/>
                </a:moveTo>
                <a:lnTo>
                  <a:pt x="0" y="527"/>
                </a:lnTo>
                <a:lnTo>
                  <a:pt x="124" y="527"/>
                </a:lnTo>
                <a:cubicBezTo>
                  <a:pt x="162" y="527"/>
                  <a:pt x="179" y="512"/>
                  <a:pt x="179" y="470"/>
                </a:cubicBezTo>
                <a:lnTo>
                  <a:pt x="179" y="381"/>
                </a:lnTo>
                <a:cubicBezTo>
                  <a:pt x="179" y="249"/>
                  <a:pt x="241" y="180"/>
                  <a:pt x="359" y="180"/>
                </a:cubicBezTo>
                <a:cubicBezTo>
                  <a:pt x="421" y="180"/>
                  <a:pt x="468" y="202"/>
                  <a:pt x="496" y="244"/>
                </a:cubicBezTo>
                <a:cubicBezTo>
                  <a:pt x="525" y="202"/>
                  <a:pt x="570" y="180"/>
                  <a:pt x="631" y="180"/>
                </a:cubicBezTo>
                <a:cubicBezTo>
                  <a:pt x="750" y="180"/>
                  <a:pt x="812" y="249"/>
                  <a:pt x="812" y="381"/>
                </a:cubicBezTo>
                <a:lnTo>
                  <a:pt x="812" y="607"/>
                </a:lnTo>
                <a:lnTo>
                  <a:pt x="724" y="607"/>
                </a:lnTo>
                <a:lnTo>
                  <a:pt x="724" y="381"/>
                </a:lnTo>
                <a:cubicBezTo>
                  <a:pt x="724" y="300"/>
                  <a:pt x="691" y="260"/>
                  <a:pt x="631" y="260"/>
                </a:cubicBezTo>
                <a:cubicBezTo>
                  <a:pt x="572" y="260"/>
                  <a:pt x="539" y="300"/>
                  <a:pt x="539" y="381"/>
                </a:cubicBezTo>
                <a:lnTo>
                  <a:pt x="539" y="607"/>
                </a:lnTo>
                <a:lnTo>
                  <a:pt x="451" y="607"/>
                </a:lnTo>
                <a:lnTo>
                  <a:pt x="451" y="381"/>
                </a:lnTo>
                <a:cubicBezTo>
                  <a:pt x="451" y="300"/>
                  <a:pt x="419" y="260"/>
                  <a:pt x="359" y="260"/>
                </a:cubicBezTo>
                <a:cubicBezTo>
                  <a:pt x="300" y="260"/>
                  <a:pt x="267" y="300"/>
                  <a:pt x="267" y="381"/>
                </a:cubicBezTo>
                <a:lnTo>
                  <a:pt x="267" y="470"/>
                </a:lnTo>
                <a:cubicBezTo>
                  <a:pt x="267" y="568"/>
                  <a:pt x="219" y="607"/>
                  <a:pt x="124" y="607"/>
                </a:cubicBezTo>
                <a:lnTo>
                  <a:pt x="0" y="607"/>
                </a:lnTo>
                <a:lnTo>
                  <a:pt x="0" y="527"/>
                </a:lnTo>
                <a:close/>
              </a:path>
            </a:pathLst>
          </a:custGeom>
          <a:solidFill>
            <a:schemeClr val="tx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538665235"/>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3688">
          <p15:clr>
            <a:srgbClr val="C35EA4"/>
          </p15:clr>
        </p15:guide>
      </p15:sldGuideLst>
    </p:ext>
  </p:extLst>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Title Slide 11">
    <p:bg>
      <p:bgPr>
        <a:gradFill>
          <a:gsLst>
            <a:gs pos="0">
              <a:srgbClr val="01AB01"/>
            </a:gs>
            <a:gs pos="50000">
              <a:srgbClr val="0068FF"/>
            </a:gs>
            <a:gs pos="100000">
              <a:srgbClr val="3539F4"/>
            </a:gs>
          </a:gsLst>
          <a:lin ang="3600000" scaled="0"/>
        </a:gradFill>
        <a:effectLst/>
      </p:bgPr>
    </p:bg>
    <p:spTree>
      <p:nvGrpSpPr>
        <p:cNvPr id="1" name=""/>
        <p:cNvGrpSpPr/>
        <p:nvPr/>
      </p:nvGrpSpPr>
      <p:grpSpPr>
        <a:xfrm>
          <a:off x="0" y="0"/>
          <a:ext cx="0" cy="0"/>
          <a:chOff x="0" y="0"/>
          <a:chExt cx="0" cy="0"/>
        </a:xfrm>
      </p:grpSpPr>
      <p:sp>
        <p:nvSpPr>
          <p:cNvPr id="6" name="Picture Placeholder 1">
            <a:extLst>
              <a:ext uri="{FF2B5EF4-FFF2-40B4-BE49-F238E27FC236}">
                <a16:creationId xmlns:a16="http://schemas.microsoft.com/office/drawing/2014/main" id="{D1DA3984-0649-EF6B-93D6-4362C78F3990}"/>
              </a:ext>
              <a:ext uri="{C183D7F6-B498-43B3-948B-1728B52AA6E4}">
                <adec:decorative xmlns:adec="http://schemas.microsoft.com/office/drawing/2017/decorative" val="1"/>
              </a:ext>
            </a:extLst>
          </p:cNvPr>
          <p:cNvSpPr>
            <a:spLocks noGrp="1" noChangeAspect="1"/>
          </p:cNvSpPr>
          <p:nvPr>
            <p:ph type="pic" sz="quarter" idx="10"/>
          </p:nvPr>
        </p:nvSpPr>
        <p:spPr>
          <a:xfrm>
            <a:off x="2110255" y="1"/>
            <a:ext cx="10081745" cy="6857999"/>
          </a:xfrm>
          <a:custGeom>
            <a:avLst/>
            <a:gdLst>
              <a:gd name="connsiteX0" fmla="*/ 0 w 10081744"/>
              <a:gd name="connsiteY0" fmla="*/ 0 h 6857999"/>
              <a:gd name="connsiteX1" fmla="*/ 8559051 w 10081744"/>
              <a:gd name="connsiteY1" fmla="*/ 0 h 6857999"/>
              <a:gd name="connsiteX2" fmla="*/ 8851903 w 10081744"/>
              <a:gd name="connsiteY2" fmla="*/ 558191 h 6857999"/>
              <a:gd name="connsiteX3" fmla="*/ 10081744 w 10081744"/>
              <a:gd name="connsiteY3" fmla="*/ 5231463 h 6857999"/>
              <a:gd name="connsiteX4" fmla="*/ 10081744 w 10081744"/>
              <a:gd name="connsiteY4" fmla="*/ 6857999 h 6857999"/>
              <a:gd name="connsiteX5" fmla="*/ 4871814 w 10081744"/>
              <a:gd name="connsiteY5" fmla="*/ 6857999 h 6857999"/>
              <a:gd name="connsiteX6" fmla="*/ 285207 w 10081744"/>
              <a:gd name="connsiteY6" fmla="*/ 43841 h 685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081744" h="6857999">
                <a:moveTo>
                  <a:pt x="0" y="0"/>
                </a:moveTo>
                <a:lnTo>
                  <a:pt x="8559051" y="0"/>
                </a:lnTo>
                <a:lnTo>
                  <a:pt x="8851903" y="558191"/>
                </a:lnTo>
                <a:cubicBezTo>
                  <a:pt x="9500368" y="1893651"/>
                  <a:pt x="9905495" y="3459087"/>
                  <a:pt x="10081744" y="5231463"/>
                </a:cubicBezTo>
                <a:lnTo>
                  <a:pt x="10081744" y="6857999"/>
                </a:lnTo>
                <a:lnTo>
                  <a:pt x="4871814" y="6857999"/>
                </a:lnTo>
                <a:cubicBezTo>
                  <a:pt x="4749469" y="2691750"/>
                  <a:pt x="3189110" y="549532"/>
                  <a:pt x="285207" y="43841"/>
                </a:cubicBezTo>
                <a:close/>
              </a:path>
            </a:pathLst>
          </a:custGeom>
          <a:solidFill>
            <a:srgbClr val="F2F2F2"/>
          </a:solidFill>
        </p:spPr>
        <p:txBody>
          <a:bodyPr wrap="square" anchor="ctr" anchorCtr="0">
            <a:noAutofit/>
          </a:bodyPr>
          <a:lstStyle>
            <a:lvl1pPr marL="0" indent="0" algn="ctr">
              <a:spcBef>
                <a:spcPts val="0"/>
              </a:spcBef>
              <a:buFontTx/>
              <a:buNone/>
              <a:defRPr sz="1000">
                <a:solidFill>
                  <a:schemeClr val="bg1"/>
                </a:solidFill>
              </a:defRPr>
            </a:lvl1pPr>
          </a:lstStyle>
          <a:p>
            <a:r>
              <a:rPr lang="en-US"/>
              <a:t>Click icon to add picture</a:t>
            </a:r>
          </a:p>
        </p:txBody>
      </p:sp>
      <p:sp>
        <p:nvSpPr>
          <p:cNvPr id="2" name="Title 2">
            <a:extLst>
              <a:ext uri="{FF2B5EF4-FFF2-40B4-BE49-F238E27FC236}">
                <a16:creationId xmlns:a16="http://schemas.microsoft.com/office/drawing/2014/main" id="{53F8AB78-8FDA-46ED-B308-67C07FAC61F6}"/>
              </a:ext>
            </a:extLst>
          </p:cNvPr>
          <p:cNvSpPr>
            <a:spLocks noGrp="1"/>
          </p:cNvSpPr>
          <p:nvPr>
            <p:ph type="ctrTitle" hasCustomPrompt="1"/>
          </p:nvPr>
        </p:nvSpPr>
        <p:spPr>
          <a:xfrm>
            <a:off x="484632" y="484632"/>
            <a:ext cx="5367528" cy="2944368"/>
          </a:xfrm>
        </p:spPr>
        <p:txBody>
          <a:bodyPr anchor="b"/>
          <a:lstStyle>
            <a:lvl1pPr algn="l">
              <a:lnSpc>
                <a:spcPct val="90000"/>
              </a:lnSpc>
              <a:defRPr sz="5400" spc="-100" baseline="0">
                <a:solidFill>
                  <a:schemeClr val="tx1"/>
                </a:solidFill>
              </a:defRPr>
            </a:lvl1pPr>
          </a:lstStyle>
          <a:p>
            <a:r>
              <a:rPr lang="en-US" dirty="0"/>
              <a:t>[Presentation title]</a:t>
            </a:r>
          </a:p>
        </p:txBody>
      </p:sp>
      <p:sp>
        <p:nvSpPr>
          <p:cNvPr id="3" name="Subtitle 3">
            <a:extLst>
              <a:ext uri="{FF2B5EF4-FFF2-40B4-BE49-F238E27FC236}">
                <a16:creationId xmlns:a16="http://schemas.microsoft.com/office/drawing/2014/main" id="{61892C3E-3DA9-484B-A45D-DEED5EFA6C48}"/>
              </a:ext>
            </a:extLst>
          </p:cNvPr>
          <p:cNvSpPr>
            <a:spLocks noGrp="1"/>
          </p:cNvSpPr>
          <p:nvPr>
            <p:ph type="subTitle" idx="1" hasCustomPrompt="1"/>
          </p:nvPr>
        </p:nvSpPr>
        <p:spPr>
          <a:xfrm>
            <a:off x="484632" y="3723437"/>
            <a:ext cx="5367528" cy="886968"/>
          </a:xfrm>
        </p:spPr>
        <p:txBody>
          <a:bodyPr>
            <a:noAutofit/>
          </a:bodyPr>
          <a:lstStyle>
            <a:lvl1pPr marL="0" indent="0" algn="l">
              <a:lnSpc>
                <a:spcPct val="100000"/>
              </a:lnSpc>
              <a:spcBef>
                <a:spcPts val="0"/>
              </a:spcBef>
              <a:buNone/>
              <a:defRPr sz="1800">
                <a:solidFill>
                  <a:schemeClr val="tx1"/>
                </a:solidFill>
              </a:defRPr>
            </a:lvl1pPr>
            <a:lvl2pPr marL="0" indent="0" algn="l">
              <a:lnSpc>
                <a:spcPct val="100000"/>
              </a:lnSpc>
              <a:spcBef>
                <a:spcPts val="0"/>
              </a:spcBef>
              <a:buNone/>
              <a:defRPr sz="1800">
                <a:solidFill>
                  <a:schemeClr val="tx1"/>
                </a:solidFill>
              </a:defRPr>
            </a:lvl2pPr>
            <a:lvl3pPr marL="0" indent="0" algn="l">
              <a:lnSpc>
                <a:spcPct val="100000"/>
              </a:lnSpc>
              <a:spcBef>
                <a:spcPts val="0"/>
              </a:spcBef>
              <a:buNone/>
              <a:defRPr sz="1800">
                <a:solidFill>
                  <a:schemeClr val="tx1"/>
                </a:solidFill>
              </a:defRPr>
            </a:lvl3pPr>
            <a:lvl4pPr marL="0" indent="0" algn="l">
              <a:lnSpc>
                <a:spcPct val="100000"/>
              </a:lnSpc>
              <a:spcBef>
                <a:spcPts val="0"/>
              </a:spcBef>
              <a:buNone/>
              <a:defRPr sz="1800">
                <a:solidFill>
                  <a:schemeClr val="tx1"/>
                </a:solidFill>
              </a:defRPr>
            </a:lvl4pPr>
            <a:lvl5pPr marL="0" indent="0" algn="l">
              <a:lnSpc>
                <a:spcPct val="100000"/>
              </a:lnSpc>
              <a:spcBef>
                <a:spcPts val="0"/>
              </a:spcBef>
              <a:buNone/>
              <a:defRPr sz="1800">
                <a:solidFill>
                  <a:schemeClr val="tx1"/>
                </a:solidFill>
              </a:defRPr>
            </a:lvl5pPr>
            <a:lvl6pPr marL="0" indent="0" algn="l">
              <a:lnSpc>
                <a:spcPct val="100000"/>
              </a:lnSpc>
              <a:spcBef>
                <a:spcPts val="0"/>
              </a:spcBef>
              <a:buNone/>
              <a:defRPr sz="1800">
                <a:solidFill>
                  <a:schemeClr val="tx1"/>
                </a:solidFill>
              </a:defRPr>
            </a:lvl6pPr>
            <a:lvl7pPr marL="0" indent="0" algn="l">
              <a:lnSpc>
                <a:spcPct val="100000"/>
              </a:lnSpc>
              <a:spcBef>
                <a:spcPts val="0"/>
              </a:spcBef>
              <a:buNone/>
              <a:defRPr sz="1800">
                <a:solidFill>
                  <a:schemeClr val="tx1"/>
                </a:solidFill>
              </a:defRPr>
            </a:lvl7pPr>
            <a:lvl8pPr marL="0" indent="0" algn="l">
              <a:lnSpc>
                <a:spcPct val="100000"/>
              </a:lnSpc>
              <a:spcBef>
                <a:spcPts val="0"/>
              </a:spcBef>
              <a:buNone/>
              <a:defRPr sz="1800">
                <a:solidFill>
                  <a:schemeClr val="tx1"/>
                </a:solidFill>
              </a:defRPr>
            </a:lvl8pPr>
            <a:lvl9pPr marL="0" indent="0" algn="l">
              <a:lnSpc>
                <a:spcPct val="100000"/>
              </a:lnSpc>
              <a:spcBef>
                <a:spcPts val="0"/>
              </a:spcBef>
              <a:buNone/>
              <a:defRPr sz="1800">
                <a:solidFill>
                  <a:schemeClr val="tx1"/>
                </a:solidFill>
              </a:defRPr>
            </a:lvl9pPr>
          </a:lstStyle>
          <a:p>
            <a:r>
              <a:rPr lang="en-US" dirty="0"/>
              <a:t>[Month 00, 0000]</a:t>
            </a:r>
            <a:br>
              <a:rPr lang="en-US" dirty="0"/>
            </a:br>
            <a:r>
              <a:rPr lang="en-US" dirty="0"/>
              <a:t>[Presenter Name]</a:t>
            </a:r>
            <a:br>
              <a:rPr lang="en-US" dirty="0"/>
            </a:br>
            <a:r>
              <a:rPr lang="en-US" dirty="0"/>
              <a:t>[Title]</a:t>
            </a:r>
          </a:p>
        </p:txBody>
      </p:sp>
      <p:sp>
        <p:nvSpPr>
          <p:cNvPr id="4" name="Micron" descr="Micron">
            <a:extLst>
              <a:ext uri="{FF2B5EF4-FFF2-40B4-BE49-F238E27FC236}">
                <a16:creationId xmlns:a16="http://schemas.microsoft.com/office/drawing/2014/main" id="{86C8C10B-1893-1583-BDCB-563AC873AA99}"/>
              </a:ext>
            </a:extLst>
          </p:cNvPr>
          <p:cNvSpPr>
            <a:spLocks noEditPoints="1"/>
          </p:cNvSpPr>
          <p:nvPr userDrawn="1"/>
        </p:nvSpPr>
        <p:spPr bwMode="black">
          <a:xfrm>
            <a:off x="481330" y="6087033"/>
            <a:ext cx="1363726" cy="290928"/>
          </a:xfrm>
          <a:custGeom>
            <a:avLst/>
            <a:gdLst>
              <a:gd name="T0" fmla="*/ 2517 w 2879"/>
              <a:gd name="T1" fmla="*/ 180 h 617"/>
              <a:gd name="T2" fmla="*/ 2700 w 2879"/>
              <a:gd name="T3" fmla="*/ 470 h 617"/>
              <a:gd name="T4" fmla="*/ 2879 w 2879"/>
              <a:gd name="T5" fmla="*/ 527 h 617"/>
              <a:gd name="T6" fmla="*/ 2755 w 2879"/>
              <a:gd name="T7" fmla="*/ 607 h 617"/>
              <a:gd name="T8" fmla="*/ 2612 w 2879"/>
              <a:gd name="T9" fmla="*/ 381 h 617"/>
              <a:gd name="T10" fmla="*/ 2422 w 2879"/>
              <a:gd name="T11" fmla="*/ 381 h 617"/>
              <a:gd name="T12" fmla="*/ 2334 w 2879"/>
              <a:gd name="T13" fmla="*/ 607 h 617"/>
              <a:gd name="T14" fmla="*/ 2517 w 2879"/>
              <a:gd name="T15" fmla="*/ 180 h 617"/>
              <a:gd name="T16" fmla="*/ 2037 w 2879"/>
              <a:gd name="T17" fmla="*/ 536 h 617"/>
              <a:gd name="T18" fmla="*/ 2037 w 2879"/>
              <a:gd name="T19" fmla="*/ 260 h 617"/>
              <a:gd name="T20" fmla="*/ 2037 w 2879"/>
              <a:gd name="T21" fmla="*/ 536 h 617"/>
              <a:gd name="T22" fmla="*/ 2037 w 2879"/>
              <a:gd name="T23" fmla="*/ 180 h 617"/>
              <a:gd name="T24" fmla="*/ 2037 w 2879"/>
              <a:gd name="T25" fmla="*/ 617 h 617"/>
              <a:gd name="T26" fmla="*/ 2037 w 2879"/>
              <a:gd name="T27" fmla="*/ 180 h 617"/>
              <a:gd name="T28" fmla="*/ 1715 w 2879"/>
              <a:gd name="T29" fmla="*/ 180 h 617"/>
              <a:gd name="T30" fmla="*/ 1769 w 2879"/>
              <a:gd name="T31" fmla="*/ 270 h 617"/>
              <a:gd name="T32" fmla="*/ 1638 w 2879"/>
              <a:gd name="T33" fmla="*/ 369 h 617"/>
              <a:gd name="T34" fmla="*/ 1552 w 2879"/>
              <a:gd name="T35" fmla="*/ 607 h 617"/>
              <a:gd name="T36" fmla="*/ 1715 w 2879"/>
              <a:gd name="T37" fmla="*/ 180 h 617"/>
              <a:gd name="T38" fmla="*/ 1344 w 2879"/>
              <a:gd name="T39" fmla="*/ 180 h 617"/>
              <a:gd name="T40" fmla="*/ 1430 w 2879"/>
              <a:gd name="T41" fmla="*/ 278 h 617"/>
              <a:gd name="T42" fmla="*/ 1235 w 2879"/>
              <a:gd name="T43" fmla="*/ 398 h 617"/>
              <a:gd name="T44" fmla="*/ 1434 w 2879"/>
              <a:gd name="T45" fmla="*/ 516 h 617"/>
              <a:gd name="T46" fmla="*/ 1344 w 2879"/>
              <a:gd name="T47" fmla="*/ 617 h 617"/>
              <a:gd name="T48" fmla="*/ 1344 w 2879"/>
              <a:gd name="T49" fmla="*/ 180 h 617"/>
              <a:gd name="T50" fmla="*/ 948 w 2879"/>
              <a:gd name="T51" fmla="*/ 190 h 617"/>
              <a:gd name="T52" fmla="*/ 1036 w 2879"/>
              <a:gd name="T53" fmla="*/ 607 h 617"/>
              <a:gd name="T54" fmla="*/ 948 w 2879"/>
              <a:gd name="T55" fmla="*/ 190 h 617"/>
              <a:gd name="T56" fmla="*/ 992 w 2879"/>
              <a:gd name="T57" fmla="*/ 0 h 617"/>
              <a:gd name="T58" fmla="*/ 992 w 2879"/>
              <a:gd name="T59" fmla="*/ 112 h 617"/>
              <a:gd name="T60" fmla="*/ 992 w 2879"/>
              <a:gd name="T61" fmla="*/ 0 h 617"/>
              <a:gd name="T62" fmla="*/ 0 w 2879"/>
              <a:gd name="T63" fmla="*/ 527 h 617"/>
              <a:gd name="T64" fmla="*/ 179 w 2879"/>
              <a:gd name="T65" fmla="*/ 470 h 617"/>
              <a:gd name="T66" fmla="*/ 359 w 2879"/>
              <a:gd name="T67" fmla="*/ 180 h 617"/>
              <a:gd name="T68" fmla="*/ 631 w 2879"/>
              <a:gd name="T69" fmla="*/ 180 h 617"/>
              <a:gd name="T70" fmla="*/ 812 w 2879"/>
              <a:gd name="T71" fmla="*/ 607 h 617"/>
              <a:gd name="T72" fmla="*/ 724 w 2879"/>
              <a:gd name="T73" fmla="*/ 381 h 617"/>
              <a:gd name="T74" fmla="*/ 539 w 2879"/>
              <a:gd name="T75" fmla="*/ 381 h 617"/>
              <a:gd name="T76" fmla="*/ 451 w 2879"/>
              <a:gd name="T77" fmla="*/ 607 h 617"/>
              <a:gd name="T78" fmla="*/ 359 w 2879"/>
              <a:gd name="T79" fmla="*/ 260 h 617"/>
              <a:gd name="T80" fmla="*/ 267 w 2879"/>
              <a:gd name="T81" fmla="*/ 470 h 617"/>
              <a:gd name="T82" fmla="*/ 0 w 2879"/>
              <a:gd name="T83" fmla="*/ 607 h 6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2879" h="617">
                <a:moveTo>
                  <a:pt x="2517" y="180"/>
                </a:moveTo>
                <a:lnTo>
                  <a:pt x="2517" y="180"/>
                </a:lnTo>
                <a:cubicBezTo>
                  <a:pt x="2638" y="180"/>
                  <a:pt x="2700" y="249"/>
                  <a:pt x="2700" y="381"/>
                </a:cubicBezTo>
                <a:lnTo>
                  <a:pt x="2700" y="470"/>
                </a:lnTo>
                <a:cubicBezTo>
                  <a:pt x="2700" y="512"/>
                  <a:pt x="2717" y="527"/>
                  <a:pt x="2755" y="527"/>
                </a:cubicBezTo>
                <a:lnTo>
                  <a:pt x="2879" y="527"/>
                </a:lnTo>
                <a:lnTo>
                  <a:pt x="2879" y="607"/>
                </a:lnTo>
                <a:lnTo>
                  <a:pt x="2755" y="607"/>
                </a:lnTo>
                <a:cubicBezTo>
                  <a:pt x="2660" y="607"/>
                  <a:pt x="2612" y="568"/>
                  <a:pt x="2612" y="470"/>
                </a:cubicBezTo>
                <a:lnTo>
                  <a:pt x="2612" y="381"/>
                </a:lnTo>
                <a:cubicBezTo>
                  <a:pt x="2612" y="300"/>
                  <a:pt x="2579" y="260"/>
                  <a:pt x="2517" y="260"/>
                </a:cubicBezTo>
                <a:cubicBezTo>
                  <a:pt x="2454" y="260"/>
                  <a:pt x="2422" y="300"/>
                  <a:pt x="2422" y="381"/>
                </a:cubicBezTo>
                <a:lnTo>
                  <a:pt x="2422" y="607"/>
                </a:lnTo>
                <a:lnTo>
                  <a:pt x="2334" y="607"/>
                </a:lnTo>
                <a:lnTo>
                  <a:pt x="2334" y="381"/>
                </a:lnTo>
                <a:cubicBezTo>
                  <a:pt x="2334" y="249"/>
                  <a:pt x="2396" y="180"/>
                  <a:pt x="2517" y="180"/>
                </a:cubicBezTo>
                <a:close/>
                <a:moveTo>
                  <a:pt x="2037" y="536"/>
                </a:moveTo>
                <a:lnTo>
                  <a:pt x="2037" y="536"/>
                </a:lnTo>
                <a:cubicBezTo>
                  <a:pt x="2107" y="536"/>
                  <a:pt x="2150" y="489"/>
                  <a:pt x="2150" y="398"/>
                </a:cubicBezTo>
                <a:cubicBezTo>
                  <a:pt x="2150" y="308"/>
                  <a:pt x="2107" y="260"/>
                  <a:pt x="2037" y="260"/>
                </a:cubicBezTo>
                <a:cubicBezTo>
                  <a:pt x="1967" y="260"/>
                  <a:pt x="1924" y="308"/>
                  <a:pt x="1924" y="398"/>
                </a:cubicBezTo>
                <a:cubicBezTo>
                  <a:pt x="1924" y="489"/>
                  <a:pt x="1967" y="536"/>
                  <a:pt x="2037" y="536"/>
                </a:cubicBezTo>
                <a:close/>
                <a:moveTo>
                  <a:pt x="2037" y="180"/>
                </a:moveTo>
                <a:lnTo>
                  <a:pt x="2037" y="180"/>
                </a:lnTo>
                <a:cubicBezTo>
                  <a:pt x="2162" y="180"/>
                  <a:pt x="2239" y="262"/>
                  <a:pt x="2239" y="398"/>
                </a:cubicBezTo>
                <a:cubicBezTo>
                  <a:pt x="2239" y="535"/>
                  <a:pt x="2162" y="617"/>
                  <a:pt x="2037" y="617"/>
                </a:cubicBezTo>
                <a:cubicBezTo>
                  <a:pt x="1912" y="617"/>
                  <a:pt x="1835" y="535"/>
                  <a:pt x="1835" y="398"/>
                </a:cubicBezTo>
                <a:cubicBezTo>
                  <a:pt x="1835" y="262"/>
                  <a:pt x="1912" y="180"/>
                  <a:pt x="2037" y="180"/>
                </a:cubicBezTo>
                <a:close/>
                <a:moveTo>
                  <a:pt x="1715" y="180"/>
                </a:moveTo>
                <a:lnTo>
                  <a:pt x="1715" y="180"/>
                </a:lnTo>
                <a:cubicBezTo>
                  <a:pt x="1743" y="180"/>
                  <a:pt x="1772" y="186"/>
                  <a:pt x="1795" y="194"/>
                </a:cubicBezTo>
                <a:lnTo>
                  <a:pt x="1769" y="270"/>
                </a:lnTo>
                <a:cubicBezTo>
                  <a:pt x="1752" y="263"/>
                  <a:pt x="1735" y="260"/>
                  <a:pt x="1715" y="260"/>
                </a:cubicBezTo>
                <a:cubicBezTo>
                  <a:pt x="1664" y="260"/>
                  <a:pt x="1638" y="297"/>
                  <a:pt x="1638" y="369"/>
                </a:cubicBezTo>
                <a:cubicBezTo>
                  <a:pt x="1638" y="433"/>
                  <a:pt x="1639" y="502"/>
                  <a:pt x="1640" y="607"/>
                </a:cubicBezTo>
                <a:lnTo>
                  <a:pt x="1552" y="607"/>
                </a:lnTo>
                <a:cubicBezTo>
                  <a:pt x="1551" y="502"/>
                  <a:pt x="1550" y="433"/>
                  <a:pt x="1550" y="369"/>
                </a:cubicBezTo>
                <a:cubicBezTo>
                  <a:pt x="1550" y="241"/>
                  <a:pt x="1608" y="180"/>
                  <a:pt x="1715" y="180"/>
                </a:cubicBezTo>
                <a:close/>
                <a:moveTo>
                  <a:pt x="1344" y="180"/>
                </a:moveTo>
                <a:lnTo>
                  <a:pt x="1344" y="180"/>
                </a:lnTo>
                <a:cubicBezTo>
                  <a:pt x="1387" y="180"/>
                  <a:pt x="1423" y="188"/>
                  <a:pt x="1458" y="204"/>
                </a:cubicBezTo>
                <a:lnTo>
                  <a:pt x="1430" y="278"/>
                </a:lnTo>
                <a:cubicBezTo>
                  <a:pt x="1395" y="265"/>
                  <a:pt x="1370" y="260"/>
                  <a:pt x="1344" y="260"/>
                </a:cubicBezTo>
                <a:cubicBezTo>
                  <a:pt x="1277" y="260"/>
                  <a:pt x="1235" y="308"/>
                  <a:pt x="1235" y="398"/>
                </a:cubicBezTo>
                <a:cubicBezTo>
                  <a:pt x="1235" y="489"/>
                  <a:pt x="1277" y="536"/>
                  <a:pt x="1344" y="536"/>
                </a:cubicBezTo>
                <a:cubicBezTo>
                  <a:pt x="1371" y="536"/>
                  <a:pt x="1397" y="531"/>
                  <a:pt x="1434" y="516"/>
                </a:cubicBezTo>
                <a:lnTo>
                  <a:pt x="1465" y="590"/>
                </a:lnTo>
                <a:cubicBezTo>
                  <a:pt x="1427" y="608"/>
                  <a:pt x="1384" y="617"/>
                  <a:pt x="1344" y="617"/>
                </a:cubicBezTo>
                <a:cubicBezTo>
                  <a:pt x="1223" y="617"/>
                  <a:pt x="1145" y="535"/>
                  <a:pt x="1145" y="398"/>
                </a:cubicBezTo>
                <a:cubicBezTo>
                  <a:pt x="1145" y="262"/>
                  <a:pt x="1223" y="180"/>
                  <a:pt x="1344" y="180"/>
                </a:cubicBezTo>
                <a:close/>
                <a:moveTo>
                  <a:pt x="948" y="190"/>
                </a:moveTo>
                <a:lnTo>
                  <a:pt x="948" y="190"/>
                </a:lnTo>
                <a:lnTo>
                  <a:pt x="1036" y="190"/>
                </a:lnTo>
                <a:lnTo>
                  <a:pt x="1036" y="607"/>
                </a:lnTo>
                <a:lnTo>
                  <a:pt x="948" y="607"/>
                </a:lnTo>
                <a:lnTo>
                  <a:pt x="948" y="190"/>
                </a:lnTo>
                <a:close/>
                <a:moveTo>
                  <a:pt x="992" y="0"/>
                </a:moveTo>
                <a:lnTo>
                  <a:pt x="992" y="0"/>
                </a:lnTo>
                <a:cubicBezTo>
                  <a:pt x="1023" y="0"/>
                  <a:pt x="1049" y="25"/>
                  <a:pt x="1049" y="56"/>
                </a:cubicBezTo>
                <a:cubicBezTo>
                  <a:pt x="1049" y="87"/>
                  <a:pt x="1023" y="112"/>
                  <a:pt x="992" y="112"/>
                </a:cubicBezTo>
                <a:cubicBezTo>
                  <a:pt x="961" y="112"/>
                  <a:pt x="936" y="87"/>
                  <a:pt x="936" y="56"/>
                </a:cubicBezTo>
                <a:cubicBezTo>
                  <a:pt x="936" y="25"/>
                  <a:pt x="961" y="0"/>
                  <a:pt x="992" y="0"/>
                </a:cubicBezTo>
                <a:close/>
                <a:moveTo>
                  <a:pt x="0" y="527"/>
                </a:moveTo>
                <a:lnTo>
                  <a:pt x="0" y="527"/>
                </a:lnTo>
                <a:lnTo>
                  <a:pt x="124" y="527"/>
                </a:lnTo>
                <a:cubicBezTo>
                  <a:pt x="162" y="527"/>
                  <a:pt x="179" y="512"/>
                  <a:pt x="179" y="470"/>
                </a:cubicBezTo>
                <a:lnTo>
                  <a:pt x="179" y="381"/>
                </a:lnTo>
                <a:cubicBezTo>
                  <a:pt x="179" y="249"/>
                  <a:pt x="241" y="180"/>
                  <a:pt x="359" y="180"/>
                </a:cubicBezTo>
                <a:cubicBezTo>
                  <a:pt x="421" y="180"/>
                  <a:pt x="468" y="202"/>
                  <a:pt x="496" y="244"/>
                </a:cubicBezTo>
                <a:cubicBezTo>
                  <a:pt x="525" y="202"/>
                  <a:pt x="570" y="180"/>
                  <a:pt x="631" y="180"/>
                </a:cubicBezTo>
                <a:cubicBezTo>
                  <a:pt x="750" y="180"/>
                  <a:pt x="812" y="249"/>
                  <a:pt x="812" y="381"/>
                </a:cubicBezTo>
                <a:lnTo>
                  <a:pt x="812" y="607"/>
                </a:lnTo>
                <a:lnTo>
                  <a:pt x="724" y="607"/>
                </a:lnTo>
                <a:lnTo>
                  <a:pt x="724" y="381"/>
                </a:lnTo>
                <a:cubicBezTo>
                  <a:pt x="724" y="300"/>
                  <a:pt x="691" y="260"/>
                  <a:pt x="631" y="260"/>
                </a:cubicBezTo>
                <a:cubicBezTo>
                  <a:pt x="572" y="260"/>
                  <a:pt x="539" y="300"/>
                  <a:pt x="539" y="381"/>
                </a:cubicBezTo>
                <a:lnTo>
                  <a:pt x="539" y="607"/>
                </a:lnTo>
                <a:lnTo>
                  <a:pt x="451" y="607"/>
                </a:lnTo>
                <a:lnTo>
                  <a:pt x="451" y="381"/>
                </a:lnTo>
                <a:cubicBezTo>
                  <a:pt x="451" y="300"/>
                  <a:pt x="419" y="260"/>
                  <a:pt x="359" y="260"/>
                </a:cubicBezTo>
                <a:cubicBezTo>
                  <a:pt x="300" y="260"/>
                  <a:pt x="267" y="300"/>
                  <a:pt x="267" y="381"/>
                </a:cubicBezTo>
                <a:lnTo>
                  <a:pt x="267" y="470"/>
                </a:lnTo>
                <a:cubicBezTo>
                  <a:pt x="267" y="568"/>
                  <a:pt x="219" y="607"/>
                  <a:pt x="124" y="607"/>
                </a:cubicBezTo>
                <a:lnTo>
                  <a:pt x="0" y="607"/>
                </a:lnTo>
                <a:lnTo>
                  <a:pt x="0" y="527"/>
                </a:lnTo>
                <a:close/>
              </a:path>
            </a:pathLst>
          </a:custGeom>
          <a:solidFill>
            <a:schemeClr val="tx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3383291453"/>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3688">
          <p15:clr>
            <a:srgbClr val="C35EA4"/>
          </p15:clr>
        </p15:guide>
      </p15:sldGuideLst>
    </p:ext>
  </p:extLst>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Title Slide 12">
    <p:bg>
      <p:bgPr>
        <a:gradFill>
          <a:gsLst>
            <a:gs pos="0">
              <a:srgbClr val="0068FF"/>
            </a:gs>
            <a:gs pos="40000">
              <a:srgbClr val="000000"/>
            </a:gs>
            <a:gs pos="100000">
              <a:srgbClr val="4F5A6C"/>
            </a:gs>
          </a:gsLst>
          <a:lin ang="19860000" scaled="0"/>
        </a:gradFill>
        <a:effectLst/>
      </p:bgPr>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F8A53DC1-6337-429E-77CC-E9E5416EA5B5}"/>
              </a:ext>
            </a:extLst>
          </p:cNvPr>
          <p:cNvSpPr>
            <a:spLocks noGrp="1" noRot="1" noMove="1" noResize="1" noEditPoints="1" noAdjustHandles="1" noChangeArrowheads="1" noChangeShapeType="1"/>
          </p:cNvSpPr>
          <p:nvPr userDrawn="1"/>
        </p:nvSpPr>
        <p:spPr>
          <a:xfrm>
            <a:off x="6858000" y="6429829"/>
            <a:ext cx="5334000" cy="428171"/>
          </a:xfrm>
          <a:prstGeom prst="rect">
            <a:avLst/>
          </a:prstGeom>
          <a:gradFill>
            <a:gsLst>
              <a:gs pos="68000">
                <a:srgbClr val="242931"/>
              </a:gs>
              <a:gs pos="0">
                <a:srgbClr val="000F24">
                  <a:alpha val="35000"/>
                </a:srgbClr>
              </a:gs>
              <a:gs pos="100000">
                <a:srgbClr val="313843"/>
              </a:gs>
            </a:gsLst>
            <a:lin ang="19860000" scaled="0"/>
          </a:gradFill>
          <a:ln w="6350" cap="sq">
            <a:miter lim="800000"/>
          </a:ln>
        </p:spPr>
        <p:style>
          <a:lnRef idx="0">
            <a:schemeClr val="tx1"/>
          </a:lnRef>
          <a:fillRef idx="1">
            <a:schemeClr val="tx1"/>
          </a:fillRef>
          <a:effectRef idx="0">
            <a:srgbClr val="000000"/>
          </a:effectRef>
          <a:fontRef idx="minor">
            <a:schemeClr val="bg1"/>
          </a:fontRef>
        </p:style>
        <p:txBody>
          <a:bodyPr rtlCol="0" anchor="ctr"/>
          <a:lstStyle/>
          <a:p>
            <a:pPr algn="ctr">
              <a:lnSpc>
                <a:spcPct val="100000"/>
              </a:lnSpc>
            </a:pPr>
            <a:endParaRPr lang="en-US" sz="1800"/>
          </a:p>
        </p:txBody>
      </p:sp>
      <p:sp>
        <p:nvSpPr>
          <p:cNvPr id="8" name="Picture Placeholder 1">
            <a:extLst>
              <a:ext uri="{FF2B5EF4-FFF2-40B4-BE49-F238E27FC236}">
                <a16:creationId xmlns:a16="http://schemas.microsoft.com/office/drawing/2014/main" id="{FD11DAF6-BD41-A48B-811D-A1C1CBA6EAB1}"/>
              </a:ext>
              <a:ext uri="{C183D7F6-B498-43B3-948B-1728B52AA6E4}">
                <adec:decorative xmlns:adec="http://schemas.microsoft.com/office/drawing/2017/decorative" val="1"/>
              </a:ext>
            </a:extLst>
          </p:cNvPr>
          <p:cNvSpPr>
            <a:spLocks noGrp="1" noChangeAspect="1"/>
          </p:cNvSpPr>
          <p:nvPr>
            <p:ph type="pic" sz="quarter" idx="10"/>
          </p:nvPr>
        </p:nvSpPr>
        <p:spPr>
          <a:xfrm>
            <a:off x="4165094" y="0"/>
            <a:ext cx="8026906" cy="6858000"/>
          </a:xfrm>
          <a:custGeom>
            <a:avLst/>
            <a:gdLst>
              <a:gd name="connsiteX0" fmla="*/ 6026013 w 8026904"/>
              <a:gd name="connsiteY0" fmla="*/ 0 h 6857998"/>
              <a:gd name="connsiteX1" fmla="*/ 8026904 w 8026904"/>
              <a:gd name="connsiteY1" fmla="*/ 0 h 6857998"/>
              <a:gd name="connsiteX2" fmla="*/ 8026904 w 8026904"/>
              <a:gd name="connsiteY2" fmla="*/ 5193867 h 6857998"/>
              <a:gd name="connsiteX3" fmla="*/ 6050869 w 8026904"/>
              <a:gd name="connsiteY3" fmla="*/ 6565084 h 6857998"/>
              <a:gd name="connsiteX4" fmla="*/ 5860742 w 8026904"/>
              <a:gd name="connsiteY4" fmla="*/ 6857998 h 6857998"/>
              <a:gd name="connsiteX5" fmla="*/ 0 w 8026904"/>
              <a:gd name="connsiteY5" fmla="*/ 6857998 h 6857998"/>
              <a:gd name="connsiteX6" fmla="*/ 101434 w 8026904"/>
              <a:gd name="connsiteY6" fmla="*/ 6409967 h 6857998"/>
              <a:gd name="connsiteX7" fmla="*/ 542017 w 8026904"/>
              <a:gd name="connsiteY7" fmla="*/ 5099087 h 6857998"/>
              <a:gd name="connsiteX8" fmla="*/ 2500042 w 8026904"/>
              <a:gd name="connsiteY8" fmla="*/ 2194236 h 6857998"/>
              <a:gd name="connsiteX9" fmla="*/ 5405407 w 8026904"/>
              <a:gd name="connsiteY9" fmla="*/ 236236 h 6857998"/>
              <a:gd name="connsiteX10" fmla="*/ 6026013 w 8026904"/>
              <a:gd name="connsiteY10" fmla="*/ 0 h 68579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8026904" h="6857998">
                <a:moveTo>
                  <a:pt x="6026013" y="0"/>
                </a:moveTo>
                <a:lnTo>
                  <a:pt x="8026904" y="0"/>
                </a:lnTo>
                <a:lnTo>
                  <a:pt x="8026904" y="5193867"/>
                </a:lnTo>
                <a:cubicBezTo>
                  <a:pt x="7220904" y="5412243"/>
                  <a:pt x="6526488" y="5904839"/>
                  <a:pt x="6050869" y="6565084"/>
                </a:cubicBezTo>
                <a:lnTo>
                  <a:pt x="5860742" y="6857998"/>
                </a:lnTo>
                <a:lnTo>
                  <a:pt x="0" y="6857998"/>
                </a:lnTo>
                <a:lnTo>
                  <a:pt x="101434" y="6409967"/>
                </a:lnTo>
                <a:cubicBezTo>
                  <a:pt x="214270" y="5964434"/>
                  <a:pt x="361265" y="5526670"/>
                  <a:pt x="542017" y="5099087"/>
                </a:cubicBezTo>
                <a:cubicBezTo>
                  <a:pt x="1002588" y="4010304"/>
                  <a:pt x="1661773" y="3032971"/>
                  <a:pt x="2500042" y="2194236"/>
                </a:cubicBezTo>
                <a:cubicBezTo>
                  <a:pt x="3338788" y="1355502"/>
                  <a:pt x="4316134" y="696802"/>
                  <a:pt x="5405407" y="236236"/>
                </a:cubicBezTo>
                <a:cubicBezTo>
                  <a:pt x="5609736" y="149553"/>
                  <a:pt x="5816922" y="70966"/>
                  <a:pt x="6026013" y="0"/>
                </a:cubicBezTo>
                <a:close/>
              </a:path>
            </a:pathLst>
          </a:custGeom>
          <a:solidFill>
            <a:srgbClr val="F2F2F2"/>
          </a:solidFill>
        </p:spPr>
        <p:txBody>
          <a:bodyPr wrap="square" anchor="ctr" anchorCtr="0">
            <a:noAutofit/>
          </a:bodyPr>
          <a:lstStyle>
            <a:lvl1pPr marL="0" indent="0" algn="ctr">
              <a:spcBef>
                <a:spcPts val="0"/>
              </a:spcBef>
              <a:buFontTx/>
              <a:buNone/>
              <a:defRPr sz="1000">
                <a:solidFill>
                  <a:schemeClr val="bg1"/>
                </a:solidFill>
              </a:defRPr>
            </a:lvl1pPr>
          </a:lstStyle>
          <a:p>
            <a:r>
              <a:rPr lang="en-US"/>
              <a:t>Click icon to add picture</a:t>
            </a:r>
          </a:p>
        </p:txBody>
      </p:sp>
      <p:sp>
        <p:nvSpPr>
          <p:cNvPr id="2" name="Title 2">
            <a:extLst>
              <a:ext uri="{FF2B5EF4-FFF2-40B4-BE49-F238E27FC236}">
                <a16:creationId xmlns:a16="http://schemas.microsoft.com/office/drawing/2014/main" id="{53F8AB78-8FDA-46ED-B308-67C07FAC61F6}"/>
              </a:ext>
            </a:extLst>
          </p:cNvPr>
          <p:cNvSpPr>
            <a:spLocks noGrp="1"/>
          </p:cNvSpPr>
          <p:nvPr>
            <p:ph type="ctrTitle" hasCustomPrompt="1"/>
          </p:nvPr>
        </p:nvSpPr>
        <p:spPr>
          <a:xfrm>
            <a:off x="484632" y="484632"/>
            <a:ext cx="5367528" cy="2944368"/>
          </a:xfrm>
        </p:spPr>
        <p:txBody>
          <a:bodyPr anchor="b"/>
          <a:lstStyle>
            <a:lvl1pPr algn="l">
              <a:lnSpc>
                <a:spcPct val="90000"/>
              </a:lnSpc>
              <a:defRPr sz="5400" spc="-100" baseline="0">
                <a:solidFill>
                  <a:schemeClr val="tx1"/>
                </a:solidFill>
              </a:defRPr>
            </a:lvl1pPr>
          </a:lstStyle>
          <a:p>
            <a:r>
              <a:rPr lang="en-US" dirty="0"/>
              <a:t>[Presentation title]</a:t>
            </a:r>
          </a:p>
        </p:txBody>
      </p:sp>
      <p:sp>
        <p:nvSpPr>
          <p:cNvPr id="3" name="Subtitle 3">
            <a:extLst>
              <a:ext uri="{FF2B5EF4-FFF2-40B4-BE49-F238E27FC236}">
                <a16:creationId xmlns:a16="http://schemas.microsoft.com/office/drawing/2014/main" id="{61892C3E-3DA9-484B-A45D-DEED5EFA6C48}"/>
              </a:ext>
            </a:extLst>
          </p:cNvPr>
          <p:cNvSpPr>
            <a:spLocks noGrp="1"/>
          </p:cNvSpPr>
          <p:nvPr>
            <p:ph type="subTitle" idx="1" hasCustomPrompt="1"/>
          </p:nvPr>
        </p:nvSpPr>
        <p:spPr>
          <a:xfrm>
            <a:off x="484632" y="3723437"/>
            <a:ext cx="5367528" cy="886968"/>
          </a:xfrm>
        </p:spPr>
        <p:txBody>
          <a:bodyPr>
            <a:noAutofit/>
          </a:bodyPr>
          <a:lstStyle>
            <a:lvl1pPr marL="0" indent="0" algn="l">
              <a:lnSpc>
                <a:spcPct val="100000"/>
              </a:lnSpc>
              <a:spcBef>
                <a:spcPts val="0"/>
              </a:spcBef>
              <a:buNone/>
              <a:defRPr sz="1800">
                <a:solidFill>
                  <a:schemeClr val="tx1"/>
                </a:solidFill>
              </a:defRPr>
            </a:lvl1pPr>
            <a:lvl2pPr marL="0" indent="0" algn="l">
              <a:lnSpc>
                <a:spcPct val="100000"/>
              </a:lnSpc>
              <a:spcBef>
                <a:spcPts val="0"/>
              </a:spcBef>
              <a:buNone/>
              <a:defRPr sz="1800">
                <a:solidFill>
                  <a:schemeClr val="tx1"/>
                </a:solidFill>
              </a:defRPr>
            </a:lvl2pPr>
            <a:lvl3pPr marL="0" indent="0" algn="l">
              <a:lnSpc>
                <a:spcPct val="100000"/>
              </a:lnSpc>
              <a:spcBef>
                <a:spcPts val="0"/>
              </a:spcBef>
              <a:buNone/>
              <a:defRPr sz="1800">
                <a:solidFill>
                  <a:schemeClr val="tx1"/>
                </a:solidFill>
              </a:defRPr>
            </a:lvl3pPr>
            <a:lvl4pPr marL="0" indent="0" algn="l">
              <a:lnSpc>
                <a:spcPct val="100000"/>
              </a:lnSpc>
              <a:spcBef>
                <a:spcPts val="0"/>
              </a:spcBef>
              <a:buNone/>
              <a:defRPr sz="1800">
                <a:solidFill>
                  <a:schemeClr val="tx1"/>
                </a:solidFill>
              </a:defRPr>
            </a:lvl4pPr>
            <a:lvl5pPr marL="0" indent="0" algn="l">
              <a:lnSpc>
                <a:spcPct val="100000"/>
              </a:lnSpc>
              <a:spcBef>
                <a:spcPts val="0"/>
              </a:spcBef>
              <a:buNone/>
              <a:defRPr sz="1800">
                <a:solidFill>
                  <a:schemeClr val="tx1"/>
                </a:solidFill>
              </a:defRPr>
            </a:lvl5pPr>
            <a:lvl6pPr marL="0" indent="0" algn="l">
              <a:lnSpc>
                <a:spcPct val="100000"/>
              </a:lnSpc>
              <a:spcBef>
                <a:spcPts val="0"/>
              </a:spcBef>
              <a:buNone/>
              <a:defRPr sz="1800">
                <a:solidFill>
                  <a:schemeClr val="tx1"/>
                </a:solidFill>
              </a:defRPr>
            </a:lvl6pPr>
            <a:lvl7pPr marL="0" indent="0" algn="l">
              <a:lnSpc>
                <a:spcPct val="100000"/>
              </a:lnSpc>
              <a:spcBef>
                <a:spcPts val="0"/>
              </a:spcBef>
              <a:buNone/>
              <a:defRPr sz="1800">
                <a:solidFill>
                  <a:schemeClr val="tx1"/>
                </a:solidFill>
              </a:defRPr>
            </a:lvl7pPr>
            <a:lvl8pPr marL="0" indent="0" algn="l">
              <a:lnSpc>
                <a:spcPct val="100000"/>
              </a:lnSpc>
              <a:spcBef>
                <a:spcPts val="0"/>
              </a:spcBef>
              <a:buNone/>
              <a:defRPr sz="1800">
                <a:solidFill>
                  <a:schemeClr val="tx1"/>
                </a:solidFill>
              </a:defRPr>
            </a:lvl8pPr>
            <a:lvl9pPr marL="0" indent="0" algn="l">
              <a:lnSpc>
                <a:spcPct val="100000"/>
              </a:lnSpc>
              <a:spcBef>
                <a:spcPts val="0"/>
              </a:spcBef>
              <a:buNone/>
              <a:defRPr sz="1800">
                <a:solidFill>
                  <a:schemeClr val="tx1"/>
                </a:solidFill>
              </a:defRPr>
            </a:lvl9pPr>
          </a:lstStyle>
          <a:p>
            <a:r>
              <a:rPr lang="en-US" dirty="0"/>
              <a:t>[Month 00, 0000]</a:t>
            </a:r>
            <a:br>
              <a:rPr lang="en-US" dirty="0"/>
            </a:br>
            <a:r>
              <a:rPr lang="en-US" dirty="0"/>
              <a:t>[Presenter Name]</a:t>
            </a:r>
            <a:br>
              <a:rPr lang="en-US" dirty="0"/>
            </a:br>
            <a:r>
              <a:rPr lang="en-US" dirty="0"/>
              <a:t>[Title]</a:t>
            </a:r>
          </a:p>
        </p:txBody>
      </p:sp>
      <p:sp>
        <p:nvSpPr>
          <p:cNvPr id="4" name="Micron" descr="Micron">
            <a:extLst>
              <a:ext uri="{FF2B5EF4-FFF2-40B4-BE49-F238E27FC236}">
                <a16:creationId xmlns:a16="http://schemas.microsoft.com/office/drawing/2014/main" id="{D030DDB7-FB01-2390-8CB9-13BE639ED05C}"/>
              </a:ext>
            </a:extLst>
          </p:cNvPr>
          <p:cNvSpPr>
            <a:spLocks noEditPoints="1"/>
          </p:cNvSpPr>
          <p:nvPr userDrawn="1"/>
        </p:nvSpPr>
        <p:spPr bwMode="black">
          <a:xfrm>
            <a:off x="481330" y="6087033"/>
            <a:ext cx="1363726" cy="290928"/>
          </a:xfrm>
          <a:custGeom>
            <a:avLst/>
            <a:gdLst>
              <a:gd name="T0" fmla="*/ 2517 w 2879"/>
              <a:gd name="T1" fmla="*/ 180 h 617"/>
              <a:gd name="T2" fmla="*/ 2700 w 2879"/>
              <a:gd name="T3" fmla="*/ 470 h 617"/>
              <a:gd name="T4" fmla="*/ 2879 w 2879"/>
              <a:gd name="T5" fmla="*/ 527 h 617"/>
              <a:gd name="T6" fmla="*/ 2755 w 2879"/>
              <a:gd name="T7" fmla="*/ 607 h 617"/>
              <a:gd name="T8" fmla="*/ 2612 w 2879"/>
              <a:gd name="T9" fmla="*/ 381 h 617"/>
              <a:gd name="T10" fmla="*/ 2422 w 2879"/>
              <a:gd name="T11" fmla="*/ 381 h 617"/>
              <a:gd name="T12" fmla="*/ 2334 w 2879"/>
              <a:gd name="T13" fmla="*/ 607 h 617"/>
              <a:gd name="T14" fmla="*/ 2517 w 2879"/>
              <a:gd name="T15" fmla="*/ 180 h 617"/>
              <a:gd name="T16" fmla="*/ 2037 w 2879"/>
              <a:gd name="T17" fmla="*/ 536 h 617"/>
              <a:gd name="T18" fmla="*/ 2037 w 2879"/>
              <a:gd name="T19" fmla="*/ 260 h 617"/>
              <a:gd name="T20" fmla="*/ 2037 w 2879"/>
              <a:gd name="T21" fmla="*/ 536 h 617"/>
              <a:gd name="T22" fmla="*/ 2037 w 2879"/>
              <a:gd name="T23" fmla="*/ 180 h 617"/>
              <a:gd name="T24" fmla="*/ 2037 w 2879"/>
              <a:gd name="T25" fmla="*/ 617 h 617"/>
              <a:gd name="T26" fmla="*/ 2037 w 2879"/>
              <a:gd name="T27" fmla="*/ 180 h 617"/>
              <a:gd name="T28" fmla="*/ 1715 w 2879"/>
              <a:gd name="T29" fmla="*/ 180 h 617"/>
              <a:gd name="T30" fmla="*/ 1769 w 2879"/>
              <a:gd name="T31" fmla="*/ 270 h 617"/>
              <a:gd name="T32" fmla="*/ 1638 w 2879"/>
              <a:gd name="T33" fmla="*/ 369 h 617"/>
              <a:gd name="T34" fmla="*/ 1552 w 2879"/>
              <a:gd name="T35" fmla="*/ 607 h 617"/>
              <a:gd name="T36" fmla="*/ 1715 w 2879"/>
              <a:gd name="T37" fmla="*/ 180 h 617"/>
              <a:gd name="T38" fmla="*/ 1344 w 2879"/>
              <a:gd name="T39" fmla="*/ 180 h 617"/>
              <a:gd name="T40" fmla="*/ 1430 w 2879"/>
              <a:gd name="T41" fmla="*/ 278 h 617"/>
              <a:gd name="T42" fmla="*/ 1235 w 2879"/>
              <a:gd name="T43" fmla="*/ 398 h 617"/>
              <a:gd name="T44" fmla="*/ 1434 w 2879"/>
              <a:gd name="T45" fmla="*/ 516 h 617"/>
              <a:gd name="T46" fmla="*/ 1344 w 2879"/>
              <a:gd name="T47" fmla="*/ 617 h 617"/>
              <a:gd name="T48" fmla="*/ 1344 w 2879"/>
              <a:gd name="T49" fmla="*/ 180 h 617"/>
              <a:gd name="T50" fmla="*/ 948 w 2879"/>
              <a:gd name="T51" fmla="*/ 190 h 617"/>
              <a:gd name="T52" fmla="*/ 1036 w 2879"/>
              <a:gd name="T53" fmla="*/ 607 h 617"/>
              <a:gd name="T54" fmla="*/ 948 w 2879"/>
              <a:gd name="T55" fmla="*/ 190 h 617"/>
              <a:gd name="T56" fmla="*/ 992 w 2879"/>
              <a:gd name="T57" fmla="*/ 0 h 617"/>
              <a:gd name="T58" fmla="*/ 992 w 2879"/>
              <a:gd name="T59" fmla="*/ 112 h 617"/>
              <a:gd name="T60" fmla="*/ 992 w 2879"/>
              <a:gd name="T61" fmla="*/ 0 h 617"/>
              <a:gd name="T62" fmla="*/ 0 w 2879"/>
              <a:gd name="T63" fmla="*/ 527 h 617"/>
              <a:gd name="T64" fmla="*/ 179 w 2879"/>
              <a:gd name="T65" fmla="*/ 470 h 617"/>
              <a:gd name="T66" fmla="*/ 359 w 2879"/>
              <a:gd name="T67" fmla="*/ 180 h 617"/>
              <a:gd name="T68" fmla="*/ 631 w 2879"/>
              <a:gd name="T69" fmla="*/ 180 h 617"/>
              <a:gd name="T70" fmla="*/ 812 w 2879"/>
              <a:gd name="T71" fmla="*/ 607 h 617"/>
              <a:gd name="T72" fmla="*/ 724 w 2879"/>
              <a:gd name="T73" fmla="*/ 381 h 617"/>
              <a:gd name="T74" fmla="*/ 539 w 2879"/>
              <a:gd name="T75" fmla="*/ 381 h 617"/>
              <a:gd name="T76" fmla="*/ 451 w 2879"/>
              <a:gd name="T77" fmla="*/ 607 h 617"/>
              <a:gd name="T78" fmla="*/ 359 w 2879"/>
              <a:gd name="T79" fmla="*/ 260 h 617"/>
              <a:gd name="T80" fmla="*/ 267 w 2879"/>
              <a:gd name="T81" fmla="*/ 470 h 617"/>
              <a:gd name="T82" fmla="*/ 0 w 2879"/>
              <a:gd name="T83" fmla="*/ 607 h 6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2879" h="617">
                <a:moveTo>
                  <a:pt x="2517" y="180"/>
                </a:moveTo>
                <a:lnTo>
                  <a:pt x="2517" y="180"/>
                </a:lnTo>
                <a:cubicBezTo>
                  <a:pt x="2638" y="180"/>
                  <a:pt x="2700" y="249"/>
                  <a:pt x="2700" y="381"/>
                </a:cubicBezTo>
                <a:lnTo>
                  <a:pt x="2700" y="470"/>
                </a:lnTo>
                <a:cubicBezTo>
                  <a:pt x="2700" y="512"/>
                  <a:pt x="2717" y="527"/>
                  <a:pt x="2755" y="527"/>
                </a:cubicBezTo>
                <a:lnTo>
                  <a:pt x="2879" y="527"/>
                </a:lnTo>
                <a:lnTo>
                  <a:pt x="2879" y="607"/>
                </a:lnTo>
                <a:lnTo>
                  <a:pt x="2755" y="607"/>
                </a:lnTo>
                <a:cubicBezTo>
                  <a:pt x="2660" y="607"/>
                  <a:pt x="2612" y="568"/>
                  <a:pt x="2612" y="470"/>
                </a:cubicBezTo>
                <a:lnTo>
                  <a:pt x="2612" y="381"/>
                </a:lnTo>
                <a:cubicBezTo>
                  <a:pt x="2612" y="300"/>
                  <a:pt x="2579" y="260"/>
                  <a:pt x="2517" y="260"/>
                </a:cubicBezTo>
                <a:cubicBezTo>
                  <a:pt x="2454" y="260"/>
                  <a:pt x="2422" y="300"/>
                  <a:pt x="2422" y="381"/>
                </a:cubicBezTo>
                <a:lnTo>
                  <a:pt x="2422" y="607"/>
                </a:lnTo>
                <a:lnTo>
                  <a:pt x="2334" y="607"/>
                </a:lnTo>
                <a:lnTo>
                  <a:pt x="2334" y="381"/>
                </a:lnTo>
                <a:cubicBezTo>
                  <a:pt x="2334" y="249"/>
                  <a:pt x="2396" y="180"/>
                  <a:pt x="2517" y="180"/>
                </a:cubicBezTo>
                <a:close/>
                <a:moveTo>
                  <a:pt x="2037" y="536"/>
                </a:moveTo>
                <a:lnTo>
                  <a:pt x="2037" y="536"/>
                </a:lnTo>
                <a:cubicBezTo>
                  <a:pt x="2107" y="536"/>
                  <a:pt x="2150" y="489"/>
                  <a:pt x="2150" y="398"/>
                </a:cubicBezTo>
                <a:cubicBezTo>
                  <a:pt x="2150" y="308"/>
                  <a:pt x="2107" y="260"/>
                  <a:pt x="2037" y="260"/>
                </a:cubicBezTo>
                <a:cubicBezTo>
                  <a:pt x="1967" y="260"/>
                  <a:pt x="1924" y="308"/>
                  <a:pt x="1924" y="398"/>
                </a:cubicBezTo>
                <a:cubicBezTo>
                  <a:pt x="1924" y="489"/>
                  <a:pt x="1967" y="536"/>
                  <a:pt x="2037" y="536"/>
                </a:cubicBezTo>
                <a:close/>
                <a:moveTo>
                  <a:pt x="2037" y="180"/>
                </a:moveTo>
                <a:lnTo>
                  <a:pt x="2037" y="180"/>
                </a:lnTo>
                <a:cubicBezTo>
                  <a:pt x="2162" y="180"/>
                  <a:pt x="2239" y="262"/>
                  <a:pt x="2239" y="398"/>
                </a:cubicBezTo>
                <a:cubicBezTo>
                  <a:pt x="2239" y="535"/>
                  <a:pt x="2162" y="617"/>
                  <a:pt x="2037" y="617"/>
                </a:cubicBezTo>
                <a:cubicBezTo>
                  <a:pt x="1912" y="617"/>
                  <a:pt x="1835" y="535"/>
                  <a:pt x="1835" y="398"/>
                </a:cubicBezTo>
                <a:cubicBezTo>
                  <a:pt x="1835" y="262"/>
                  <a:pt x="1912" y="180"/>
                  <a:pt x="2037" y="180"/>
                </a:cubicBezTo>
                <a:close/>
                <a:moveTo>
                  <a:pt x="1715" y="180"/>
                </a:moveTo>
                <a:lnTo>
                  <a:pt x="1715" y="180"/>
                </a:lnTo>
                <a:cubicBezTo>
                  <a:pt x="1743" y="180"/>
                  <a:pt x="1772" y="186"/>
                  <a:pt x="1795" y="194"/>
                </a:cubicBezTo>
                <a:lnTo>
                  <a:pt x="1769" y="270"/>
                </a:lnTo>
                <a:cubicBezTo>
                  <a:pt x="1752" y="263"/>
                  <a:pt x="1735" y="260"/>
                  <a:pt x="1715" y="260"/>
                </a:cubicBezTo>
                <a:cubicBezTo>
                  <a:pt x="1664" y="260"/>
                  <a:pt x="1638" y="297"/>
                  <a:pt x="1638" y="369"/>
                </a:cubicBezTo>
                <a:cubicBezTo>
                  <a:pt x="1638" y="433"/>
                  <a:pt x="1639" y="502"/>
                  <a:pt x="1640" y="607"/>
                </a:cubicBezTo>
                <a:lnTo>
                  <a:pt x="1552" y="607"/>
                </a:lnTo>
                <a:cubicBezTo>
                  <a:pt x="1551" y="502"/>
                  <a:pt x="1550" y="433"/>
                  <a:pt x="1550" y="369"/>
                </a:cubicBezTo>
                <a:cubicBezTo>
                  <a:pt x="1550" y="241"/>
                  <a:pt x="1608" y="180"/>
                  <a:pt x="1715" y="180"/>
                </a:cubicBezTo>
                <a:close/>
                <a:moveTo>
                  <a:pt x="1344" y="180"/>
                </a:moveTo>
                <a:lnTo>
                  <a:pt x="1344" y="180"/>
                </a:lnTo>
                <a:cubicBezTo>
                  <a:pt x="1387" y="180"/>
                  <a:pt x="1423" y="188"/>
                  <a:pt x="1458" y="204"/>
                </a:cubicBezTo>
                <a:lnTo>
                  <a:pt x="1430" y="278"/>
                </a:lnTo>
                <a:cubicBezTo>
                  <a:pt x="1395" y="265"/>
                  <a:pt x="1370" y="260"/>
                  <a:pt x="1344" y="260"/>
                </a:cubicBezTo>
                <a:cubicBezTo>
                  <a:pt x="1277" y="260"/>
                  <a:pt x="1235" y="308"/>
                  <a:pt x="1235" y="398"/>
                </a:cubicBezTo>
                <a:cubicBezTo>
                  <a:pt x="1235" y="489"/>
                  <a:pt x="1277" y="536"/>
                  <a:pt x="1344" y="536"/>
                </a:cubicBezTo>
                <a:cubicBezTo>
                  <a:pt x="1371" y="536"/>
                  <a:pt x="1397" y="531"/>
                  <a:pt x="1434" y="516"/>
                </a:cubicBezTo>
                <a:lnTo>
                  <a:pt x="1465" y="590"/>
                </a:lnTo>
                <a:cubicBezTo>
                  <a:pt x="1427" y="608"/>
                  <a:pt x="1384" y="617"/>
                  <a:pt x="1344" y="617"/>
                </a:cubicBezTo>
                <a:cubicBezTo>
                  <a:pt x="1223" y="617"/>
                  <a:pt x="1145" y="535"/>
                  <a:pt x="1145" y="398"/>
                </a:cubicBezTo>
                <a:cubicBezTo>
                  <a:pt x="1145" y="262"/>
                  <a:pt x="1223" y="180"/>
                  <a:pt x="1344" y="180"/>
                </a:cubicBezTo>
                <a:close/>
                <a:moveTo>
                  <a:pt x="948" y="190"/>
                </a:moveTo>
                <a:lnTo>
                  <a:pt x="948" y="190"/>
                </a:lnTo>
                <a:lnTo>
                  <a:pt x="1036" y="190"/>
                </a:lnTo>
                <a:lnTo>
                  <a:pt x="1036" y="607"/>
                </a:lnTo>
                <a:lnTo>
                  <a:pt x="948" y="607"/>
                </a:lnTo>
                <a:lnTo>
                  <a:pt x="948" y="190"/>
                </a:lnTo>
                <a:close/>
                <a:moveTo>
                  <a:pt x="992" y="0"/>
                </a:moveTo>
                <a:lnTo>
                  <a:pt x="992" y="0"/>
                </a:lnTo>
                <a:cubicBezTo>
                  <a:pt x="1023" y="0"/>
                  <a:pt x="1049" y="25"/>
                  <a:pt x="1049" y="56"/>
                </a:cubicBezTo>
                <a:cubicBezTo>
                  <a:pt x="1049" y="87"/>
                  <a:pt x="1023" y="112"/>
                  <a:pt x="992" y="112"/>
                </a:cubicBezTo>
                <a:cubicBezTo>
                  <a:pt x="961" y="112"/>
                  <a:pt x="936" y="87"/>
                  <a:pt x="936" y="56"/>
                </a:cubicBezTo>
                <a:cubicBezTo>
                  <a:pt x="936" y="25"/>
                  <a:pt x="961" y="0"/>
                  <a:pt x="992" y="0"/>
                </a:cubicBezTo>
                <a:close/>
                <a:moveTo>
                  <a:pt x="0" y="527"/>
                </a:moveTo>
                <a:lnTo>
                  <a:pt x="0" y="527"/>
                </a:lnTo>
                <a:lnTo>
                  <a:pt x="124" y="527"/>
                </a:lnTo>
                <a:cubicBezTo>
                  <a:pt x="162" y="527"/>
                  <a:pt x="179" y="512"/>
                  <a:pt x="179" y="470"/>
                </a:cubicBezTo>
                <a:lnTo>
                  <a:pt x="179" y="381"/>
                </a:lnTo>
                <a:cubicBezTo>
                  <a:pt x="179" y="249"/>
                  <a:pt x="241" y="180"/>
                  <a:pt x="359" y="180"/>
                </a:cubicBezTo>
                <a:cubicBezTo>
                  <a:pt x="421" y="180"/>
                  <a:pt x="468" y="202"/>
                  <a:pt x="496" y="244"/>
                </a:cubicBezTo>
                <a:cubicBezTo>
                  <a:pt x="525" y="202"/>
                  <a:pt x="570" y="180"/>
                  <a:pt x="631" y="180"/>
                </a:cubicBezTo>
                <a:cubicBezTo>
                  <a:pt x="750" y="180"/>
                  <a:pt x="812" y="249"/>
                  <a:pt x="812" y="381"/>
                </a:cubicBezTo>
                <a:lnTo>
                  <a:pt x="812" y="607"/>
                </a:lnTo>
                <a:lnTo>
                  <a:pt x="724" y="607"/>
                </a:lnTo>
                <a:lnTo>
                  <a:pt x="724" y="381"/>
                </a:lnTo>
                <a:cubicBezTo>
                  <a:pt x="724" y="300"/>
                  <a:pt x="691" y="260"/>
                  <a:pt x="631" y="260"/>
                </a:cubicBezTo>
                <a:cubicBezTo>
                  <a:pt x="572" y="260"/>
                  <a:pt x="539" y="300"/>
                  <a:pt x="539" y="381"/>
                </a:cubicBezTo>
                <a:lnTo>
                  <a:pt x="539" y="607"/>
                </a:lnTo>
                <a:lnTo>
                  <a:pt x="451" y="607"/>
                </a:lnTo>
                <a:lnTo>
                  <a:pt x="451" y="381"/>
                </a:lnTo>
                <a:cubicBezTo>
                  <a:pt x="451" y="300"/>
                  <a:pt x="419" y="260"/>
                  <a:pt x="359" y="260"/>
                </a:cubicBezTo>
                <a:cubicBezTo>
                  <a:pt x="300" y="260"/>
                  <a:pt x="267" y="300"/>
                  <a:pt x="267" y="381"/>
                </a:cubicBezTo>
                <a:lnTo>
                  <a:pt x="267" y="470"/>
                </a:lnTo>
                <a:cubicBezTo>
                  <a:pt x="267" y="568"/>
                  <a:pt x="219" y="607"/>
                  <a:pt x="124" y="607"/>
                </a:cubicBezTo>
                <a:lnTo>
                  <a:pt x="0" y="607"/>
                </a:lnTo>
                <a:lnTo>
                  <a:pt x="0" y="527"/>
                </a:lnTo>
                <a:close/>
              </a:path>
            </a:pathLst>
          </a:custGeom>
          <a:solidFill>
            <a:schemeClr val="tx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3440795730"/>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3688">
          <p15:clr>
            <a:srgbClr val="C35EA4"/>
          </p15:clr>
        </p15:guide>
      </p15:sldGuideLst>
    </p:ext>
  </p:extLst>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Title Slide 13">
    <p:bg>
      <p:bgPr>
        <a:gradFill>
          <a:gsLst>
            <a:gs pos="0">
              <a:srgbClr val="BD03F7"/>
            </a:gs>
            <a:gs pos="25000">
              <a:srgbClr val="000000"/>
            </a:gs>
            <a:gs pos="75000">
              <a:srgbClr val="4F5A6C"/>
            </a:gs>
          </a:gsLst>
          <a:lin ang="18420000" scaled="0"/>
        </a:gradFill>
        <a:effectLst/>
      </p:bgPr>
    </p:bg>
    <p:spTree>
      <p:nvGrpSpPr>
        <p:cNvPr id="1" name=""/>
        <p:cNvGrpSpPr/>
        <p:nvPr/>
      </p:nvGrpSpPr>
      <p:grpSpPr>
        <a:xfrm>
          <a:off x="0" y="0"/>
          <a:ext cx="0" cy="0"/>
          <a:chOff x="0" y="0"/>
          <a:chExt cx="0" cy="0"/>
        </a:xfrm>
      </p:grpSpPr>
      <p:sp>
        <p:nvSpPr>
          <p:cNvPr id="2" name="Title 2">
            <a:extLst>
              <a:ext uri="{FF2B5EF4-FFF2-40B4-BE49-F238E27FC236}">
                <a16:creationId xmlns:a16="http://schemas.microsoft.com/office/drawing/2014/main" id="{53F8AB78-8FDA-46ED-B308-67C07FAC61F6}"/>
              </a:ext>
            </a:extLst>
          </p:cNvPr>
          <p:cNvSpPr>
            <a:spLocks noGrp="1"/>
          </p:cNvSpPr>
          <p:nvPr>
            <p:ph type="ctrTitle" hasCustomPrompt="1"/>
          </p:nvPr>
        </p:nvSpPr>
        <p:spPr>
          <a:xfrm>
            <a:off x="484632" y="484632"/>
            <a:ext cx="5367528" cy="2944368"/>
          </a:xfrm>
        </p:spPr>
        <p:txBody>
          <a:bodyPr anchor="b"/>
          <a:lstStyle>
            <a:lvl1pPr algn="l">
              <a:lnSpc>
                <a:spcPct val="90000"/>
              </a:lnSpc>
              <a:defRPr sz="6600" spc="-100" baseline="0">
                <a:solidFill>
                  <a:schemeClr val="tx1"/>
                </a:solidFill>
              </a:defRPr>
            </a:lvl1pPr>
          </a:lstStyle>
          <a:p>
            <a:r>
              <a:rPr lang="en-US" dirty="0"/>
              <a:t>[Presentation title]</a:t>
            </a:r>
          </a:p>
        </p:txBody>
      </p:sp>
      <p:sp>
        <p:nvSpPr>
          <p:cNvPr id="3" name="Subtitle 3">
            <a:extLst>
              <a:ext uri="{FF2B5EF4-FFF2-40B4-BE49-F238E27FC236}">
                <a16:creationId xmlns:a16="http://schemas.microsoft.com/office/drawing/2014/main" id="{61892C3E-3DA9-484B-A45D-DEED5EFA6C48}"/>
              </a:ext>
            </a:extLst>
          </p:cNvPr>
          <p:cNvSpPr>
            <a:spLocks noGrp="1"/>
          </p:cNvSpPr>
          <p:nvPr>
            <p:ph type="subTitle" idx="1" hasCustomPrompt="1"/>
          </p:nvPr>
        </p:nvSpPr>
        <p:spPr>
          <a:xfrm>
            <a:off x="484632" y="3723437"/>
            <a:ext cx="5367528" cy="886968"/>
          </a:xfrm>
        </p:spPr>
        <p:txBody>
          <a:bodyPr>
            <a:noAutofit/>
          </a:bodyPr>
          <a:lstStyle>
            <a:lvl1pPr marL="0" indent="0" algn="l">
              <a:lnSpc>
                <a:spcPct val="100000"/>
              </a:lnSpc>
              <a:spcBef>
                <a:spcPts val="0"/>
              </a:spcBef>
              <a:buNone/>
              <a:defRPr sz="1800">
                <a:solidFill>
                  <a:schemeClr val="tx1"/>
                </a:solidFill>
              </a:defRPr>
            </a:lvl1pPr>
            <a:lvl2pPr marL="0" indent="0" algn="l">
              <a:lnSpc>
                <a:spcPct val="100000"/>
              </a:lnSpc>
              <a:spcBef>
                <a:spcPts val="0"/>
              </a:spcBef>
              <a:buNone/>
              <a:defRPr sz="1800">
                <a:solidFill>
                  <a:schemeClr val="tx1"/>
                </a:solidFill>
              </a:defRPr>
            </a:lvl2pPr>
            <a:lvl3pPr marL="0" indent="0" algn="l">
              <a:lnSpc>
                <a:spcPct val="100000"/>
              </a:lnSpc>
              <a:spcBef>
                <a:spcPts val="0"/>
              </a:spcBef>
              <a:buNone/>
              <a:defRPr sz="1800">
                <a:solidFill>
                  <a:schemeClr val="tx1"/>
                </a:solidFill>
              </a:defRPr>
            </a:lvl3pPr>
            <a:lvl4pPr marL="0" indent="0" algn="l">
              <a:lnSpc>
                <a:spcPct val="100000"/>
              </a:lnSpc>
              <a:spcBef>
                <a:spcPts val="0"/>
              </a:spcBef>
              <a:buNone/>
              <a:defRPr sz="1800">
                <a:solidFill>
                  <a:schemeClr val="tx1"/>
                </a:solidFill>
              </a:defRPr>
            </a:lvl4pPr>
            <a:lvl5pPr marL="0" indent="0" algn="l">
              <a:lnSpc>
                <a:spcPct val="100000"/>
              </a:lnSpc>
              <a:spcBef>
                <a:spcPts val="0"/>
              </a:spcBef>
              <a:buNone/>
              <a:defRPr sz="1800">
                <a:solidFill>
                  <a:schemeClr val="tx1"/>
                </a:solidFill>
              </a:defRPr>
            </a:lvl5pPr>
            <a:lvl6pPr marL="0" indent="0" algn="l">
              <a:lnSpc>
                <a:spcPct val="100000"/>
              </a:lnSpc>
              <a:spcBef>
                <a:spcPts val="0"/>
              </a:spcBef>
              <a:buNone/>
              <a:defRPr sz="1800">
                <a:solidFill>
                  <a:schemeClr val="tx1"/>
                </a:solidFill>
              </a:defRPr>
            </a:lvl6pPr>
            <a:lvl7pPr marL="0" indent="0" algn="l">
              <a:lnSpc>
                <a:spcPct val="100000"/>
              </a:lnSpc>
              <a:spcBef>
                <a:spcPts val="0"/>
              </a:spcBef>
              <a:buNone/>
              <a:defRPr sz="1800">
                <a:solidFill>
                  <a:schemeClr val="tx1"/>
                </a:solidFill>
              </a:defRPr>
            </a:lvl7pPr>
            <a:lvl8pPr marL="0" indent="0" algn="l">
              <a:lnSpc>
                <a:spcPct val="100000"/>
              </a:lnSpc>
              <a:spcBef>
                <a:spcPts val="0"/>
              </a:spcBef>
              <a:buNone/>
              <a:defRPr sz="1800">
                <a:solidFill>
                  <a:schemeClr val="tx1"/>
                </a:solidFill>
              </a:defRPr>
            </a:lvl8pPr>
            <a:lvl9pPr marL="0" indent="0" algn="l">
              <a:lnSpc>
                <a:spcPct val="100000"/>
              </a:lnSpc>
              <a:spcBef>
                <a:spcPts val="0"/>
              </a:spcBef>
              <a:buNone/>
              <a:defRPr sz="1800">
                <a:solidFill>
                  <a:schemeClr val="tx1"/>
                </a:solidFill>
              </a:defRPr>
            </a:lvl9pPr>
          </a:lstStyle>
          <a:p>
            <a:r>
              <a:rPr lang="en-US" dirty="0"/>
              <a:t>[Month 00, 0000]</a:t>
            </a:r>
            <a:br>
              <a:rPr lang="en-US" dirty="0"/>
            </a:br>
            <a:r>
              <a:rPr lang="en-US" dirty="0"/>
              <a:t>[Presenter Name]</a:t>
            </a:r>
            <a:br>
              <a:rPr lang="en-US" dirty="0"/>
            </a:br>
            <a:r>
              <a:rPr lang="en-US" dirty="0"/>
              <a:t>[Title]</a:t>
            </a:r>
          </a:p>
        </p:txBody>
      </p:sp>
      <p:sp>
        <p:nvSpPr>
          <p:cNvPr id="8" name="Picture Placeholder 1">
            <a:extLst>
              <a:ext uri="{FF2B5EF4-FFF2-40B4-BE49-F238E27FC236}">
                <a16:creationId xmlns:a16="http://schemas.microsoft.com/office/drawing/2014/main" id="{3B62A672-3C49-9CD1-DF1A-D03BF9427383}"/>
              </a:ext>
              <a:ext uri="{C183D7F6-B498-43B3-948B-1728B52AA6E4}">
                <adec:decorative xmlns:adec="http://schemas.microsoft.com/office/drawing/2017/decorative" val="1"/>
              </a:ext>
            </a:extLst>
          </p:cNvPr>
          <p:cNvSpPr>
            <a:spLocks noGrp="1"/>
          </p:cNvSpPr>
          <p:nvPr>
            <p:ph type="pic" sz="quarter" idx="11"/>
          </p:nvPr>
        </p:nvSpPr>
        <p:spPr>
          <a:xfrm>
            <a:off x="6096000" y="0"/>
            <a:ext cx="6096000" cy="6857998"/>
          </a:xfrm>
          <a:custGeom>
            <a:avLst/>
            <a:gdLst>
              <a:gd name="connsiteX0" fmla="*/ 0 w 6096000"/>
              <a:gd name="connsiteY0" fmla="*/ 0 h 6857998"/>
              <a:gd name="connsiteX1" fmla="*/ 6096000 w 6096000"/>
              <a:gd name="connsiteY1" fmla="*/ 0 h 6857998"/>
              <a:gd name="connsiteX2" fmla="*/ 6096000 w 6096000"/>
              <a:gd name="connsiteY2" fmla="*/ 6857998 h 6857998"/>
              <a:gd name="connsiteX3" fmla="*/ 1691605 w 6096000"/>
              <a:gd name="connsiteY3" fmla="*/ 6857998 h 6857998"/>
              <a:gd name="connsiteX4" fmla="*/ 1414253 w 6096000"/>
              <a:gd name="connsiteY4" fmla="*/ 6444450 h 6857998"/>
              <a:gd name="connsiteX5" fmla="*/ 720554 w 6096000"/>
              <a:gd name="connsiteY5" fmla="*/ 5117662 h 6857998"/>
              <a:gd name="connsiteX6" fmla="*/ 0 w 6096000"/>
              <a:gd name="connsiteY6" fmla="*/ 1552498 h 68579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096000" h="6857998">
                <a:moveTo>
                  <a:pt x="0" y="0"/>
                </a:moveTo>
                <a:lnTo>
                  <a:pt x="6096000" y="0"/>
                </a:lnTo>
                <a:lnTo>
                  <a:pt x="6096000" y="6857998"/>
                </a:lnTo>
                <a:lnTo>
                  <a:pt x="1691605" y="6857998"/>
                </a:lnTo>
                <a:lnTo>
                  <a:pt x="1414253" y="6444450"/>
                </a:lnTo>
                <a:cubicBezTo>
                  <a:pt x="1148218" y="6023616"/>
                  <a:pt x="916349" y="5581035"/>
                  <a:pt x="720554" y="5117662"/>
                </a:cubicBezTo>
                <a:cubicBezTo>
                  <a:pt x="242197" y="3986858"/>
                  <a:pt x="0" y="2787406"/>
                  <a:pt x="0" y="1552498"/>
                </a:cubicBezTo>
                <a:close/>
              </a:path>
            </a:pathLst>
          </a:custGeom>
          <a:solidFill>
            <a:srgbClr val="F2F2F2"/>
          </a:solidFill>
        </p:spPr>
        <p:txBody>
          <a:bodyPr wrap="square" anchor="ctr" anchorCtr="0">
            <a:noAutofit/>
          </a:bodyPr>
          <a:lstStyle>
            <a:lvl1pPr marL="0" indent="0" algn="ctr">
              <a:spcBef>
                <a:spcPts val="0"/>
              </a:spcBef>
              <a:buFontTx/>
              <a:buNone/>
              <a:defRPr sz="1000">
                <a:solidFill>
                  <a:schemeClr val="bg1"/>
                </a:solidFill>
              </a:defRPr>
            </a:lvl1pPr>
          </a:lstStyle>
          <a:p>
            <a:r>
              <a:rPr lang="en-US"/>
              <a:t>Click icon to add picture</a:t>
            </a:r>
          </a:p>
        </p:txBody>
      </p:sp>
      <p:sp>
        <p:nvSpPr>
          <p:cNvPr id="4" name="Micron" descr="Micron">
            <a:extLst>
              <a:ext uri="{FF2B5EF4-FFF2-40B4-BE49-F238E27FC236}">
                <a16:creationId xmlns:a16="http://schemas.microsoft.com/office/drawing/2014/main" id="{09736AE2-F7BD-A33D-B25E-5FC752607BAB}"/>
              </a:ext>
            </a:extLst>
          </p:cNvPr>
          <p:cNvSpPr>
            <a:spLocks noEditPoints="1"/>
          </p:cNvSpPr>
          <p:nvPr userDrawn="1"/>
        </p:nvSpPr>
        <p:spPr bwMode="black">
          <a:xfrm>
            <a:off x="481330" y="6087033"/>
            <a:ext cx="1363726" cy="290928"/>
          </a:xfrm>
          <a:custGeom>
            <a:avLst/>
            <a:gdLst>
              <a:gd name="T0" fmla="*/ 2517 w 2879"/>
              <a:gd name="T1" fmla="*/ 180 h 617"/>
              <a:gd name="T2" fmla="*/ 2700 w 2879"/>
              <a:gd name="T3" fmla="*/ 470 h 617"/>
              <a:gd name="T4" fmla="*/ 2879 w 2879"/>
              <a:gd name="T5" fmla="*/ 527 h 617"/>
              <a:gd name="T6" fmla="*/ 2755 w 2879"/>
              <a:gd name="T7" fmla="*/ 607 h 617"/>
              <a:gd name="T8" fmla="*/ 2612 w 2879"/>
              <a:gd name="T9" fmla="*/ 381 h 617"/>
              <a:gd name="T10" fmla="*/ 2422 w 2879"/>
              <a:gd name="T11" fmla="*/ 381 h 617"/>
              <a:gd name="T12" fmla="*/ 2334 w 2879"/>
              <a:gd name="T13" fmla="*/ 607 h 617"/>
              <a:gd name="T14" fmla="*/ 2517 w 2879"/>
              <a:gd name="T15" fmla="*/ 180 h 617"/>
              <a:gd name="T16" fmla="*/ 2037 w 2879"/>
              <a:gd name="T17" fmla="*/ 536 h 617"/>
              <a:gd name="T18" fmla="*/ 2037 w 2879"/>
              <a:gd name="T19" fmla="*/ 260 h 617"/>
              <a:gd name="T20" fmla="*/ 2037 w 2879"/>
              <a:gd name="T21" fmla="*/ 536 h 617"/>
              <a:gd name="T22" fmla="*/ 2037 w 2879"/>
              <a:gd name="T23" fmla="*/ 180 h 617"/>
              <a:gd name="T24" fmla="*/ 2037 w 2879"/>
              <a:gd name="T25" fmla="*/ 617 h 617"/>
              <a:gd name="T26" fmla="*/ 2037 w 2879"/>
              <a:gd name="T27" fmla="*/ 180 h 617"/>
              <a:gd name="T28" fmla="*/ 1715 w 2879"/>
              <a:gd name="T29" fmla="*/ 180 h 617"/>
              <a:gd name="T30" fmla="*/ 1769 w 2879"/>
              <a:gd name="T31" fmla="*/ 270 h 617"/>
              <a:gd name="T32" fmla="*/ 1638 w 2879"/>
              <a:gd name="T33" fmla="*/ 369 h 617"/>
              <a:gd name="T34" fmla="*/ 1552 w 2879"/>
              <a:gd name="T35" fmla="*/ 607 h 617"/>
              <a:gd name="T36" fmla="*/ 1715 w 2879"/>
              <a:gd name="T37" fmla="*/ 180 h 617"/>
              <a:gd name="T38" fmla="*/ 1344 w 2879"/>
              <a:gd name="T39" fmla="*/ 180 h 617"/>
              <a:gd name="T40" fmla="*/ 1430 w 2879"/>
              <a:gd name="T41" fmla="*/ 278 h 617"/>
              <a:gd name="T42" fmla="*/ 1235 w 2879"/>
              <a:gd name="T43" fmla="*/ 398 h 617"/>
              <a:gd name="T44" fmla="*/ 1434 w 2879"/>
              <a:gd name="T45" fmla="*/ 516 h 617"/>
              <a:gd name="T46" fmla="*/ 1344 w 2879"/>
              <a:gd name="T47" fmla="*/ 617 h 617"/>
              <a:gd name="T48" fmla="*/ 1344 w 2879"/>
              <a:gd name="T49" fmla="*/ 180 h 617"/>
              <a:gd name="T50" fmla="*/ 948 w 2879"/>
              <a:gd name="T51" fmla="*/ 190 h 617"/>
              <a:gd name="T52" fmla="*/ 1036 w 2879"/>
              <a:gd name="T53" fmla="*/ 607 h 617"/>
              <a:gd name="T54" fmla="*/ 948 w 2879"/>
              <a:gd name="T55" fmla="*/ 190 h 617"/>
              <a:gd name="T56" fmla="*/ 992 w 2879"/>
              <a:gd name="T57" fmla="*/ 0 h 617"/>
              <a:gd name="T58" fmla="*/ 992 w 2879"/>
              <a:gd name="T59" fmla="*/ 112 h 617"/>
              <a:gd name="T60" fmla="*/ 992 w 2879"/>
              <a:gd name="T61" fmla="*/ 0 h 617"/>
              <a:gd name="T62" fmla="*/ 0 w 2879"/>
              <a:gd name="T63" fmla="*/ 527 h 617"/>
              <a:gd name="T64" fmla="*/ 179 w 2879"/>
              <a:gd name="T65" fmla="*/ 470 h 617"/>
              <a:gd name="T66" fmla="*/ 359 w 2879"/>
              <a:gd name="T67" fmla="*/ 180 h 617"/>
              <a:gd name="T68" fmla="*/ 631 w 2879"/>
              <a:gd name="T69" fmla="*/ 180 h 617"/>
              <a:gd name="T70" fmla="*/ 812 w 2879"/>
              <a:gd name="T71" fmla="*/ 607 h 617"/>
              <a:gd name="T72" fmla="*/ 724 w 2879"/>
              <a:gd name="T73" fmla="*/ 381 h 617"/>
              <a:gd name="T74" fmla="*/ 539 w 2879"/>
              <a:gd name="T75" fmla="*/ 381 h 617"/>
              <a:gd name="T76" fmla="*/ 451 w 2879"/>
              <a:gd name="T77" fmla="*/ 607 h 617"/>
              <a:gd name="T78" fmla="*/ 359 w 2879"/>
              <a:gd name="T79" fmla="*/ 260 h 617"/>
              <a:gd name="T80" fmla="*/ 267 w 2879"/>
              <a:gd name="T81" fmla="*/ 470 h 617"/>
              <a:gd name="T82" fmla="*/ 0 w 2879"/>
              <a:gd name="T83" fmla="*/ 607 h 6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2879" h="617">
                <a:moveTo>
                  <a:pt x="2517" y="180"/>
                </a:moveTo>
                <a:lnTo>
                  <a:pt x="2517" y="180"/>
                </a:lnTo>
                <a:cubicBezTo>
                  <a:pt x="2638" y="180"/>
                  <a:pt x="2700" y="249"/>
                  <a:pt x="2700" y="381"/>
                </a:cubicBezTo>
                <a:lnTo>
                  <a:pt x="2700" y="470"/>
                </a:lnTo>
                <a:cubicBezTo>
                  <a:pt x="2700" y="512"/>
                  <a:pt x="2717" y="527"/>
                  <a:pt x="2755" y="527"/>
                </a:cubicBezTo>
                <a:lnTo>
                  <a:pt x="2879" y="527"/>
                </a:lnTo>
                <a:lnTo>
                  <a:pt x="2879" y="607"/>
                </a:lnTo>
                <a:lnTo>
                  <a:pt x="2755" y="607"/>
                </a:lnTo>
                <a:cubicBezTo>
                  <a:pt x="2660" y="607"/>
                  <a:pt x="2612" y="568"/>
                  <a:pt x="2612" y="470"/>
                </a:cubicBezTo>
                <a:lnTo>
                  <a:pt x="2612" y="381"/>
                </a:lnTo>
                <a:cubicBezTo>
                  <a:pt x="2612" y="300"/>
                  <a:pt x="2579" y="260"/>
                  <a:pt x="2517" y="260"/>
                </a:cubicBezTo>
                <a:cubicBezTo>
                  <a:pt x="2454" y="260"/>
                  <a:pt x="2422" y="300"/>
                  <a:pt x="2422" y="381"/>
                </a:cubicBezTo>
                <a:lnTo>
                  <a:pt x="2422" y="607"/>
                </a:lnTo>
                <a:lnTo>
                  <a:pt x="2334" y="607"/>
                </a:lnTo>
                <a:lnTo>
                  <a:pt x="2334" y="381"/>
                </a:lnTo>
                <a:cubicBezTo>
                  <a:pt x="2334" y="249"/>
                  <a:pt x="2396" y="180"/>
                  <a:pt x="2517" y="180"/>
                </a:cubicBezTo>
                <a:close/>
                <a:moveTo>
                  <a:pt x="2037" y="536"/>
                </a:moveTo>
                <a:lnTo>
                  <a:pt x="2037" y="536"/>
                </a:lnTo>
                <a:cubicBezTo>
                  <a:pt x="2107" y="536"/>
                  <a:pt x="2150" y="489"/>
                  <a:pt x="2150" y="398"/>
                </a:cubicBezTo>
                <a:cubicBezTo>
                  <a:pt x="2150" y="308"/>
                  <a:pt x="2107" y="260"/>
                  <a:pt x="2037" y="260"/>
                </a:cubicBezTo>
                <a:cubicBezTo>
                  <a:pt x="1967" y="260"/>
                  <a:pt x="1924" y="308"/>
                  <a:pt x="1924" y="398"/>
                </a:cubicBezTo>
                <a:cubicBezTo>
                  <a:pt x="1924" y="489"/>
                  <a:pt x="1967" y="536"/>
                  <a:pt x="2037" y="536"/>
                </a:cubicBezTo>
                <a:close/>
                <a:moveTo>
                  <a:pt x="2037" y="180"/>
                </a:moveTo>
                <a:lnTo>
                  <a:pt x="2037" y="180"/>
                </a:lnTo>
                <a:cubicBezTo>
                  <a:pt x="2162" y="180"/>
                  <a:pt x="2239" y="262"/>
                  <a:pt x="2239" y="398"/>
                </a:cubicBezTo>
                <a:cubicBezTo>
                  <a:pt x="2239" y="535"/>
                  <a:pt x="2162" y="617"/>
                  <a:pt x="2037" y="617"/>
                </a:cubicBezTo>
                <a:cubicBezTo>
                  <a:pt x="1912" y="617"/>
                  <a:pt x="1835" y="535"/>
                  <a:pt x="1835" y="398"/>
                </a:cubicBezTo>
                <a:cubicBezTo>
                  <a:pt x="1835" y="262"/>
                  <a:pt x="1912" y="180"/>
                  <a:pt x="2037" y="180"/>
                </a:cubicBezTo>
                <a:close/>
                <a:moveTo>
                  <a:pt x="1715" y="180"/>
                </a:moveTo>
                <a:lnTo>
                  <a:pt x="1715" y="180"/>
                </a:lnTo>
                <a:cubicBezTo>
                  <a:pt x="1743" y="180"/>
                  <a:pt x="1772" y="186"/>
                  <a:pt x="1795" y="194"/>
                </a:cubicBezTo>
                <a:lnTo>
                  <a:pt x="1769" y="270"/>
                </a:lnTo>
                <a:cubicBezTo>
                  <a:pt x="1752" y="263"/>
                  <a:pt x="1735" y="260"/>
                  <a:pt x="1715" y="260"/>
                </a:cubicBezTo>
                <a:cubicBezTo>
                  <a:pt x="1664" y="260"/>
                  <a:pt x="1638" y="297"/>
                  <a:pt x="1638" y="369"/>
                </a:cubicBezTo>
                <a:cubicBezTo>
                  <a:pt x="1638" y="433"/>
                  <a:pt x="1639" y="502"/>
                  <a:pt x="1640" y="607"/>
                </a:cubicBezTo>
                <a:lnTo>
                  <a:pt x="1552" y="607"/>
                </a:lnTo>
                <a:cubicBezTo>
                  <a:pt x="1551" y="502"/>
                  <a:pt x="1550" y="433"/>
                  <a:pt x="1550" y="369"/>
                </a:cubicBezTo>
                <a:cubicBezTo>
                  <a:pt x="1550" y="241"/>
                  <a:pt x="1608" y="180"/>
                  <a:pt x="1715" y="180"/>
                </a:cubicBezTo>
                <a:close/>
                <a:moveTo>
                  <a:pt x="1344" y="180"/>
                </a:moveTo>
                <a:lnTo>
                  <a:pt x="1344" y="180"/>
                </a:lnTo>
                <a:cubicBezTo>
                  <a:pt x="1387" y="180"/>
                  <a:pt x="1423" y="188"/>
                  <a:pt x="1458" y="204"/>
                </a:cubicBezTo>
                <a:lnTo>
                  <a:pt x="1430" y="278"/>
                </a:lnTo>
                <a:cubicBezTo>
                  <a:pt x="1395" y="265"/>
                  <a:pt x="1370" y="260"/>
                  <a:pt x="1344" y="260"/>
                </a:cubicBezTo>
                <a:cubicBezTo>
                  <a:pt x="1277" y="260"/>
                  <a:pt x="1235" y="308"/>
                  <a:pt x="1235" y="398"/>
                </a:cubicBezTo>
                <a:cubicBezTo>
                  <a:pt x="1235" y="489"/>
                  <a:pt x="1277" y="536"/>
                  <a:pt x="1344" y="536"/>
                </a:cubicBezTo>
                <a:cubicBezTo>
                  <a:pt x="1371" y="536"/>
                  <a:pt x="1397" y="531"/>
                  <a:pt x="1434" y="516"/>
                </a:cubicBezTo>
                <a:lnTo>
                  <a:pt x="1465" y="590"/>
                </a:lnTo>
                <a:cubicBezTo>
                  <a:pt x="1427" y="608"/>
                  <a:pt x="1384" y="617"/>
                  <a:pt x="1344" y="617"/>
                </a:cubicBezTo>
                <a:cubicBezTo>
                  <a:pt x="1223" y="617"/>
                  <a:pt x="1145" y="535"/>
                  <a:pt x="1145" y="398"/>
                </a:cubicBezTo>
                <a:cubicBezTo>
                  <a:pt x="1145" y="262"/>
                  <a:pt x="1223" y="180"/>
                  <a:pt x="1344" y="180"/>
                </a:cubicBezTo>
                <a:close/>
                <a:moveTo>
                  <a:pt x="948" y="190"/>
                </a:moveTo>
                <a:lnTo>
                  <a:pt x="948" y="190"/>
                </a:lnTo>
                <a:lnTo>
                  <a:pt x="1036" y="190"/>
                </a:lnTo>
                <a:lnTo>
                  <a:pt x="1036" y="607"/>
                </a:lnTo>
                <a:lnTo>
                  <a:pt x="948" y="607"/>
                </a:lnTo>
                <a:lnTo>
                  <a:pt x="948" y="190"/>
                </a:lnTo>
                <a:close/>
                <a:moveTo>
                  <a:pt x="992" y="0"/>
                </a:moveTo>
                <a:lnTo>
                  <a:pt x="992" y="0"/>
                </a:lnTo>
                <a:cubicBezTo>
                  <a:pt x="1023" y="0"/>
                  <a:pt x="1049" y="25"/>
                  <a:pt x="1049" y="56"/>
                </a:cubicBezTo>
                <a:cubicBezTo>
                  <a:pt x="1049" y="87"/>
                  <a:pt x="1023" y="112"/>
                  <a:pt x="992" y="112"/>
                </a:cubicBezTo>
                <a:cubicBezTo>
                  <a:pt x="961" y="112"/>
                  <a:pt x="936" y="87"/>
                  <a:pt x="936" y="56"/>
                </a:cubicBezTo>
                <a:cubicBezTo>
                  <a:pt x="936" y="25"/>
                  <a:pt x="961" y="0"/>
                  <a:pt x="992" y="0"/>
                </a:cubicBezTo>
                <a:close/>
                <a:moveTo>
                  <a:pt x="0" y="527"/>
                </a:moveTo>
                <a:lnTo>
                  <a:pt x="0" y="527"/>
                </a:lnTo>
                <a:lnTo>
                  <a:pt x="124" y="527"/>
                </a:lnTo>
                <a:cubicBezTo>
                  <a:pt x="162" y="527"/>
                  <a:pt x="179" y="512"/>
                  <a:pt x="179" y="470"/>
                </a:cubicBezTo>
                <a:lnTo>
                  <a:pt x="179" y="381"/>
                </a:lnTo>
                <a:cubicBezTo>
                  <a:pt x="179" y="249"/>
                  <a:pt x="241" y="180"/>
                  <a:pt x="359" y="180"/>
                </a:cubicBezTo>
                <a:cubicBezTo>
                  <a:pt x="421" y="180"/>
                  <a:pt x="468" y="202"/>
                  <a:pt x="496" y="244"/>
                </a:cubicBezTo>
                <a:cubicBezTo>
                  <a:pt x="525" y="202"/>
                  <a:pt x="570" y="180"/>
                  <a:pt x="631" y="180"/>
                </a:cubicBezTo>
                <a:cubicBezTo>
                  <a:pt x="750" y="180"/>
                  <a:pt x="812" y="249"/>
                  <a:pt x="812" y="381"/>
                </a:cubicBezTo>
                <a:lnTo>
                  <a:pt x="812" y="607"/>
                </a:lnTo>
                <a:lnTo>
                  <a:pt x="724" y="607"/>
                </a:lnTo>
                <a:lnTo>
                  <a:pt x="724" y="381"/>
                </a:lnTo>
                <a:cubicBezTo>
                  <a:pt x="724" y="300"/>
                  <a:pt x="691" y="260"/>
                  <a:pt x="631" y="260"/>
                </a:cubicBezTo>
                <a:cubicBezTo>
                  <a:pt x="572" y="260"/>
                  <a:pt x="539" y="300"/>
                  <a:pt x="539" y="381"/>
                </a:cubicBezTo>
                <a:lnTo>
                  <a:pt x="539" y="607"/>
                </a:lnTo>
                <a:lnTo>
                  <a:pt x="451" y="607"/>
                </a:lnTo>
                <a:lnTo>
                  <a:pt x="451" y="381"/>
                </a:lnTo>
                <a:cubicBezTo>
                  <a:pt x="451" y="300"/>
                  <a:pt x="419" y="260"/>
                  <a:pt x="359" y="260"/>
                </a:cubicBezTo>
                <a:cubicBezTo>
                  <a:pt x="300" y="260"/>
                  <a:pt x="267" y="300"/>
                  <a:pt x="267" y="381"/>
                </a:cubicBezTo>
                <a:lnTo>
                  <a:pt x="267" y="470"/>
                </a:lnTo>
                <a:cubicBezTo>
                  <a:pt x="267" y="568"/>
                  <a:pt x="219" y="607"/>
                  <a:pt x="124" y="607"/>
                </a:cubicBezTo>
                <a:lnTo>
                  <a:pt x="0" y="607"/>
                </a:lnTo>
                <a:lnTo>
                  <a:pt x="0" y="527"/>
                </a:lnTo>
                <a:close/>
              </a:path>
            </a:pathLst>
          </a:custGeom>
          <a:solidFill>
            <a:schemeClr val="tx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1852199739"/>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3688">
          <p15:clr>
            <a:srgbClr val="C35EA4"/>
          </p15:clr>
        </p15:guide>
      </p15:sldGuideLst>
    </p:ext>
  </p:extLst>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Title Slide 14">
    <p:bg>
      <p:bgPr>
        <a:gradFill>
          <a:gsLst>
            <a:gs pos="100000">
              <a:srgbClr val="FDD501"/>
            </a:gs>
            <a:gs pos="1000">
              <a:srgbClr val="E60177"/>
            </a:gs>
          </a:gsLst>
          <a:lin ang="19860000" scaled="0"/>
        </a:gradFill>
        <a:effectLst/>
      </p:bgPr>
    </p:bg>
    <p:spTree>
      <p:nvGrpSpPr>
        <p:cNvPr id="1" name=""/>
        <p:cNvGrpSpPr/>
        <p:nvPr/>
      </p:nvGrpSpPr>
      <p:grpSpPr>
        <a:xfrm>
          <a:off x="0" y="0"/>
          <a:ext cx="0" cy="0"/>
          <a:chOff x="0" y="0"/>
          <a:chExt cx="0" cy="0"/>
        </a:xfrm>
      </p:grpSpPr>
      <p:sp>
        <p:nvSpPr>
          <p:cNvPr id="2" name="Title 2">
            <a:extLst>
              <a:ext uri="{FF2B5EF4-FFF2-40B4-BE49-F238E27FC236}">
                <a16:creationId xmlns:a16="http://schemas.microsoft.com/office/drawing/2014/main" id="{53F8AB78-8FDA-46ED-B308-67C07FAC61F6}"/>
              </a:ext>
            </a:extLst>
          </p:cNvPr>
          <p:cNvSpPr>
            <a:spLocks noGrp="1"/>
          </p:cNvSpPr>
          <p:nvPr>
            <p:ph type="ctrTitle" hasCustomPrompt="1"/>
          </p:nvPr>
        </p:nvSpPr>
        <p:spPr>
          <a:xfrm>
            <a:off x="484631" y="1662384"/>
            <a:ext cx="5367507" cy="2649929"/>
          </a:xfrm>
        </p:spPr>
        <p:txBody>
          <a:bodyPr anchor="b"/>
          <a:lstStyle>
            <a:lvl1pPr algn="l">
              <a:lnSpc>
                <a:spcPct val="90000"/>
              </a:lnSpc>
              <a:defRPr sz="5400" spc="-100" baseline="0">
                <a:solidFill>
                  <a:schemeClr val="tx1"/>
                </a:solidFill>
              </a:defRPr>
            </a:lvl1pPr>
          </a:lstStyle>
          <a:p>
            <a:r>
              <a:rPr lang="en-US" dirty="0"/>
              <a:t>[Presentation title]</a:t>
            </a:r>
          </a:p>
        </p:txBody>
      </p:sp>
      <p:sp>
        <p:nvSpPr>
          <p:cNvPr id="3" name="Subtitle 3">
            <a:extLst>
              <a:ext uri="{FF2B5EF4-FFF2-40B4-BE49-F238E27FC236}">
                <a16:creationId xmlns:a16="http://schemas.microsoft.com/office/drawing/2014/main" id="{61892C3E-3DA9-484B-A45D-DEED5EFA6C48}"/>
              </a:ext>
            </a:extLst>
          </p:cNvPr>
          <p:cNvSpPr>
            <a:spLocks noGrp="1"/>
          </p:cNvSpPr>
          <p:nvPr>
            <p:ph type="subTitle" idx="1" hasCustomPrompt="1"/>
          </p:nvPr>
        </p:nvSpPr>
        <p:spPr>
          <a:xfrm>
            <a:off x="484631" y="4606750"/>
            <a:ext cx="5367507" cy="886968"/>
          </a:xfrm>
        </p:spPr>
        <p:txBody>
          <a:bodyPr>
            <a:noAutofit/>
          </a:bodyPr>
          <a:lstStyle>
            <a:lvl1pPr marL="0" indent="0" algn="l">
              <a:lnSpc>
                <a:spcPct val="100000"/>
              </a:lnSpc>
              <a:spcBef>
                <a:spcPts val="0"/>
              </a:spcBef>
              <a:buNone/>
              <a:defRPr sz="1800">
                <a:solidFill>
                  <a:schemeClr val="tx1"/>
                </a:solidFill>
              </a:defRPr>
            </a:lvl1pPr>
            <a:lvl2pPr marL="0" indent="0" algn="l">
              <a:lnSpc>
                <a:spcPct val="100000"/>
              </a:lnSpc>
              <a:spcBef>
                <a:spcPts val="0"/>
              </a:spcBef>
              <a:buNone/>
              <a:defRPr sz="1800">
                <a:solidFill>
                  <a:schemeClr val="tx1"/>
                </a:solidFill>
              </a:defRPr>
            </a:lvl2pPr>
            <a:lvl3pPr marL="0" indent="0" algn="l">
              <a:lnSpc>
                <a:spcPct val="100000"/>
              </a:lnSpc>
              <a:spcBef>
                <a:spcPts val="0"/>
              </a:spcBef>
              <a:buNone/>
              <a:defRPr sz="1800">
                <a:solidFill>
                  <a:schemeClr val="tx1"/>
                </a:solidFill>
              </a:defRPr>
            </a:lvl3pPr>
            <a:lvl4pPr marL="0" indent="0" algn="l">
              <a:lnSpc>
                <a:spcPct val="100000"/>
              </a:lnSpc>
              <a:spcBef>
                <a:spcPts val="0"/>
              </a:spcBef>
              <a:buNone/>
              <a:defRPr sz="1800">
                <a:solidFill>
                  <a:schemeClr val="tx1"/>
                </a:solidFill>
              </a:defRPr>
            </a:lvl4pPr>
            <a:lvl5pPr marL="0" indent="0" algn="l">
              <a:lnSpc>
                <a:spcPct val="100000"/>
              </a:lnSpc>
              <a:spcBef>
                <a:spcPts val="0"/>
              </a:spcBef>
              <a:buNone/>
              <a:defRPr sz="1800">
                <a:solidFill>
                  <a:schemeClr val="tx1"/>
                </a:solidFill>
              </a:defRPr>
            </a:lvl5pPr>
            <a:lvl6pPr marL="0" indent="0" algn="l">
              <a:lnSpc>
                <a:spcPct val="100000"/>
              </a:lnSpc>
              <a:spcBef>
                <a:spcPts val="0"/>
              </a:spcBef>
              <a:buNone/>
              <a:defRPr sz="1800">
                <a:solidFill>
                  <a:schemeClr val="tx1"/>
                </a:solidFill>
              </a:defRPr>
            </a:lvl6pPr>
            <a:lvl7pPr marL="0" indent="0" algn="l">
              <a:lnSpc>
                <a:spcPct val="100000"/>
              </a:lnSpc>
              <a:spcBef>
                <a:spcPts val="0"/>
              </a:spcBef>
              <a:buNone/>
              <a:defRPr sz="1800">
                <a:solidFill>
                  <a:schemeClr val="tx1"/>
                </a:solidFill>
              </a:defRPr>
            </a:lvl7pPr>
            <a:lvl8pPr marL="0" indent="0" algn="l">
              <a:lnSpc>
                <a:spcPct val="100000"/>
              </a:lnSpc>
              <a:spcBef>
                <a:spcPts val="0"/>
              </a:spcBef>
              <a:buNone/>
              <a:defRPr sz="1800">
                <a:solidFill>
                  <a:schemeClr val="tx1"/>
                </a:solidFill>
              </a:defRPr>
            </a:lvl8pPr>
            <a:lvl9pPr marL="0" indent="0" algn="l">
              <a:lnSpc>
                <a:spcPct val="100000"/>
              </a:lnSpc>
              <a:spcBef>
                <a:spcPts val="0"/>
              </a:spcBef>
              <a:buNone/>
              <a:defRPr sz="1800">
                <a:solidFill>
                  <a:schemeClr val="tx1"/>
                </a:solidFill>
              </a:defRPr>
            </a:lvl9pPr>
          </a:lstStyle>
          <a:p>
            <a:r>
              <a:rPr lang="en-US" dirty="0"/>
              <a:t>[Month 00, 0000]</a:t>
            </a:r>
            <a:br>
              <a:rPr lang="en-US" dirty="0"/>
            </a:br>
            <a:r>
              <a:rPr lang="en-US" dirty="0"/>
              <a:t>[Presenter Name]</a:t>
            </a:r>
            <a:br>
              <a:rPr lang="en-US" dirty="0"/>
            </a:br>
            <a:r>
              <a:rPr lang="en-US" dirty="0"/>
              <a:t>[Title]</a:t>
            </a:r>
          </a:p>
        </p:txBody>
      </p:sp>
      <p:sp>
        <p:nvSpPr>
          <p:cNvPr id="6" name="Picture Placeholder 1">
            <a:extLst>
              <a:ext uri="{FF2B5EF4-FFF2-40B4-BE49-F238E27FC236}">
                <a16:creationId xmlns:a16="http://schemas.microsoft.com/office/drawing/2014/main" id="{8C7E6489-8994-5B82-C352-B6CEFB1B5EF8}"/>
              </a:ext>
              <a:ext uri="{C183D7F6-B498-43B3-948B-1728B52AA6E4}">
                <adec:decorative xmlns:adec="http://schemas.microsoft.com/office/drawing/2017/decorative" val="1"/>
              </a:ext>
            </a:extLst>
          </p:cNvPr>
          <p:cNvSpPr>
            <a:spLocks noGrp="1"/>
          </p:cNvSpPr>
          <p:nvPr>
            <p:ph type="pic" sz="quarter" idx="11"/>
          </p:nvPr>
        </p:nvSpPr>
        <p:spPr>
          <a:xfrm>
            <a:off x="6096000" y="0"/>
            <a:ext cx="6096000" cy="6857998"/>
          </a:xfrm>
          <a:custGeom>
            <a:avLst/>
            <a:gdLst>
              <a:gd name="connsiteX0" fmla="*/ 0 w 6096000"/>
              <a:gd name="connsiteY0" fmla="*/ 0 h 6857998"/>
              <a:gd name="connsiteX1" fmla="*/ 6096000 w 6096000"/>
              <a:gd name="connsiteY1" fmla="*/ 0 h 6857998"/>
              <a:gd name="connsiteX2" fmla="*/ 6096000 w 6096000"/>
              <a:gd name="connsiteY2" fmla="*/ 6857998 h 6857998"/>
              <a:gd name="connsiteX3" fmla="*/ 1691605 w 6096000"/>
              <a:gd name="connsiteY3" fmla="*/ 6857998 h 6857998"/>
              <a:gd name="connsiteX4" fmla="*/ 1414253 w 6096000"/>
              <a:gd name="connsiteY4" fmla="*/ 6444450 h 6857998"/>
              <a:gd name="connsiteX5" fmla="*/ 720554 w 6096000"/>
              <a:gd name="connsiteY5" fmla="*/ 5117662 h 6857998"/>
              <a:gd name="connsiteX6" fmla="*/ 0 w 6096000"/>
              <a:gd name="connsiteY6" fmla="*/ 1552498 h 68579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096000" h="6857998">
                <a:moveTo>
                  <a:pt x="0" y="0"/>
                </a:moveTo>
                <a:lnTo>
                  <a:pt x="6096000" y="0"/>
                </a:lnTo>
                <a:lnTo>
                  <a:pt x="6096000" y="6857998"/>
                </a:lnTo>
                <a:lnTo>
                  <a:pt x="1691605" y="6857998"/>
                </a:lnTo>
                <a:lnTo>
                  <a:pt x="1414253" y="6444450"/>
                </a:lnTo>
                <a:cubicBezTo>
                  <a:pt x="1148218" y="6023616"/>
                  <a:pt x="916349" y="5581035"/>
                  <a:pt x="720554" y="5117662"/>
                </a:cubicBezTo>
                <a:cubicBezTo>
                  <a:pt x="242197" y="3986858"/>
                  <a:pt x="0" y="2787406"/>
                  <a:pt x="0" y="1552498"/>
                </a:cubicBezTo>
                <a:close/>
              </a:path>
            </a:pathLst>
          </a:custGeom>
          <a:solidFill>
            <a:srgbClr val="F2F2F2"/>
          </a:solidFill>
        </p:spPr>
        <p:txBody>
          <a:bodyPr wrap="square" anchor="ctr" anchorCtr="0">
            <a:noAutofit/>
          </a:bodyPr>
          <a:lstStyle>
            <a:lvl1pPr marL="0" indent="0" algn="ctr">
              <a:spcBef>
                <a:spcPts val="0"/>
              </a:spcBef>
              <a:buFontTx/>
              <a:buNone/>
              <a:defRPr sz="1000">
                <a:solidFill>
                  <a:schemeClr val="bg1"/>
                </a:solidFill>
              </a:defRPr>
            </a:lvl1pPr>
          </a:lstStyle>
          <a:p>
            <a:r>
              <a:rPr lang="en-US"/>
              <a:t>Click icon to add picture</a:t>
            </a:r>
          </a:p>
        </p:txBody>
      </p:sp>
      <p:sp>
        <p:nvSpPr>
          <p:cNvPr id="4" name="Micron" descr="Micron">
            <a:extLst>
              <a:ext uri="{FF2B5EF4-FFF2-40B4-BE49-F238E27FC236}">
                <a16:creationId xmlns:a16="http://schemas.microsoft.com/office/drawing/2014/main" id="{E7F2A3E5-5A29-7BCC-2E85-124997C0531A}"/>
              </a:ext>
            </a:extLst>
          </p:cNvPr>
          <p:cNvSpPr>
            <a:spLocks noEditPoints="1"/>
          </p:cNvSpPr>
          <p:nvPr userDrawn="1"/>
        </p:nvSpPr>
        <p:spPr bwMode="black">
          <a:xfrm>
            <a:off x="481330" y="6087033"/>
            <a:ext cx="1363726" cy="290928"/>
          </a:xfrm>
          <a:custGeom>
            <a:avLst/>
            <a:gdLst>
              <a:gd name="T0" fmla="*/ 2517 w 2879"/>
              <a:gd name="T1" fmla="*/ 180 h 617"/>
              <a:gd name="T2" fmla="*/ 2700 w 2879"/>
              <a:gd name="T3" fmla="*/ 470 h 617"/>
              <a:gd name="T4" fmla="*/ 2879 w 2879"/>
              <a:gd name="T5" fmla="*/ 527 h 617"/>
              <a:gd name="T6" fmla="*/ 2755 w 2879"/>
              <a:gd name="T7" fmla="*/ 607 h 617"/>
              <a:gd name="T8" fmla="*/ 2612 w 2879"/>
              <a:gd name="T9" fmla="*/ 381 h 617"/>
              <a:gd name="T10" fmla="*/ 2422 w 2879"/>
              <a:gd name="T11" fmla="*/ 381 h 617"/>
              <a:gd name="T12" fmla="*/ 2334 w 2879"/>
              <a:gd name="T13" fmla="*/ 607 h 617"/>
              <a:gd name="T14" fmla="*/ 2517 w 2879"/>
              <a:gd name="T15" fmla="*/ 180 h 617"/>
              <a:gd name="T16" fmla="*/ 2037 w 2879"/>
              <a:gd name="T17" fmla="*/ 536 h 617"/>
              <a:gd name="T18" fmla="*/ 2037 w 2879"/>
              <a:gd name="T19" fmla="*/ 260 h 617"/>
              <a:gd name="T20" fmla="*/ 2037 w 2879"/>
              <a:gd name="T21" fmla="*/ 536 h 617"/>
              <a:gd name="T22" fmla="*/ 2037 w 2879"/>
              <a:gd name="T23" fmla="*/ 180 h 617"/>
              <a:gd name="T24" fmla="*/ 2037 w 2879"/>
              <a:gd name="T25" fmla="*/ 617 h 617"/>
              <a:gd name="T26" fmla="*/ 2037 w 2879"/>
              <a:gd name="T27" fmla="*/ 180 h 617"/>
              <a:gd name="T28" fmla="*/ 1715 w 2879"/>
              <a:gd name="T29" fmla="*/ 180 h 617"/>
              <a:gd name="T30" fmla="*/ 1769 w 2879"/>
              <a:gd name="T31" fmla="*/ 270 h 617"/>
              <a:gd name="T32" fmla="*/ 1638 w 2879"/>
              <a:gd name="T33" fmla="*/ 369 h 617"/>
              <a:gd name="T34" fmla="*/ 1552 w 2879"/>
              <a:gd name="T35" fmla="*/ 607 h 617"/>
              <a:gd name="T36" fmla="*/ 1715 w 2879"/>
              <a:gd name="T37" fmla="*/ 180 h 617"/>
              <a:gd name="T38" fmla="*/ 1344 w 2879"/>
              <a:gd name="T39" fmla="*/ 180 h 617"/>
              <a:gd name="T40" fmla="*/ 1430 w 2879"/>
              <a:gd name="T41" fmla="*/ 278 h 617"/>
              <a:gd name="T42" fmla="*/ 1235 w 2879"/>
              <a:gd name="T43" fmla="*/ 398 h 617"/>
              <a:gd name="T44" fmla="*/ 1434 w 2879"/>
              <a:gd name="T45" fmla="*/ 516 h 617"/>
              <a:gd name="T46" fmla="*/ 1344 w 2879"/>
              <a:gd name="T47" fmla="*/ 617 h 617"/>
              <a:gd name="T48" fmla="*/ 1344 w 2879"/>
              <a:gd name="T49" fmla="*/ 180 h 617"/>
              <a:gd name="T50" fmla="*/ 948 w 2879"/>
              <a:gd name="T51" fmla="*/ 190 h 617"/>
              <a:gd name="T52" fmla="*/ 1036 w 2879"/>
              <a:gd name="T53" fmla="*/ 607 h 617"/>
              <a:gd name="T54" fmla="*/ 948 w 2879"/>
              <a:gd name="T55" fmla="*/ 190 h 617"/>
              <a:gd name="T56" fmla="*/ 992 w 2879"/>
              <a:gd name="T57" fmla="*/ 0 h 617"/>
              <a:gd name="T58" fmla="*/ 992 w 2879"/>
              <a:gd name="T59" fmla="*/ 112 h 617"/>
              <a:gd name="T60" fmla="*/ 992 w 2879"/>
              <a:gd name="T61" fmla="*/ 0 h 617"/>
              <a:gd name="T62" fmla="*/ 0 w 2879"/>
              <a:gd name="T63" fmla="*/ 527 h 617"/>
              <a:gd name="T64" fmla="*/ 179 w 2879"/>
              <a:gd name="T65" fmla="*/ 470 h 617"/>
              <a:gd name="T66" fmla="*/ 359 w 2879"/>
              <a:gd name="T67" fmla="*/ 180 h 617"/>
              <a:gd name="T68" fmla="*/ 631 w 2879"/>
              <a:gd name="T69" fmla="*/ 180 h 617"/>
              <a:gd name="T70" fmla="*/ 812 w 2879"/>
              <a:gd name="T71" fmla="*/ 607 h 617"/>
              <a:gd name="T72" fmla="*/ 724 w 2879"/>
              <a:gd name="T73" fmla="*/ 381 h 617"/>
              <a:gd name="T74" fmla="*/ 539 w 2879"/>
              <a:gd name="T75" fmla="*/ 381 h 617"/>
              <a:gd name="T76" fmla="*/ 451 w 2879"/>
              <a:gd name="T77" fmla="*/ 607 h 617"/>
              <a:gd name="T78" fmla="*/ 359 w 2879"/>
              <a:gd name="T79" fmla="*/ 260 h 617"/>
              <a:gd name="T80" fmla="*/ 267 w 2879"/>
              <a:gd name="T81" fmla="*/ 470 h 617"/>
              <a:gd name="T82" fmla="*/ 0 w 2879"/>
              <a:gd name="T83" fmla="*/ 607 h 6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2879" h="617">
                <a:moveTo>
                  <a:pt x="2517" y="180"/>
                </a:moveTo>
                <a:lnTo>
                  <a:pt x="2517" y="180"/>
                </a:lnTo>
                <a:cubicBezTo>
                  <a:pt x="2638" y="180"/>
                  <a:pt x="2700" y="249"/>
                  <a:pt x="2700" y="381"/>
                </a:cubicBezTo>
                <a:lnTo>
                  <a:pt x="2700" y="470"/>
                </a:lnTo>
                <a:cubicBezTo>
                  <a:pt x="2700" y="512"/>
                  <a:pt x="2717" y="527"/>
                  <a:pt x="2755" y="527"/>
                </a:cubicBezTo>
                <a:lnTo>
                  <a:pt x="2879" y="527"/>
                </a:lnTo>
                <a:lnTo>
                  <a:pt x="2879" y="607"/>
                </a:lnTo>
                <a:lnTo>
                  <a:pt x="2755" y="607"/>
                </a:lnTo>
                <a:cubicBezTo>
                  <a:pt x="2660" y="607"/>
                  <a:pt x="2612" y="568"/>
                  <a:pt x="2612" y="470"/>
                </a:cubicBezTo>
                <a:lnTo>
                  <a:pt x="2612" y="381"/>
                </a:lnTo>
                <a:cubicBezTo>
                  <a:pt x="2612" y="300"/>
                  <a:pt x="2579" y="260"/>
                  <a:pt x="2517" y="260"/>
                </a:cubicBezTo>
                <a:cubicBezTo>
                  <a:pt x="2454" y="260"/>
                  <a:pt x="2422" y="300"/>
                  <a:pt x="2422" y="381"/>
                </a:cubicBezTo>
                <a:lnTo>
                  <a:pt x="2422" y="607"/>
                </a:lnTo>
                <a:lnTo>
                  <a:pt x="2334" y="607"/>
                </a:lnTo>
                <a:lnTo>
                  <a:pt x="2334" y="381"/>
                </a:lnTo>
                <a:cubicBezTo>
                  <a:pt x="2334" y="249"/>
                  <a:pt x="2396" y="180"/>
                  <a:pt x="2517" y="180"/>
                </a:cubicBezTo>
                <a:close/>
                <a:moveTo>
                  <a:pt x="2037" y="536"/>
                </a:moveTo>
                <a:lnTo>
                  <a:pt x="2037" y="536"/>
                </a:lnTo>
                <a:cubicBezTo>
                  <a:pt x="2107" y="536"/>
                  <a:pt x="2150" y="489"/>
                  <a:pt x="2150" y="398"/>
                </a:cubicBezTo>
                <a:cubicBezTo>
                  <a:pt x="2150" y="308"/>
                  <a:pt x="2107" y="260"/>
                  <a:pt x="2037" y="260"/>
                </a:cubicBezTo>
                <a:cubicBezTo>
                  <a:pt x="1967" y="260"/>
                  <a:pt x="1924" y="308"/>
                  <a:pt x="1924" y="398"/>
                </a:cubicBezTo>
                <a:cubicBezTo>
                  <a:pt x="1924" y="489"/>
                  <a:pt x="1967" y="536"/>
                  <a:pt x="2037" y="536"/>
                </a:cubicBezTo>
                <a:close/>
                <a:moveTo>
                  <a:pt x="2037" y="180"/>
                </a:moveTo>
                <a:lnTo>
                  <a:pt x="2037" y="180"/>
                </a:lnTo>
                <a:cubicBezTo>
                  <a:pt x="2162" y="180"/>
                  <a:pt x="2239" y="262"/>
                  <a:pt x="2239" y="398"/>
                </a:cubicBezTo>
                <a:cubicBezTo>
                  <a:pt x="2239" y="535"/>
                  <a:pt x="2162" y="617"/>
                  <a:pt x="2037" y="617"/>
                </a:cubicBezTo>
                <a:cubicBezTo>
                  <a:pt x="1912" y="617"/>
                  <a:pt x="1835" y="535"/>
                  <a:pt x="1835" y="398"/>
                </a:cubicBezTo>
                <a:cubicBezTo>
                  <a:pt x="1835" y="262"/>
                  <a:pt x="1912" y="180"/>
                  <a:pt x="2037" y="180"/>
                </a:cubicBezTo>
                <a:close/>
                <a:moveTo>
                  <a:pt x="1715" y="180"/>
                </a:moveTo>
                <a:lnTo>
                  <a:pt x="1715" y="180"/>
                </a:lnTo>
                <a:cubicBezTo>
                  <a:pt x="1743" y="180"/>
                  <a:pt x="1772" y="186"/>
                  <a:pt x="1795" y="194"/>
                </a:cubicBezTo>
                <a:lnTo>
                  <a:pt x="1769" y="270"/>
                </a:lnTo>
                <a:cubicBezTo>
                  <a:pt x="1752" y="263"/>
                  <a:pt x="1735" y="260"/>
                  <a:pt x="1715" y="260"/>
                </a:cubicBezTo>
                <a:cubicBezTo>
                  <a:pt x="1664" y="260"/>
                  <a:pt x="1638" y="297"/>
                  <a:pt x="1638" y="369"/>
                </a:cubicBezTo>
                <a:cubicBezTo>
                  <a:pt x="1638" y="433"/>
                  <a:pt x="1639" y="502"/>
                  <a:pt x="1640" y="607"/>
                </a:cubicBezTo>
                <a:lnTo>
                  <a:pt x="1552" y="607"/>
                </a:lnTo>
                <a:cubicBezTo>
                  <a:pt x="1551" y="502"/>
                  <a:pt x="1550" y="433"/>
                  <a:pt x="1550" y="369"/>
                </a:cubicBezTo>
                <a:cubicBezTo>
                  <a:pt x="1550" y="241"/>
                  <a:pt x="1608" y="180"/>
                  <a:pt x="1715" y="180"/>
                </a:cubicBezTo>
                <a:close/>
                <a:moveTo>
                  <a:pt x="1344" y="180"/>
                </a:moveTo>
                <a:lnTo>
                  <a:pt x="1344" y="180"/>
                </a:lnTo>
                <a:cubicBezTo>
                  <a:pt x="1387" y="180"/>
                  <a:pt x="1423" y="188"/>
                  <a:pt x="1458" y="204"/>
                </a:cubicBezTo>
                <a:lnTo>
                  <a:pt x="1430" y="278"/>
                </a:lnTo>
                <a:cubicBezTo>
                  <a:pt x="1395" y="265"/>
                  <a:pt x="1370" y="260"/>
                  <a:pt x="1344" y="260"/>
                </a:cubicBezTo>
                <a:cubicBezTo>
                  <a:pt x="1277" y="260"/>
                  <a:pt x="1235" y="308"/>
                  <a:pt x="1235" y="398"/>
                </a:cubicBezTo>
                <a:cubicBezTo>
                  <a:pt x="1235" y="489"/>
                  <a:pt x="1277" y="536"/>
                  <a:pt x="1344" y="536"/>
                </a:cubicBezTo>
                <a:cubicBezTo>
                  <a:pt x="1371" y="536"/>
                  <a:pt x="1397" y="531"/>
                  <a:pt x="1434" y="516"/>
                </a:cubicBezTo>
                <a:lnTo>
                  <a:pt x="1465" y="590"/>
                </a:lnTo>
                <a:cubicBezTo>
                  <a:pt x="1427" y="608"/>
                  <a:pt x="1384" y="617"/>
                  <a:pt x="1344" y="617"/>
                </a:cubicBezTo>
                <a:cubicBezTo>
                  <a:pt x="1223" y="617"/>
                  <a:pt x="1145" y="535"/>
                  <a:pt x="1145" y="398"/>
                </a:cubicBezTo>
                <a:cubicBezTo>
                  <a:pt x="1145" y="262"/>
                  <a:pt x="1223" y="180"/>
                  <a:pt x="1344" y="180"/>
                </a:cubicBezTo>
                <a:close/>
                <a:moveTo>
                  <a:pt x="948" y="190"/>
                </a:moveTo>
                <a:lnTo>
                  <a:pt x="948" y="190"/>
                </a:lnTo>
                <a:lnTo>
                  <a:pt x="1036" y="190"/>
                </a:lnTo>
                <a:lnTo>
                  <a:pt x="1036" y="607"/>
                </a:lnTo>
                <a:lnTo>
                  <a:pt x="948" y="607"/>
                </a:lnTo>
                <a:lnTo>
                  <a:pt x="948" y="190"/>
                </a:lnTo>
                <a:close/>
                <a:moveTo>
                  <a:pt x="992" y="0"/>
                </a:moveTo>
                <a:lnTo>
                  <a:pt x="992" y="0"/>
                </a:lnTo>
                <a:cubicBezTo>
                  <a:pt x="1023" y="0"/>
                  <a:pt x="1049" y="25"/>
                  <a:pt x="1049" y="56"/>
                </a:cubicBezTo>
                <a:cubicBezTo>
                  <a:pt x="1049" y="87"/>
                  <a:pt x="1023" y="112"/>
                  <a:pt x="992" y="112"/>
                </a:cubicBezTo>
                <a:cubicBezTo>
                  <a:pt x="961" y="112"/>
                  <a:pt x="936" y="87"/>
                  <a:pt x="936" y="56"/>
                </a:cubicBezTo>
                <a:cubicBezTo>
                  <a:pt x="936" y="25"/>
                  <a:pt x="961" y="0"/>
                  <a:pt x="992" y="0"/>
                </a:cubicBezTo>
                <a:close/>
                <a:moveTo>
                  <a:pt x="0" y="527"/>
                </a:moveTo>
                <a:lnTo>
                  <a:pt x="0" y="527"/>
                </a:lnTo>
                <a:lnTo>
                  <a:pt x="124" y="527"/>
                </a:lnTo>
                <a:cubicBezTo>
                  <a:pt x="162" y="527"/>
                  <a:pt x="179" y="512"/>
                  <a:pt x="179" y="470"/>
                </a:cubicBezTo>
                <a:lnTo>
                  <a:pt x="179" y="381"/>
                </a:lnTo>
                <a:cubicBezTo>
                  <a:pt x="179" y="249"/>
                  <a:pt x="241" y="180"/>
                  <a:pt x="359" y="180"/>
                </a:cubicBezTo>
                <a:cubicBezTo>
                  <a:pt x="421" y="180"/>
                  <a:pt x="468" y="202"/>
                  <a:pt x="496" y="244"/>
                </a:cubicBezTo>
                <a:cubicBezTo>
                  <a:pt x="525" y="202"/>
                  <a:pt x="570" y="180"/>
                  <a:pt x="631" y="180"/>
                </a:cubicBezTo>
                <a:cubicBezTo>
                  <a:pt x="750" y="180"/>
                  <a:pt x="812" y="249"/>
                  <a:pt x="812" y="381"/>
                </a:cubicBezTo>
                <a:lnTo>
                  <a:pt x="812" y="607"/>
                </a:lnTo>
                <a:lnTo>
                  <a:pt x="724" y="607"/>
                </a:lnTo>
                <a:lnTo>
                  <a:pt x="724" y="381"/>
                </a:lnTo>
                <a:cubicBezTo>
                  <a:pt x="724" y="300"/>
                  <a:pt x="691" y="260"/>
                  <a:pt x="631" y="260"/>
                </a:cubicBezTo>
                <a:cubicBezTo>
                  <a:pt x="572" y="260"/>
                  <a:pt x="539" y="300"/>
                  <a:pt x="539" y="381"/>
                </a:cubicBezTo>
                <a:lnTo>
                  <a:pt x="539" y="607"/>
                </a:lnTo>
                <a:lnTo>
                  <a:pt x="451" y="607"/>
                </a:lnTo>
                <a:lnTo>
                  <a:pt x="451" y="381"/>
                </a:lnTo>
                <a:cubicBezTo>
                  <a:pt x="451" y="300"/>
                  <a:pt x="419" y="260"/>
                  <a:pt x="359" y="260"/>
                </a:cubicBezTo>
                <a:cubicBezTo>
                  <a:pt x="300" y="260"/>
                  <a:pt x="267" y="300"/>
                  <a:pt x="267" y="381"/>
                </a:cubicBezTo>
                <a:lnTo>
                  <a:pt x="267" y="470"/>
                </a:lnTo>
                <a:cubicBezTo>
                  <a:pt x="267" y="568"/>
                  <a:pt x="219" y="607"/>
                  <a:pt x="124" y="607"/>
                </a:cubicBezTo>
                <a:lnTo>
                  <a:pt x="0" y="607"/>
                </a:lnTo>
                <a:lnTo>
                  <a:pt x="0" y="527"/>
                </a:lnTo>
                <a:close/>
              </a:path>
            </a:pathLst>
          </a:custGeom>
          <a:solidFill>
            <a:schemeClr val="tx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1045656891"/>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3688">
          <p15:clr>
            <a:srgbClr val="C35EA4"/>
          </p15:clr>
        </p15:guide>
        <p15:guide id="4" orient="horz" pos="808">
          <p15:clr>
            <a:srgbClr val="A4A3A4"/>
          </p15:clr>
        </p15:guide>
      </p15:sldGuideLst>
    </p:ext>
  </p:extLst>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Title Slide 15">
    <p:bg>
      <p:bgPr>
        <a:gradFill>
          <a:gsLst>
            <a:gs pos="0">
              <a:srgbClr val="BD03F7"/>
            </a:gs>
            <a:gs pos="50000">
              <a:srgbClr val="3539F4"/>
            </a:gs>
            <a:gs pos="100000">
              <a:srgbClr val="0068FF"/>
            </a:gs>
          </a:gsLst>
          <a:lin ang="3600000" scaled="0"/>
        </a:gradFill>
        <a:effectLst/>
      </p:bgPr>
    </p:bg>
    <p:spTree>
      <p:nvGrpSpPr>
        <p:cNvPr id="1" name=""/>
        <p:cNvGrpSpPr/>
        <p:nvPr/>
      </p:nvGrpSpPr>
      <p:grpSpPr>
        <a:xfrm>
          <a:off x="0" y="0"/>
          <a:ext cx="0" cy="0"/>
          <a:chOff x="0" y="0"/>
          <a:chExt cx="0" cy="0"/>
        </a:xfrm>
      </p:grpSpPr>
      <p:sp>
        <p:nvSpPr>
          <p:cNvPr id="2" name="Title 2">
            <a:extLst>
              <a:ext uri="{FF2B5EF4-FFF2-40B4-BE49-F238E27FC236}">
                <a16:creationId xmlns:a16="http://schemas.microsoft.com/office/drawing/2014/main" id="{53F8AB78-8FDA-46ED-B308-67C07FAC61F6}"/>
              </a:ext>
            </a:extLst>
          </p:cNvPr>
          <p:cNvSpPr>
            <a:spLocks noGrp="1"/>
          </p:cNvSpPr>
          <p:nvPr>
            <p:ph type="ctrTitle" hasCustomPrompt="1"/>
          </p:nvPr>
        </p:nvSpPr>
        <p:spPr>
          <a:xfrm>
            <a:off x="484632" y="1662384"/>
            <a:ext cx="5367528" cy="2649929"/>
          </a:xfrm>
        </p:spPr>
        <p:txBody>
          <a:bodyPr anchor="b"/>
          <a:lstStyle>
            <a:lvl1pPr algn="l">
              <a:lnSpc>
                <a:spcPct val="90000"/>
              </a:lnSpc>
              <a:defRPr sz="5400" spc="-100" baseline="0">
                <a:solidFill>
                  <a:schemeClr val="tx1"/>
                </a:solidFill>
              </a:defRPr>
            </a:lvl1pPr>
          </a:lstStyle>
          <a:p>
            <a:r>
              <a:rPr lang="en-US" dirty="0"/>
              <a:t>[Presentation title]</a:t>
            </a:r>
          </a:p>
        </p:txBody>
      </p:sp>
      <p:sp>
        <p:nvSpPr>
          <p:cNvPr id="3" name="Subtitle 3">
            <a:extLst>
              <a:ext uri="{FF2B5EF4-FFF2-40B4-BE49-F238E27FC236}">
                <a16:creationId xmlns:a16="http://schemas.microsoft.com/office/drawing/2014/main" id="{61892C3E-3DA9-484B-A45D-DEED5EFA6C48}"/>
              </a:ext>
            </a:extLst>
          </p:cNvPr>
          <p:cNvSpPr>
            <a:spLocks noGrp="1"/>
          </p:cNvSpPr>
          <p:nvPr>
            <p:ph type="subTitle" idx="1" hasCustomPrompt="1"/>
          </p:nvPr>
        </p:nvSpPr>
        <p:spPr>
          <a:xfrm>
            <a:off x="484632" y="4606750"/>
            <a:ext cx="5367528" cy="886968"/>
          </a:xfrm>
        </p:spPr>
        <p:txBody>
          <a:bodyPr>
            <a:noAutofit/>
          </a:bodyPr>
          <a:lstStyle>
            <a:lvl1pPr marL="0" indent="0" algn="l">
              <a:lnSpc>
                <a:spcPct val="100000"/>
              </a:lnSpc>
              <a:spcBef>
                <a:spcPts val="0"/>
              </a:spcBef>
              <a:buNone/>
              <a:defRPr sz="1800">
                <a:solidFill>
                  <a:schemeClr val="tx1"/>
                </a:solidFill>
              </a:defRPr>
            </a:lvl1pPr>
            <a:lvl2pPr marL="0" indent="0" algn="l">
              <a:lnSpc>
                <a:spcPct val="100000"/>
              </a:lnSpc>
              <a:spcBef>
                <a:spcPts val="0"/>
              </a:spcBef>
              <a:buNone/>
              <a:defRPr sz="1800">
                <a:solidFill>
                  <a:schemeClr val="tx1"/>
                </a:solidFill>
              </a:defRPr>
            </a:lvl2pPr>
            <a:lvl3pPr marL="0" indent="0" algn="l">
              <a:lnSpc>
                <a:spcPct val="100000"/>
              </a:lnSpc>
              <a:spcBef>
                <a:spcPts val="0"/>
              </a:spcBef>
              <a:buNone/>
              <a:defRPr sz="1800">
                <a:solidFill>
                  <a:schemeClr val="tx1"/>
                </a:solidFill>
              </a:defRPr>
            </a:lvl3pPr>
            <a:lvl4pPr marL="0" indent="0" algn="l">
              <a:lnSpc>
                <a:spcPct val="100000"/>
              </a:lnSpc>
              <a:spcBef>
                <a:spcPts val="0"/>
              </a:spcBef>
              <a:buNone/>
              <a:defRPr sz="1800">
                <a:solidFill>
                  <a:schemeClr val="tx1"/>
                </a:solidFill>
              </a:defRPr>
            </a:lvl4pPr>
            <a:lvl5pPr marL="0" indent="0" algn="l">
              <a:lnSpc>
                <a:spcPct val="100000"/>
              </a:lnSpc>
              <a:spcBef>
                <a:spcPts val="0"/>
              </a:spcBef>
              <a:buNone/>
              <a:defRPr sz="1800">
                <a:solidFill>
                  <a:schemeClr val="tx1"/>
                </a:solidFill>
              </a:defRPr>
            </a:lvl5pPr>
            <a:lvl6pPr marL="0" indent="0" algn="l">
              <a:lnSpc>
                <a:spcPct val="100000"/>
              </a:lnSpc>
              <a:spcBef>
                <a:spcPts val="0"/>
              </a:spcBef>
              <a:buNone/>
              <a:defRPr sz="1800">
                <a:solidFill>
                  <a:schemeClr val="tx1"/>
                </a:solidFill>
              </a:defRPr>
            </a:lvl6pPr>
            <a:lvl7pPr marL="0" indent="0" algn="l">
              <a:lnSpc>
                <a:spcPct val="100000"/>
              </a:lnSpc>
              <a:spcBef>
                <a:spcPts val="0"/>
              </a:spcBef>
              <a:buNone/>
              <a:defRPr sz="1800">
                <a:solidFill>
                  <a:schemeClr val="tx1"/>
                </a:solidFill>
              </a:defRPr>
            </a:lvl7pPr>
            <a:lvl8pPr marL="0" indent="0" algn="l">
              <a:lnSpc>
                <a:spcPct val="100000"/>
              </a:lnSpc>
              <a:spcBef>
                <a:spcPts val="0"/>
              </a:spcBef>
              <a:buNone/>
              <a:defRPr sz="1800">
                <a:solidFill>
                  <a:schemeClr val="tx1"/>
                </a:solidFill>
              </a:defRPr>
            </a:lvl8pPr>
            <a:lvl9pPr marL="0" indent="0" algn="l">
              <a:lnSpc>
                <a:spcPct val="100000"/>
              </a:lnSpc>
              <a:spcBef>
                <a:spcPts val="0"/>
              </a:spcBef>
              <a:buNone/>
              <a:defRPr sz="1800">
                <a:solidFill>
                  <a:schemeClr val="tx1"/>
                </a:solidFill>
              </a:defRPr>
            </a:lvl9pPr>
          </a:lstStyle>
          <a:p>
            <a:r>
              <a:rPr lang="en-US" dirty="0"/>
              <a:t>[Month 00, 0000]</a:t>
            </a:r>
            <a:br>
              <a:rPr lang="en-US" dirty="0"/>
            </a:br>
            <a:r>
              <a:rPr lang="en-US" dirty="0"/>
              <a:t>[Presenter Name]</a:t>
            </a:r>
            <a:br>
              <a:rPr lang="en-US" dirty="0"/>
            </a:br>
            <a:r>
              <a:rPr lang="en-US" dirty="0"/>
              <a:t>[Title]</a:t>
            </a:r>
          </a:p>
        </p:txBody>
      </p:sp>
      <p:sp>
        <p:nvSpPr>
          <p:cNvPr id="5" name="Picture Placeholder 1">
            <a:extLst>
              <a:ext uri="{FF2B5EF4-FFF2-40B4-BE49-F238E27FC236}">
                <a16:creationId xmlns:a16="http://schemas.microsoft.com/office/drawing/2014/main" id="{0ABF8673-84C0-EF57-C8E2-AB6E6ABA3C85}"/>
              </a:ext>
              <a:ext uri="{C183D7F6-B498-43B3-948B-1728B52AA6E4}">
                <adec:decorative xmlns:adec="http://schemas.microsoft.com/office/drawing/2017/decorative" val="1"/>
              </a:ext>
            </a:extLst>
          </p:cNvPr>
          <p:cNvSpPr>
            <a:spLocks noGrp="1" noChangeAspect="1"/>
          </p:cNvSpPr>
          <p:nvPr>
            <p:ph type="pic" sz="quarter" idx="10"/>
          </p:nvPr>
        </p:nvSpPr>
        <p:spPr>
          <a:xfrm>
            <a:off x="6096000" y="0"/>
            <a:ext cx="6095998" cy="6858000"/>
          </a:xfrm>
          <a:custGeom>
            <a:avLst/>
            <a:gdLst>
              <a:gd name="connsiteX0" fmla="*/ 0 w 6095998"/>
              <a:gd name="connsiteY0" fmla="*/ 0 h 6858000"/>
              <a:gd name="connsiteX1" fmla="*/ 4604798 w 6095998"/>
              <a:gd name="connsiteY1" fmla="*/ 0 h 6858000"/>
              <a:gd name="connsiteX2" fmla="*/ 6040210 w 6095998"/>
              <a:gd name="connsiteY2" fmla="*/ 2404182 h 6858000"/>
              <a:gd name="connsiteX3" fmla="*/ 6095998 w 6095998"/>
              <a:gd name="connsiteY3" fmla="*/ 2433130 h 6858000"/>
              <a:gd name="connsiteX4" fmla="*/ 6095998 w 6095998"/>
              <a:gd name="connsiteY4" fmla="*/ 6858000 h 6858000"/>
              <a:gd name="connsiteX5" fmla="*/ 3298262 w 6095998"/>
              <a:gd name="connsiteY5" fmla="*/ 6858000 h 6858000"/>
              <a:gd name="connsiteX6" fmla="*/ 0 w 6095998"/>
              <a:gd name="connsiteY6"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095998" h="6858000">
                <a:moveTo>
                  <a:pt x="0" y="0"/>
                </a:moveTo>
                <a:lnTo>
                  <a:pt x="4604798" y="0"/>
                </a:lnTo>
                <a:cubicBezTo>
                  <a:pt x="4699501" y="1143160"/>
                  <a:pt x="5213830" y="1942198"/>
                  <a:pt x="6040210" y="2404182"/>
                </a:cubicBezTo>
                <a:lnTo>
                  <a:pt x="6095998" y="2433130"/>
                </a:lnTo>
                <a:lnTo>
                  <a:pt x="6095998" y="6858000"/>
                </a:lnTo>
                <a:lnTo>
                  <a:pt x="3298262" y="6858000"/>
                </a:lnTo>
                <a:cubicBezTo>
                  <a:pt x="1081632" y="5713889"/>
                  <a:pt x="69568" y="3489492"/>
                  <a:pt x="0" y="0"/>
                </a:cubicBezTo>
                <a:close/>
              </a:path>
            </a:pathLst>
          </a:custGeom>
          <a:solidFill>
            <a:srgbClr val="F2F2F2"/>
          </a:solidFill>
        </p:spPr>
        <p:txBody>
          <a:bodyPr wrap="square" anchor="ctr" anchorCtr="0">
            <a:noAutofit/>
          </a:bodyPr>
          <a:lstStyle>
            <a:lvl1pPr marL="0" indent="0" algn="ctr">
              <a:spcBef>
                <a:spcPts val="0"/>
              </a:spcBef>
              <a:buFontTx/>
              <a:buNone/>
              <a:defRPr sz="1000">
                <a:solidFill>
                  <a:schemeClr val="bg1"/>
                </a:solidFill>
              </a:defRPr>
            </a:lvl1pPr>
          </a:lstStyle>
          <a:p>
            <a:r>
              <a:rPr lang="en-US"/>
              <a:t>Click icon to add picture</a:t>
            </a:r>
          </a:p>
        </p:txBody>
      </p:sp>
      <p:sp>
        <p:nvSpPr>
          <p:cNvPr id="4" name="Micron" descr="Micron">
            <a:extLst>
              <a:ext uri="{FF2B5EF4-FFF2-40B4-BE49-F238E27FC236}">
                <a16:creationId xmlns:a16="http://schemas.microsoft.com/office/drawing/2014/main" id="{E358D5E2-08E3-563A-E477-E855F424A28D}"/>
              </a:ext>
            </a:extLst>
          </p:cNvPr>
          <p:cNvSpPr>
            <a:spLocks noEditPoints="1"/>
          </p:cNvSpPr>
          <p:nvPr userDrawn="1"/>
        </p:nvSpPr>
        <p:spPr bwMode="black">
          <a:xfrm>
            <a:off x="481330" y="6087033"/>
            <a:ext cx="1363726" cy="290928"/>
          </a:xfrm>
          <a:custGeom>
            <a:avLst/>
            <a:gdLst>
              <a:gd name="T0" fmla="*/ 2517 w 2879"/>
              <a:gd name="T1" fmla="*/ 180 h 617"/>
              <a:gd name="T2" fmla="*/ 2700 w 2879"/>
              <a:gd name="T3" fmla="*/ 470 h 617"/>
              <a:gd name="T4" fmla="*/ 2879 w 2879"/>
              <a:gd name="T5" fmla="*/ 527 h 617"/>
              <a:gd name="T6" fmla="*/ 2755 w 2879"/>
              <a:gd name="T7" fmla="*/ 607 h 617"/>
              <a:gd name="T8" fmla="*/ 2612 w 2879"/>
              <a:gd name="T9" fmla="*/ 381 h 617"/>
              <a:gd name="T10" fmla="*/ 2422 w 2879"/>
              <a:gd name="T11" fmla="*/ 381 h 617"/>
              <a:gd name="T12" fmla="*/ 2334 w 2879"/>
              <a:gd name="T13" fmla="*/ 607 h 617"/>
              <a:gd name="T14" fmla="*/ 2517 w 2879"/>
              <a:gd name="T15" fmla="*/ 180 h 617"/>
              <a:gd name="T16" fmla="*/ 2037 w 2879"/>
              <a:gd name="T17" fmla="*/ 536 h 617"/>
              <a:gd name="T18" fmla="*/ 2037 w 2879"/>
              <a:gd name="T19" fmla="*/ 260 h 617"/>
              <a:gd name="T20" fmla="*/ 2037 w 2879"/>
              <a:gd name="T21" fmla="*/ 536 h 617"/>
              <a:gd name="T22" fmla="*/ 2037 w 2879"/>
              <a:gd name="T23" fmla="*/ 180 h 617"/>
              <a:gd name="T24" fmla="*/ 2037 w 2879"/>
              <a:gd name="T25" fmla="*/ 617 h 617"/>
              <a:gd name="T26" fmla="*/ 2037 w 2879"/>
              <a:gd name="T27" fmla="*/ 180 h 617"/>
              <a:gd name="T28" fmla="*/ 1715 w 2879"/>
              <a:gd name="T29" fmla="*/ 180 h 617"/>
              <a:gd name="T30" fmla="*/ 1769 w 2879"/>
              <a:gd name="T31" fmla="*/ 270 h 617"/>
              <a:gd name="T32" fmla="*/ 1638 w 2879"/>
              <a:gd name="T33" fmla="*/ 369 h 617"/>
              <a:gd name="T34" fmla="*/ 1552 w 2879"/>
              <a:gd name="T35" fmla="*/ 607 h 617"/>
              <a:gd name="T36" fmla="*/ 1715 w 2879"/>
              <a:gd name="T37" fmla="*/ 180 h 617"/>
              <a:gd name="T38" fmla="*/ 1344 w 2879"/>
              <a:gd name="T39" fmla="*/ 180 h 617"/>
              <a:gd name="T40" fmla="*/ 1430 w 2879"/>
              <a:gd name="T41" fmla="*/ 278 h 617"/>
              <a:gd name="T42" fmla="*/ 1235 w 2879"/>
              <a:gd name="T43" fmla="*/ 398 h 617"/>
              <a:gd name="T44" fmla="*/ 1434 w 2879"/>
              <a:gd name="T45" fmla="*/ 516 h 617"/>
              <a:gd name="T46" fmla="*/ 1344 w 2879"/>
              <a:gd name="T47" fmla="*/ 617 h 617"/>
              <a:gd name="T48" fmla="*/ 1344 w 2879"/>
              <a:gd name="T49" fmla="*/ 180 h 617"/>
              <a:gd name="T50" fmla="*/ 948 w 2879"/>
              <a:gd name="T51" fmla="*/ 190 h 617"/>
              <a:gd name="T52" fmla="*/ 1036 w 2879"/>
              <a:gd name="T53" fmla="*/ 607 h 617"/>
              <a:gd name="T54" fmla="*/ 948 w 2879"/>
              <a:gd name="T55" fmla="*/ 190 h 617"/>
              <a:gd name="T56" fmla="*/ 992 w 2879"/>
              <a:gd name="T57" fmla="*/ 0 h 617"/>
              <a:gd name="T58" fmla="*/ 992 w 2879"/>
              <a:gd name="T59" fmla="*/ 112 h 617"/>
              <a:gd name="T60" fmla="*/ 992 w 2879"/>
              <a:gd name="T61" fmla="*/ 0 h 617"/>
              <a:gd name="T62" fmla="*/ 0 w 2879"/>
              <a:gd name="T63" fmla="*/ 527 h 617"/>
              <a:gd name="T64" fmla="*/ 179 w 2879"/>
              <a:gd name="T65" fmla="*/ 470 h 617"/>
              <a:gd name="T66" fmla="*/ 359 w 2879"/>
              <a:gd name="T67" fmla="*/ 180 h 617"/>
              <a:gd name="T68" fmla="*/ 631 w 2879"/>
              <a:gd name="T69" fmla="*/ 180 h 617"/>
              <a:gd name="T70" fmla="*/ 812 w 2879"/>
              <a:gd name="T71" fmla="*/ 607 h 617"/>
              <a:gd name="T72" fmla="*/ 724 w 2879"/>
              <a:gd name="T73" fmla="*/ 381 h 617"/>
              <a:gd name="T74" fmla="*/ 539 w 2879"/>
              <a:gd name="T75" fmla="*/ 381 h 617"/>
              <a:gd name="T76" fmla="*/ 451 w 2879"/>
              <a:gd name="T77" fmla="*/ 607 h 617"/>
              <a:gd name="T78" fmla="*/ 359 w 2879"/>
              <a:gd name="T79" fmla="*/ 260 h 617"/>
              <a:gd name="T80" fmla="*/ 267 w 2879"/>
              <a:gd name="T81" fmla="*/ 470 h 617"/>
              <a:gd name="T82" fmla="*/ 0 w 2879"/>
              <a:gd name="T83" fmla="*/ 607 h 6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2879" h="617">
                <a:moveTo>
                  <a:pt x="2517" y="180"/>
                </a:moveTo>
                <a:lnTo>
                  <a:pt x="2517" y="180"/>
                </a:lnTo>
                <a:cubicBezTo>
                  <a:pt x="2638" y="180"/>
                  <a:pt x="2700" y="249"/>
                  <a:pt x="2700" y="381"/>
                </a:cubicBezTo>
                <a:lnTo>
                  <a:pt x="2700" y="470"/>
                </a:lnTo>
                <a:cubicBezTo>
                  <a:pt x="2700" y="512"/>
                  <a:pt x="2717" y="527"/>
                  <a:pt x="2755" y="527"/>
                </a:cubicBezTo>
                <a:lnTo>
                  <a:pt x="2879" y="527"/>
                </a:lnTo>
                <a:lnTo>
                  <a:pt x="2879" y="607"/>
                </a:lnTo>
                <a:lnTo>
                  <a:pt x="2755" y="607"/>
                </a:lnTo>
                <a:cubicBezTo>
                  <a:pt x="2660" y="607"/>
                  <a:pt x="2612" y="568"/>
                  <a:pt x="2612" y="470"/>
                </a:cubicBezTo>
                <a:lnTo>
                  <a:pt x="2612" y="381"/>
                </a:lnTo>
                <a:cubicBezTo>
                  <a:pt x="2612" y="300"/>
                  <a:pt x="2579" y="260"/>
                  <a:pt x="2517" y="260"/>
                </a:cubicBezTo>
                <a:cubicBezTo>
                  <a:pt x="2454" y="260"/>
                  <a:pt x="2422" y="300"/>
                  <a:pt x="2422" y="381"/>
                </a:cubicBezTo>
                <a:lnTo>
                  <a:pt x="2422" y="607"/>
                </a:lnTo>
                <a:lnTo>
                  <a:pt x="2334" y="607"/>
                </a:lnTo>
                <a:lnTo>
                  <a:pt x="2334" y="381"/>
                </a:lnTo>
                <a:cubicBezTo>
                  <a:pt x="2334" y="249"/>
                  <a:pt x="2396" y="180"/>
                  <a:pt x="2517" y="180"/>
                </a:cubicBezTo>
                <a:close/>
                <a:moveTo>
                  <a:pt x="2037" y="536"/>
                </a:moveTo>
                <a:lnTo>
                  <a:pt x="2037" y="536"/>
                </a:lnTo>
                <a:cubicBezTo>
                  <a:pt x="2107" y="536"/>
                  <a:pt x="2150" y="489"/>
                  <a:pt x="2150" y="398"/>
                </a:cubicBezTo>
                <a:cubicBezTo>
                  <a:pt x="2150" y="308"/>
                  <a:pt x="2107" y="260"/>
                  <a:pt x="2037" y="260"/>
                </a:cubicBezTo>
                <a:cubicBezTo>
                  <a:pt x="1967" y="260"/>
                  <a:pt x="1924" y="308"/>
                  <a:pt x="1924" y="398"/>
                </a:cubicBezTo>
                <a:cubicBezTo>
                  <a:pt x="1924" y="489"/>
                  <a:pt x="1967" y="536"/>
                  <a:pt x="2037" y="536"/>
                </a:cubicBezTo>
                <a:close/>
                <a:moveTo>
                  <a:pt x="2037" y="180"/>
                </a:moveTo>
                <a:lnTo>
                  <a:pt x="2037" y="180"/>
                </a:lnTo>
                <a:cubicBezTo>
                  <a:pt x="2162" y="180"/>
                  <a:pt x="2239" y="262"/>
                  <a:pt x="2239" y="398"/>
                </a:cubicBezTo>
                <a:cubicBezTo>
                  <a:pt x="2239" y="535"/>
                  <a:pt x="2162" y="617"/>
                  <a:pt x="2037" y="617"/>
                </a:cubicBezTo>
                <a:cubicBezTo>
                  <a:pt x="1912" y="617"/>
                  <a:pt x="1835" y="535"/>
                  <a:pt x="1835" y="398"/>
                </a:cubicBezTo>
                <a:cubicBezTo>
                  <a:pt x="1835" y="262"/>
                  <a:pt x="1912" y="180"/>
                  <a:pt x="2037" y="180"/>
                </a:cubicBezTo>
                <a:close/>
                <a:moveTo>
                  <a:pt x="1715" y="180"/>
                </a:moveTo>
                <a:lnTo>
                  <a:pt x="1715" y="180"/>
                </a:lnTo>
                <a:cubicBezTo>
                  <a:pt x="1743" y="180"/>
                  <a:pt x="1772" y="186"/>
                  <a:pt x="1795" y="194"/>
                </a:cubicBezTo>
                <a:lnTo>
                  <a:pt x="1769" y="270"/>
                </a:lnTo>
                <a:cubicBezTo>
                  <a:pt x="1752" y="263"/>
                  <a:pt x="1735" y="260"/>
                  <a:pt x="1715" y="260"/>
                </a:cubicBezTo>
                <a:cubicBezTo>
                  <a:pt x="1664" y="260"/>
                  <a:pt x="1638" y="297"/>
                  <a:pt x="1638" y="369"/>
                </a:cubicBezTo>
                <a:cubicBezTo>
                  <a:pt x="1638" y="433"/>
                  <a:pt x="1639" y="502"/>
                  <a:pt x="1640" y="607"/>
                </a:cubicBezTo>
                <a:lnTo>
                  <a:pt x="1552" y="607"/>
                </a:lnTo>
                <a:cubicBezTo>
                  <a:pt x="1551" y="502"/>
                  <a:pt x="1550" y="433"/>
                  <a:pt x="1550" y="369"/>
                </a:cubicBezTo>
                <a:cubicBezTo>
                  <a:pt x="1550" y="241"/>
                  <a:pt x="1608" y="180"/>
                  <a:pt x="1715" y="180"/>
                </a:cubicBezTo>
                <a:close/>
                <a:moveTo>
                  <a:pt x="1344" y="180"/>
                </a:moveTo>
                <a:lnTo>
                  <a:pt x="1344" y="180"/>
                </a:lnTo>
                <a:cubicBezTo>
                  <a:pt x="1387" y="180"/>
                  <a:pt x="1423" y="188"/>
                  <a:pt x="1458" y="204"/>
                </a:cubicBezTo>
                <a:lnTo>
                  <a:pt x="1430" y="278"/>
                </a:lnTo>
                <a:cubicBezTo>
                  <a:pt x="1395" y="265"/>
                  <a:pt x="1370" y="260"/>
                  <a:pt x="1344" y="260"/>
                </a:cubicBezTo>
                <a:cubicBezTo>
                  <a:pt x="1277" y="260"/>
                  <a:pt x="1235" y="308"/>
                  <a:pt x="1235" y="398"/>
                </a:cubicBezTo>
                <a:cubicBezTo>
                  <a:pt x="1235" y="489"/>
                  <a:pt x="1277" y="536"/>
                  <a:pt x="1344" y="536"/>
                </a:cubicBezTo>
                <a:cubicBezTo>
                  <a:pt x="1371" y="536"/>
                  <a:pt x="1397" y="531"/>
                  <a:pt x="1434" y="516"/>
                </a:cubicBezTo>
                <a:lnTo>
                  <a:pt x="1465" y="590"/>
                </a:lnTo>
                <a:cubicBezTo>
                  <a:pt x="1427" y="608"/>
                  <a:pt x="1384" y="617"/>
                  <a:pt x="1344" y="617"/>
                </a:cubicBezTo>
                <a:cubicBezTo>
                  <a:pt x="1223" y="617"/>
                  <a:pt x="1145" y="535"/>
                  <a:pt x="1145" y="398"/>
                </a:cubicBezTo>
                <a:cubicBezTo>
                  <a:pt x="1145" y="262"/>
                  <a:pt x="1223" y="180"/>
                  <a:pt x="1344" y="180"/>
                </a:cubicBezTo>
                <a:close/>
                <a:moveTo>
                  <a:pt x="948" y="190"/>
                </a:moveTo>
                <a:lnTo>
                  <a:pt x="948" y="190"/>
                </a:lnTo>
                <a:lnTo>
                  <a:pt x="1036" y="190"/>
                </a:lnTo>
                <a:lnTo>
                  <a:pt x="1036" y="607"/>
                </a:lnTo>
                <a:lnTo>
                  <a:pt x="948" y="607"/>
                </a:lnTo>
                <a:lnTo>
                  <a:pt x="948" y="190"/>
                </a:lnTo>
                <a:close/>
                <a:moveTo>
                  <a:pt x="992" y="0"/>
                </a:moveTo>
                <a:lnTo>
                  <a:pt x="992" y="0"/>
                </a:lnTo>
                <a:cubicBezTo>
                  <a:pt x="1023" y="0"/>
                  <a:pt x="1049" y="25"/>
                  <a:pt x="1049" y="56"/>
                </a:cubicBezTo>
                <a:cubicBezTo>
                  <a:pt x="1049" y="87"/>
                  <a:pt x="1023" y="112"/>
                  <a:pt x="992" y="112"/>
                </a:cubicBezTo>
                <a:cubicBezTo>
                  <a:pt x="961" y="112"/>
                  <a:pt x="936" y="87"/>
                  <a:pt x="936" y="56"/>
                </a:cubicBezTo>
                <a:cubicBezTo>
                  <a:pt x="936" y="25"/>
                  <a:pt x="961" y="0"/>
                  <a:pt x="992" y="0"/>
                </a:cubicBezTo>
                <a:close/>
                <a:moveTo>
                  <a:pt x="0" y="527"/>
                </a:moveTo>
                <a:lnTo>
                  <a:pt x="0" y="527"/>
                </a:lnTo>
                <a:lnTo>
                  <a:pt x="124" y="527"/>
                </a:lnTo>
                <a:cubicBezTo>
                  <a:pt x="162" y="527"/>
                  <a:pt x="179" y="512"/>
                  <a:pt x="179" y="470"/>
                </a:cubicBezTo>
                <a:lnTo>
                  <a:pt x="179" y="381"/>
                </a:lnTo>
                <a:cubicBezTo>
                  <a:pt x="179" y="249"/>
                  <a:pt x="241" y="180"/>
                  <a:pt x="359" y="180"/>
                </a:cubicBezTo>
                <a:cubicBezTo>
                  <a:pt x="421" y="180"/>
                  <a:pt x="468" y="202"/>
                  <a:pt x="496" y="244"/>
                </a:cubicBezTo>
                <a:cubicBezTo>
                  <a:pt x="525" y="202"/>
                  <a:pt x="570" y="180"/>
                  <a:pt x="631" y="180"/>
                </a:cubicBezTo>
                <a:cubicBezTo>
                  <a:pt x="750" y="180"/>
                  <a:pt x="812" y="249"/>
                  <a:pt x="812" y="381"/>
                </a:cubicBezTo>
                <a:lnTo>
                  <a:pt x="812" y="607"/>
                </a:lnTo>
                <a:lnTo>
                  <a:pt x="724" y="607"/>
                </a:lnTo>
                <a:lnTo>
                  <a:pt x="724" y="381"/>
                </a:lnTo>
                <a:cubicBezTo>
                  <a:pt x="724" y="300"/>
                  <a:pt x="691" y="260"/>
                  <a:pt x="631" y="260"/>
                </a:cubicBezTo>
                <a:cubicBezTo>
                  <a:pt x="572" y="260"/>
                  <a:pt x="539" y="300"/>
                  <a:pt x="539" y="381"/>
                </a:cubicBezTo>
                <a:lnTo>
                  <a:pt x="539" y="607"/>
                </a:lnTo>
                <a:lnTo>
                  <a:pt x="451" y="607"/>
                </a:lnTo>
                <a:lnTo>
                  <a:pt x="451" y="381"/>
                </a:lnTo>
                <a:cubicBezTo>
                  <a:pt x="451" y="300"/>
                  <a:pt x="419" y="260"/>
                  <a:pt x="359" y="260"/>
                </a:cubicBezTo>
                <a:cubicBezTo>
                  <a:pt x="300" y="260"/>
                  <a:pt x="267" y="300"/>
                  <a:pt x="267" y="381"/>
                </a:cubicBezTo>
                <a:lnTo>
                  <a:pt x="267" y="470"/>
                </a:lnTo>
                <a:cubicBezTo>
                  <a:pt x="267" y="568"/>
                  <a:pt x="219" y="607"/>
                  <a:pt x="124" y="607"/>
                </a:cubicBezTo>
                <a:lnTo>
                  <a:pt x="0" y="607"/>
                </a:lnTo>
                <a:lnTo>
                  <a:pt x="0" y="527"/>
                </a:lnTo>
                <a:close/>
              </a:path>
            </a:pathLst>
          </a:custGeom>
          <a:solidFill>
            <a:schemeClr val="tx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3365229930"/>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3688">
          <p15:clr>
            <a:srgbClr val="C35EA4"/>
          </p15:clr>
        </p15:guide>
        <p15:guide id="5" orient="horz" pos="808">
          <p15:clr>
            <a:srgbClr val="A4A3A4"/>
          </p15:clr>
        </p15:guide>
      </p15:sldGuideLst>
    </p:ext>
  </p:extLst>
</p:sldLayout>
</file>

<file path=ppt/slideLayouts/slideLayout48.xml><?xml version="1.0" encoding="utf-8"?>
<p:sldLayout xmlns:a="http://schemas.openxmlformats.org/drawingml/2006/main" xmlns:r="http://schemas.openxmlformats.org/officeDocument/2006/relationships" xmlns:p="http://schemas.openxmlformats.org/presentationml/2006/main" type="obj">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a:extLst>
              <a:ext uri="{FF2B5EF4-FFF2-40B4-BE49-F238E27FC236}">
                <a16:creationId xmlns:a16="http://schemas.microsoft.com/office/drawing/2014/main" id="{F8DB4502-7334-551D-EB13-1C11702AB2E3}"/>
              </a:ext>
            </a:extLst>
          </p:cNvPr>
          <p:cNvSpPr>
            <a:spLocks noGrp="1" noChangeArrowheads="1"/>
          </p:cNvSpPr>
          <p:nvPr>
            <p:ph type="sldNum" sz="quarter" idx="10"/>
          </p:nvPr>
        </p:nvSpPr>
        <p:spPr>
          <a:ln/>
        </p:spPr>
        <p:txBody>
          <a:bodyPr/>
          <a:lstStyle>
            <a:lvl1pPr>
              <a:defRPr/>
            </a:lvl1pPr>
          </a:lstStyle>
          <a:p>
            <a:pPr>
              <a:defRPr/>
            </a:pPr>
            <a:r>
              <a:rPr lang="en-US" altLang="en-US"/>
              <a:t>Page </a:t>
            </a:r>
            <a:fld id="{887E5B20-6A1C-490A-BF4C-B5731F3AAF17}" type="slidenum">
              <a:rPr lang="en-US" altLang="en-US" smtClean="0"/>
              <a:pPr>
                <a:defRPr/>
              </a:pPr>
              <a:t>‹#›</a:t>
            </a:fld>
            <a:endParaRPr lang="en-US" altLang="en-US"/>
          </a:p>
        </p:txBody>
      </p:sp>
    </p:spTree>
    <p:extLst>
      <p:ext uri="{BB962C8B-B14F-4D97-AF65-F5344CB8AC3E}">
        <p14:creationId xmlns:p14="http://schemas.microsoft.com/office/powerpoint/2010/main" val="2663969033"/>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3" Type="http://schemas.openxmlformats.org/officeDocument/2006/relationships/slideLayout" Target="../slideLayouts/slideLayout3.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41" Type="http://schemas.openxmlformats.org/officeDocument/2006/relationships/slideLayout" Target="../slideLayouts/slideLayout4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theme" Target="../theme/theme1.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Micron" descr="Micron">
            <a:extLst>
              <a:ext uri="{FF2B5EF4-FFF2-40B4-BE49-F238E27FC236}">
                <a16:creationId xmlns:a16="http://schemas.microsoft.com/office/drawing/2014/main" id="{2CCDC3B6-7807-A248-F592-2281D445747D}"/>
              </a:ext>
            </a:extLst>
          </p:cNvPr>
          <p:cNvSpPr>
            <a:spLocks noChangeAspect="1" noEditPoints="1"/>
          </p:cNvSpPr>
          <p:nvPr userDrawn="1"/>
        </p:nvSpPr>
        <p:spPr bwMode="black">
          <a:xfrm>
            <a:off x="10497310" y="6530955"/>
            <a:ext cx="704088" cy="152674"/>
          </a:xfrm>
          <a:custGeom>
            <a:avLst/>
            <a:gdLst>
              <a:gd name="T0" fmla="*/ 2517 w 2879"/>
              <a:gd name="T1" fmla="*/ 180 h 617"/>
              <a:gd name="T2" fmla="*/ 2700 w 2879"/>
              <a:gd name="T3" fmla="*/ 470 h 617"/>
              <a:gd name="T4" fmla="*/ 2879 w 2879"/>
              <a:gd name="T5" fmla="*/ 527 h 617"/>
              <a:gd name="T6" fmla="*/ 2755 w 2879"/>
              <a:gd name="T7" fmla="*/ 607 h 617"/>
              <a:gd name="T8" fmla="*/ 2612 w 2879"/>
              <a:gd name="T9" fmla="*/ 381 h 617"/>
              <a:gd name="T10" fmla="*/ 2422 w 2879"/>
              <a:gd name="T11" fmla="*/ 381 h 617"/>
              <a:gd name="T12" fmla="*/ 2334 w 2879"/>
              <a:gd name="T13" fmla="*/ 607 h 617"/>
              <a:gd name="T14" fmla="*/ 2517 w 2879"/>
              <a:gd name="T15" fmla="*/ 180 h 617"/>
              <a:gd name="T16" fmla="*/ 2037 w 2879"/>
              <a:gd name="T17" fmla="*/ 536 h 617"/>
              <a:gd name="T18" fmla="*/ 2037 w 2879"/>
              <a:gd name="T19" fmla="*/ 260 h 617"/>
              <a:gd name="T20" fmla="*/ 2037 w 2879"/>
              <a:gd name="T21" fmla="*/ 536 h 617"/>
              <a:gd name="T22" fmla="*/ 2037 w 2879"/>
              <a:gd name="T23" fmla="*/ 180 h 617"/>
              <a:gd name="T24" fmla="*/ 2037 w 2879"/>
              <a:gd name="T25" fmla="*/ 617 h 617"/>
              <a:gd name="T26" fmla="*/ 2037 w 2879"/>
              <a:gd name="T27" fmla="*/ 180 h 617"/>
              <a:gd name="T28" fmla="*/ 1715 w 2879"/>
              <a:gd name="T29" fmla="*/ 180 h 617"/>
              <a:gd name="T30" fmla="*/ 1769 w 2879"/>
              <a:gd name="T31" fmla="*/ 270 h 617"/>
              <a:gd name="T32" fmla="*/ 1638 w 2879"/>
              <a:gd name="T33" fmla="*/ 369 h 617"/>
              <a:gd name="T34" fmla="*/ 1552 w 2879"/>
              <a:gd name="T35" fmla="*/ 607 h 617"/>
              <a:gd name="T36" fmla="*/ 1715 w 2879"/>
              <a:gd name="T37" fmla="*/ 180 h 617"/>
              <a:gd name="T38" fmla="*/ 1344 w 2879"/>
              <a:gd name="T39" fmla="*/ 180 h 617"/>
              <a:gd name="T40" fmla="*/ 1430 w 2879"/>
              <a:gd name="T41" fmla="*/ 278 h 617"/>
              <a:gd name="T42" fmla="*/ 1235 w 2879"/>
              <a:gd name="T43" fmla="*/ 398 h 617"/>
              <a:gd name="T44" fmla="*/ 1434 w 2879"/>
              <a:gd name="T45" fmla="*/ 516 h 617"/>
              <a:gd name="T46" fmla="*/ 1344 w 2879"/>
              <a:gd name="T47" fmla="*/ 617 h 617"/>
              <a:gd name="T48" fmla="*/ 1344 w 2879"/>
              <a:gd name="T49" fmla="*/ 180 h 617"/>
              <a:gd name="T50" fmla="*/ 948 w 2879"/>
              <a:gd name="T51" fmla="*/ 190 h 617"/>
              <a:gd name="T52" fmla="*/ 1036 w 2879"/>
              <a:gd name="T53" fmla="*/ 607 h 617"/>
              <a:gd name="T54" fmla="*/ 948 w 2879"/>
              <a:gd name="T55" fmla="*/ 190 h 617"/>
              <a:gd name="T56" fmla="*/ 992 w 2879"/>
              <a:gd name="T57" fmla="*/ 0 h 617"/>
              <a:gd name="T58" fmla="*/ 992 w 2879"/>
              <a:gd name="T59" fmla="*/ 112 h 617"/>
              <a:gd name="T60" fmla="*/ 992 w 2879"/>
              <a:gd name="T61" fmla="*/ 0 h 617"/>
              <a:gd name="T62" fmla="*/ 0 w 2879"/>
              <a:gd name="T63" fmla="*/ 527 h 617"/>
              <a:gd name="T64" fmla="*/ 179 w 2879"/>
              <a:gd name="T65" fmla="*/ 470 h 617"/>
              <a:gd name="T66" fmla="*/ 359 w 2879"/>
              <a:gd name="T67" fmla="*/ 180 h 617"/>
              <a:gd name="T68" fmla="*/ 631 w 2879"/>
              <a:gd name="T69" fmla="*/ 180 h 617"/>
              <a:gd name="T70" fmla="*/ 812 w 2879"/>
              <a:gd name="T71" fmla="*/ 607 h 617"/>
              <a:gd name="T72" fmla="*/ 724 w 2879"/>
              <a:gd name="T73" fmla="*/ 381 h 617"/>
              <a:gd name="T74" fmla="*/ 539 w 2879"/>
              <a:gd name="T75" fmla="*/ 381 h 617"/>
              <a:gd name="T76" fmla="*/ 451 w 2879"/>
              <a:gd name="T77" fmla="*/ 607 h 617"/>
              <a:gd name="T78" fmla="*/ 359 w 2879"/>
              <a:gd name="T79" fmla="*/ 260 h 617"/>
              <a:gd name="T80" fmla="*/ 267 w 2879"/>
              <a:gd name="T81" fmla="*/ 470 h 617"/>
              <a:gd name="T82" fmla="*/ 0 w 2879"/>
              <a:gd name="T83" fmla="*/ 607 h 6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2879" h="617">
                <a:moveTo>
                  <a:pt x="2517" y="180"/>
                </a:moveTo>
                <a:lnTo>
                  <a:pt x="2517" y="180"/>
                </a:lnTo>
                <a:cubicBezTo>
                  <a:pt x="2638" y="180"/>
                  <a:pt x="2700" y="249"/>
                  <a:pt x="2700" y="381"/>
                </a:cubicBezTo>
                <a:lnTo>
                  <a:pt x="2700" y="470"/>
                </a:lnTo>
                <a:cubicBezTo>
                  <a:pt x="2700" y="512"/>
                  <a:pt x="2717" y="527"/>
                  <a:pt x="2755" y="527"/>
                </a:cubicBezTo>
                <a:lnTo>
                  <a:pt x="2879" y="527"/>
                </a:lnTo>
                <a:lnTo>
                  <a:pt x="2879" y="607"/>
                </a:lnTo>
                <a:lnTo>
                  <a:pt x="2755" y="607"/>
                </a:lnTo>
                <a:cubicBezTo>
                  <a:pt x="2660" y="607"/>
                  <a:pt x="2612" y="568"/>
                  <a:pt x="2612" y="470"/>
                </a:cubicBezTo>
                <a:lnTo>
                  <a:pt x="2612" y="381"/>
                </a:lnTo>
                <a:cubicBezTo>
                  <a:pt x="2612" y="300"/>
                  <a:pt x="2579" y="260"/>
                  <a:pt x="2517" y="260"/>
                </a:cubicBezTo>
                <a:cubicBezTo>
                  <a:pt x="2454" y="260"/>
                  <a:pt x="2422" y="300"/>
                  <a:pt x="2422" y="381"/>
                </a:cubicBezTo>
                <a:lnTo>
                  <a:pt x="2422" y="607"/>
                </a:lnTo>
                <a:lnTo>
                  <a:pt x="2334" y="607"/>
                </a:lnTo>
                <a:lnTo>
                  <a:pt x="2334" y="381"/>
                </a:lnTo>
                <a:cubicBezTo>
                  <a:pt x="2334" y="249"/>
                  <a:pt x="2396" y="180"/>
                  <a:pt x="2517" y="180"/>
                </a:cubicBezTo>
                <a:close/>
                <a:moveTo>
                  <a:pt x="2037" y="536"/>
                </a:moveTo>
                <a:lnTo>
                  <a:pt x="2037" y="536"/>
                </a:lnTo>
                <a:cubicBezTo>
                  <a:pt x="2107" y="536"/>
                  <a:pt x="2150" y="489"/>
                  <a:pt x="2150" y="398"/>
                </a:cubicBezTo>
                <a:cubicBezTo>
                  <a:pt x="2150" y="308"/>
                  <a:pt x="2107" y="260"/>
                  <a:pt x="2037" y="260"/>
                </a:cubicBezTo>
                <a:cubicBezTo>
                  <a:pt x="1967" y="260"/>
                  <a:pt x="1924" y="308"/>
                  <a:pt x="1924" y="398"/>
                </a:cubicBezTo>
                <a:cubicBezTo>
                  <a:pt x="1924" y="489"/>
                  <a:pt x="1967" y="536"/>
                  <a:pt x="2037" y="536"/>
                </a:cubicBezTo>
                <a:close/>
                <a:moveTo>
                  <a:pt x="2037" y="180"/>
                </a:moveTo>
                <a:lnTo>
                  <a:pt x="2037" y="180"/>
                </a:lnTo>
                <a:cubicBezTo>
                  <a:pt x="2162" y="180"/>
                  <a:pt x="2239" y="262"/>
                  <a:pt x="2239" y="398"/>
                </a:cubicBezTo>
                <a:cubicBezTo>
                  <a:pt x="2239" y="535"/>
                  <a:pt x="2162" y="617"/>
                  <a:pt x="2037" y="617"/>
                </a:cubicBezTo>
                <a:cubicBezTo>
                  <a:pt x="1912" y="617"/>
                  <a:pt x="1835" y="535"/>
                  <a:pt x="1835" y="398"/>
                </a:cubicBezTo>
                <a:cubicBezTo>
                  <a:pt x="1835" y="262"/>
                  <a:pt x="1912" y="180"/>
                  <a:pt x="2037" y="180"/>
                </a:cubicBezTo>
                <a:close/>
                <a:moveTo>
                  <a:pt x="1715" y="180"/>
                </a:moveTo>
                <a:lnTo>
                  <a:pt x="1715" y="180"/>
                </a:lnTo>
                <a:cubicBezTo>
                  <a:pt x="1743" y="180"/>
                  <a:pt x="1772" y="186"/>
                  <a:pt x="1795" y="194"/>
                </a:cubicBezTo>
                <a:lnTo>
                  <a:pt x="1769" y="270"/>
                </a:lnTo>
                <a:cubicBezTo>
                  <a:pt x="1752" y="263"/>
                  <a:pt x="1735" y="260"/>
                  <a:pt x="1715" y="260"/>
                </a:cubicBezTo>
                <a:cubicBezTo>
                  <a:pt x="1664" y="260"/>
                  <a:pt x="1638" y="297"/>
                  <a:pt x="1638" y="369"/>
                </a:cubicBezTo>
                <a:cubicBezTo>
                  <a:pt x="1638" y="433"/>
                  <a:pt x="1639" y="502"/>
                  <a:pt x="1640" y="607"/>
                </a:cubicBezTo>
                <a:lnTo>
                  <a:pt x="1552" y="607"/>
                </a:lnTo>
                <a:cubicBezTo>
                  <a:pt x="1551" y="502"/>
                  <a:pt x="1550" y="433"/>
                  <a:pt x="1550" y="369"/>
                </a:cubicBezTo>
                <a:cubicBezTo>
                  <a:pt x="1550" y="241"/>
                  <a:pt x="1608" y="180"/>
                  <a:pt x="1715" y="180"/>
                </a:cubicBezTo>
                <a:close/>
                <a:moveTo>
                  <a:pt x="1344" y="180"/>
                </a:moveTo>
                <a:lnTo>
                  <a:pt x="1344" y="180"/>
                </a:lnTo>
                <a:cubicBezTo>
                  <a:pt x="1387" y="180"/>
                  <a:pt x="1423" y="188"/>
                  <a:pt x="1458" y="204"/>
                </a:cubicBezTo>
                <a:lnTo>
                  <a:pt x="1430" y="278"/>
                </a:lnTo>
                <a:cubicBezTo>
                  <a:pt x="1395" y="265"/>
                  <a:pt x="1370" y="260"/>
                  <a:pt x="1344" y="260"/>
                </a:cubicBezTo>
                <a:cubicBezTo>
                  <a:pt x="1277" y="260"/>
                  <a:pt x="1235" y="308"/>
                  <a:pt x="1235" y="398"/>
                </a:cubicBezTo>
                <a:cubicBezTo>
                  <a:pt x="1235" y="489"/>
                  <a:pt x="1277" y="536"/>
                  <a:pt x="1344" y="536"/>
                </a:cubicBezTo>
                <a:cubicBezTo>
                  <a:pt x="1371" y="536"/>
                  <a:pt x="1397" y="531"/>
                  <a:pt x="1434" y="516"/>
                </a:cubicBezTo>
                <a:lnTo>
                  <a:pt x="1465" y="590"/>
                </a:lnTo>
                <a:cubicBezTo>
                  <a:pt x="1427" y="608"/>
                  <a:pt x="1384" y="617"/>
                  <a:pt x="1344" y="617"/>
                </a:cubicBezTo>
                <a:cubicBezTo>
                  <a:pt x="1223" y="617"/>
                  <a:pt x="1145" y="535"/>
                  <a:pt x="1145" y="398"/>
                </a:cubicBezTo>
                <a:cubicBezTo>
                  <a:pt x="1145" y="262"/>
                  <a:pt x="1223" y="180"/>
                  <a:pt x="1344" y="180"/>
                </a:cubicBezTo>
                <a:close/>
                <a:moveTo>
                  <a:pt x="948" y="190"/>
                </a:moveTo>
                <a:lnTo>
                  <a:pt x="948" y="190"/>
                </a:lnTo>
                <a:lnTo>
                  <a:pt x="1036" y="190"/>
                </a:lnTo>
                <a:lnTo>
                  <a:pt x="1036" y="607"/>
                </a:lnTo>
                <a:lnTo>
                  <a:pt x="948" y="607"/>
                </a:lnTo>
                <a:lnTo>
                  <a:pt x="948" y="190"/>
                </a:lnTo>
                <a:close/>
                <a:moveTo>
                  <a:pt x="992" y="0"/>
                </a:moveTo>
                <a:lnTo>
                  <a:pt x="992" y="0"/>
                </a:lnTo>
                <a:cubicBezTo>
                  <a:pt x="1023" y="0"/>
                  <a:pt x="1049" y="25"/>
                  <a:pt x="1049" y="56"/>
                </a:cubicBezTo>
                <a:cubicBezTo>
                  <a:pt x="1049" y="87"/>
                  <a:pt x="1023" y="112"/>
                  <a:pt x="992" y="112"/>
                </a:cubicBezTo>
                <a:cubicBezTo>
                  <a:pt x="961" y="112"/>
                  <a:pt x="936" y="87"/>
                  <a:pt x="936" y="56"/>
                </a:cubicBezTo>
                <a:cubicBezTo>
                  <a:pt x="936" y="25"/>
                  <a:pt x="961" y="0"/>
                  <a:pt x="992" y="0"/>
                </a:cubicBezTo>
                <a:close/>
                <a:moveTo>
                  <a:pt x="0" y="527"/>
                </a:moveTo>
                <a:lnTo>
                  <a:pt x="0" y="527"/>
                </a:lnTo>
                <a:lnTo>
                  <a:pt x="124" y="527"/>
                </a:lnTo>
                <a:cubicBezTo>
                  <a:pt x="162" y="527"/>
                  <a:pt x="179" y="512"/>
                  <a:pt x="179" y="470"/>
                </a:cubicBezTo>
                <a:lnTo>
                  <a:pt x="179" y="381"/>
                </a:lnTo>
                <a:cubicBezTo>
                  <a:pt x="179" y="249"/>
                  <a:pt x="241" y="180"/>
                  <a:pt x="359" y="180"/>
                </a:cubicBezTo>
                <a:cubicBezTo>
                  <a:pt x="421" y="180"/>
                  <a:pt x="468" y="202"/>
                  <a:pt x="496" y="244"/>
                </a:cubicBezTo>
                <a:cubicBezTo>
                  <a:pt x="525" y="202"/>
                  <a:pt x="570" y="180"/>
                  <a:pt x="631" y="180"/>
                </a:cubicBezTo>
                <a:cubicBezTo>
                  <a:pt x="750" y="180"/>
                  <a:pt x="812" y="249"/>
                  <a:pt x="812" y="381"/>
                </a:cubicBezTo>
                <a:lnTo>
                  <a:pt x="812" y="607"/>
                </a:lnTo>
                <a:lnTo>
                  <a:pt x="724" y="607"/>
                </a:lnTo>
                <a:lnTo>
                  <a:pt x="724" y="381"/>
                </a:lnTo>
                <a:cubicBezTo>
                  <a:pt x="724" y="300"/>
                  <a:pt x="691" y="260"/>
                  <a:pt x="631" y="260"/>
                </a:cubicBezTo>
                <a:cubicBezTo>
                  <a:pt x="572" y="260"/>
                  <a:pt x="539" y="300"/>
                  <a:pt x="539" y="381"/>
                </a:cubicBezTo>
                <a:lnTo>
                  <a:pt x="539" y="607"/>
                </a:lnTo>
                <a:lnTo>
                  <a:pt x="451" y="607"/>
                </a:lnTo>
                <a:lnTo>
                  <a:pt x="451" y="381"/>
                </a:lnTo>
                <a:cubicBezTo>
                  <a:pt x="451" y="300"/>
                  <a:pt x="419" y="260"/>
                  <a:pt x="359" y="260"/>
                </a:cubicBezTo>
                <a:cubicBezTo>
                  <a:pt x="300" y="260"/>
                  <a:pt x="267" y="300"/>
                  <a:pt x="267" y="381"/>
                </a:cubicBezTo>
                <a:lnTo>
                  <a:pt x="267" y="470"/>
                </a:lnTo>
                <a:cubicBezTo>
                  <a:pt x="267" y="568"/>
                  <a:pt x="219" y="607"/>
                  <a:pt x="124" y="607"/>
                </a:cubicBezTo>
                <a:lnTo>
                  <a:pt x="0" y="607"/>
                </a:lnTo>
                <a:lnTo>
                  <a:pt x="0" y="527"/>
                </a:lnTo>
                <a:close/>
              </a:path>
            </a:pathLst>
          </a:custGeom>
          <a:solidFill>
            <a:schemeClr val="tx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 name="Title Placeholder 1">
            <a:extLst>
              <a:ext uri="{FF2B5EF4-FFF2-40B4-BE49-F238E27FC236}">
                <a16:creationId xmlns:a16="http://schemas.microsoft.com/office/drawing/2014/main" id="{36D3E94B-F75A-43E2-84AB-FDF386CCE555}"/>
              </a:ext>
            </a:extLst>
          </p:cNvPr>
          <p:cNvSpPr>
            <a:spLocks noGrp="1"/>
          </p:cNvSpPr>
          <p:nvPr>
            <p:ph type="title"/>
          </p:nvPr>
        </p:nvSpPr>
        <p:spPr>
          <a:xfrm>
            <a:off x="484630" y="484632"/>
            <a:ext cx="11219688" cy="530352"/>
          </a:xfrm>
          <a:prstGeom prst="rect">
            <a:avLst/>
          </a:prstGeom>
          <a:noFill/>
        </p:spPr>
        <p:txBody>
          <a:bodyPr vert="horz" lIns="0" tIns="0" rIns="0" bIns="0" rtlCol="0" anchor="t" anchorCtr="0">
            <a:noAutofit/>
          </a:bodyPr>
          <a:lstStyle/>
          <a:p>
            <a:r>
              <a:rPr lang="en-US" dirty="0"/>
              <a:t>[Slide title]</a:t>
            </a:r>
          </a:p>
        </p:txBody>
      </p:sp>
      <p:sp>
        <p:nvSpPr>
          <p:cNvPr id="3" name="Text Placeholder 2">
            <a:extLst>
              <a:ext uri="{FF2B5EF4-FFF2-40B4-BE49-F238E27FC236}">
                <a16:creationId xmlns:a16="http://schemas.microsoft.com/office/drawing/2014/main" id="{FC54B348-3077-4F00-B031-9D2252B7D36C}"/>
              </a:ext>
            </a:extLst>
          </p:cNvPr>
          <p:cNvSpPr>
            <a:spLocks noGrp="1"/>
          </p:cNvSpPr>
          <p:nvPr>
            <p:ph type="body" idx="1"/>
          </p:nvPr>
        </p:nvSpPr>
        <p:spPr>
          <a:xfrm>
            <a:off x="484630" y="1664208"/>
            <a:ext cx="11219688" cy="4709160"/>
          </a:xfrm>
          <a:prstGeom prst="rect">
            <a:avLst/>
          </a:prstGeom>
        </p:spPr>
        <p:txBody>
          <a:bodyPr vert="horz" lIns="0" tIns="0" rIns="0" bIns="0" spcCol="484632"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12" name="Line">
            <a:extLst>
              <a:ext uri="{FF2B5EF4-FFF2-40B4-BE49-F238E27FC236}">
                <a16:creationId xmlns:a16="http://schemas.microsoft.com/office/drawing/2014/main" id="{2FEDB0E9-33C1-634D-B4A1-F95167FF5C8C}"/>
              </a:ext>
              <a:ext uri="{C183D7F6-B498-43B3-948B-1728B52AA6E4}">
                <adec:decorative xmlns:adec="http://schemas.microsoft.com/office/drawing/2017/decorative" val="1"/>
              </a:ext>
            </a:extLst>
          </p:cNvPr>
          <p:cNvCxnSpPr>
            <a:cxnSpLocks/>
          </p:cNvCxnSpPr>
          <p:nvPr userDrawn="1"/>
        </p:nvCxnSpPr>
        <p:spPr bwMode="black">
          <a:xfrm>
            <a:off x="11384280" y="6501384"/>
            <a:ext cx="0" cy="228600"/>
          </a:xfrm>
          <a:prstGeom prst="line">
            <a:avLst/>
          </a:prstGeom>
          <a:ln w="6350" cap="flat">
            <a:solidFill>
              <a:schemeClr val="tx1"/>
            </a:solidFill>
            <a:miter lim="800000"/>
          </a:ln>
        </p:spPr>
        <p:style>
          <a:lnRef idx="1">
            <a:srgbClr val="6638B5"/>
          </a:lnRef>
          <a:fillRef idx="0">
            <a:srgbClr val="6638B5"/>
          </a:fillRef>
          <a:effectRef idx="0">
            <a:srgbClr val="000000"/>
          </a:effectRef>
          <a:fontRef idx="minor">
            <a:schemeClr val="lt1"/>
          </a:fontRef>
        </p:style>
      </p:cxnSp>
      <p:sp>
        <p:nvSpPr>
          <p:cNvPr id="14" name="Slide Number">
            <a:extLst>
              <a:ext uri="{FF2B5EF4-FFF2-40B4-BE49-F238E27FC236}">
                <a16:creationId xmlns:a16="http://schemas.microsoft.com/office/drawing/2014/main" id="{EA8DD315-CF33-C241-97D4-D478012B5F0C}"/>
              </a:ext>
            </a:extLst>
          </p:cNvPr>
          <p:cNvSpPr txBox="1">
            <a:spLocks/>
          </p:cNvSpPr>
          <p:nvPr userDrawn="1"/>
        </p:nvSpPr>
        <p:spPr>
          <a:xfrm>
            <a:off x="11475718" y="6527044"/>
            <a:ext cx="228600" cy="182880"/>
          </a:xfrm>
          <a:prstGeom prst="rect">
            <a:avLst/>
          </a:prstGeom>
        </p:spPr>
        <p:txBody>
          <a:bodyPr vert="horz" wrap="none" lIns="0" tIns="0" rIns="0" bIns="0" rtlCol="0" anchor="b" anchorCtr="0"/>
          <a:lstStyle>
            <a:defPPr>
              <a:defRPr lang="en-US"/>
            </a:defPPr>
            <a:lvl1pPr marL="0" algn="r" defTabSz="914400" rtl="0" eaLnBrk="1" latinLnBrk="0" hangingPunct="1">
              <a:defRPr lang="en-US" sz="1000" b="0" kern="1200" smtClean="0">
                <a:solidFill>
                  <a:schemeClr val="tx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564D2CC-5576-0F4B-B534-EEBFC94C4859}" type="slidenum">
              <a:rPr lang="en-US" smtClean="0">
                <a:solidFill>
                  <a:schemeClr val="tx1"/>
                </a:solidFill>
              </a:rPr>
              <a:pPr/>
              <a:t>‹#›</a:t>
            </a:fld>
            <a:endParaRPr lang="en-US" dirty="0">
              <a:solidFill>
                <a:schemeClr val="tx1"/>
              </a:solidFill>
            </a:endParaRPr>
          </a:p>
        </p:txBody>
      </p:sp>
    </p:spTree>
    <p:extLst>
      <p:ext uri="{BB962C8B-B14F-4D97-AF65-F5344CB8AC3E}">
        <p14:creationId xmlns:p14="http://schemas.microsoft.com/office/powerpoint/2010/main" val="1404919433"/>
      </p:ext>
    </p:extLst>
  </p:cSld>
  <p:clrMap bg1="lt1" tx1="dk1" bg2="lt2" tx2="dk2" accent1="accent1" accent2="accent2" accent3="accent3" accent4="accent4" accent5="accent5" accent6="accent6" hlink="hlink" folHlink="folHlink"/>
  <p:sldLayoutIdLst>
    <p:sldLayoutId id="2147483649" r:id="rId1"/>
    <p:sldLayoutId id="2147483670" r:id="rId2"/>
    <p:sldLayoutId id="2147483671" r:id="rId3"/>
    <p:sldLayoutId id="2147483672" r:id="rId4"/>
    <p:sldLayoutId id="2147483724" r:id="rId5"/>
    <p:sldLayoutId id="2147483713" r:id="rId6"/>
    <p:sldLayoutId id="2147483663" r:id="rId7"/>
    <p:sldLayoutId id="2147483709" r:id="rId8"/>
    <p:sldLayoutId id="2147483736" r:id="rId9"/>
    <p:sldLayoutId id="2147483676" r:id="rId10"/>
    <p:sldLayoutId id="2147483677" r:id="rId11"/>
    <p:sldLayoutId id="2147483679" r:id="rId12"/>
    <p:sldLayoutId id="2147483737" r:id="rId13"/>
    <p:sldLayoutId id="2147483740" r:id="rId14"/>
    <p:sldLayoutId id="2147483741" r:id="rId15"/>
    <p:sldLayoutId id="2147483652" r:id="rId16"/>
    <p:sldLayoutId id="2147483658" r:id="rId17"/>
    <p:sldLayoutId id="2147483659" r:id="rId18"/>
    <p:sldLayoutId id="2147483660" r:id="rId19"/>
    <p:sldLayoutId id="2147483661" r:id="rId20"/>
    <p:sldLayoutId id="2147483686" r:id="rId21"/>
    <p:sldLayoutId id="2147483687" r:id="rId22"/>
    <p:sldLayoutId id="2147483725" r:id="rId23"/>
    <p:sldLayoutId id="2147483727" r:id="rId24"/>
    <p:sldLayoutId id="2147483688" r:id="rId25"/>
    <p:sldLayoutId id="2147483682" r:id="rId26"/>
    <p:sldLayoutId id="2147483666" r:id="rId27"/>
    <p:sldLayoutId id="2147483730" r:id="rId28"/>
    <p:sldLayoutId id="2147483662" r:id="rId29"/>
    <p:sldLayoutId id="2147483732" r:id="rId30"/>
    <p:sldLayoutId id="2147483667" r:id="rId31"/>
    <p:sldLayoutId id="2147483733" r:id="rId32"/>
    <p:sldLayoutId id="2147483680" r:id="rId33"/>
    <p:sldLayoutId id="2147483681" r:id="rId34"/>
    <p:sldLayoutId id="2147483654" r:id="rId35"/>
    <p:sldLayoutId id="2147483729" r:id="rId36"/>
    <p:sldLayoutId id="2147483655" r:id="rId37"/>
    <p:sldLayoutId id="2147483669" r:id="rId38"/>
    <p:sldLayoutId id="2147483738" r:id="rId39"/>
    <p:sldLayoutId id="2147483743" r:id="rId40"/>
    <p:sldLayoutId id="2147483744" r:id="rId41"/>
    <p:sldLayoutId id="2147483745" r:id="rId42"/>
    <p:sldLayoutId id="2147483746" r:id="rId43"/>
    <p:sldLayoutId id="2147483747" r:id="rId44"/>
    <p:sldLayoutId id="2147483748" r:id="rId45"/>
    <p:sldLayoutId id="2147483749" r:id="rId46"/>
    <p:sldLayoutId id="2147483750" r:id="rId47"/>
    <p:sldLayoutId id="2147483751" r:id="rId48"/>
  </p:sldLayoutIdLst>
  <p:hf hdr="0" ftr="0" dt="0"/>
  <p:txStyles>
    <p:titleStyle>
      <a:lvl1pPr algn="l" defTabSz="914400" rtl="0" eaLnBrk="1" latinLnBrk="0" hangingPunct="1">
        <a:lnSpc>
          <a:spcPct val="90000"/>
        </a:lnSpc>
        <a:spcBef>
          <a:spcPct val="0"/>
        </a:spcBef>
        <a:buNone/>
        <a:defRPr sz="3200" b="1" kern="1200">
          <a:solidFill>
            <a:schemeClr val="tx1"/>
          </a:solidFill>
          <a:latin typeface="+mj-lt"/>
          <a:ea typeface="+mj-ea"/>
          <a:cs typeface="+mj-cs"/>
        </a:defRPr>
      </a:lvl1pPr>
    </p:titleStyle>
    <p:bodyStyle>
      <a:lvl1pPr marL="182880" indent="-182880" algn="l" defTabSz="914400" rtl="0" eaLnBrk="1" latinLnBrk="0" hangingPunct="1">
        <a:lnSpc>
          <a:spcPct val="100000"/>
        </a:lnSpc>
        <a:spcBef>
          <a:spcPts val="1200"/>
        </a:spcBef>
        <a:buClrTx/>
        <a:buFont typeface="Arial" panose="020B0604020202020204" pitchFamily="34" charset="0"/>
        <a:buChar char="•"/>
        <a:defRPr sz="1800" kern="1200">
          <a:solidFill>
            <a:schemeClr val="tx1"/>
          </a:solidFill>
          <a:latin typeface="+mn-lt"/>
          <a:ea typeface="+mn-ea"/>
          <a:cs typeface="+mn-cs"/>
        </a:defRPr>
      </a:lvl1pPr>
      <a:lvl2pPr marL="365760" indent="-182880" algn="l" defTabSz="914400" rtl="0" eaLnBrk="1" latinLnBrk="0" hangingPunct="1">
        <a:lnSpc>
          <a:spcPct val="100000"/>
        </a:lnSpc>
        <a:spcBef>
          <a:spcPts val="600"/>
        </a:spcBef>
        <a:buClrTx/>
        <a:buFont typeface="Verdana" panose="020B0604030504040204" pitchFamily="34" charset="0"/>
        <a:buChar char="–"/>
        <a:defRPr sz="1800" kern="1200">
          <a:solidFill>
            <a:schemeClr val="tx1"/>
          </a:solidFill>
          <a:latin typeface="+mn-lt"/>
          <a:ea typeface="+mn-ea"/>
          <a:cs typeface="+mn-cs"/>
        </a:defRPr>
      </a:lvl2pPr>
      <a:lvl3pPr marL="548640" indent="-182880" algn="l" defTabSz="914400" rtl="0" eaLnBrk="1" latinLnBrk="0" hangingPunct="1">
        <a:lnSpc>
          <a:spcPct val="100000"/>
        </a:lnSpc>
        <a:spcBef>
          <a:spcPts val="400"/>
        </a:spcBef>
        <a:buClrTx/>
        <a:buFont typeface="Arial" panose="020B0604020202020204" pitchFamily="34" charset="0"/>
        <a:buChar char="-"/>
        <a:defRPr sz="1800" kern="1200">
          <a:solidFill>
            <a:schemeClr val="tx1"/>
          </a:solidFill>
          <a:latin typeface="+mn-lt"/>
          <a:ea typeface="+mn-ea"/>
          <a:cs typeface="+mn-cs"/>
        </a:defRPr>
      </a:lvl3pPr>
      <a:lvl4pPr marL="731520" indent="-182880" algn="l" defTabSz="914400" rtl="0" eaLnBrk="1" latinLnBrk="0" hangingPunct="1">
        <a:lnSpc>
          <a:spcPct val="100000"/>
        </a:lnSpc>
        <a:spcBef>
          <a:spcPts val="200"/>
        </a:spcBef>
        <a:buClrTx/>
        <a:buFont typeface="Arial" panose="020B0604020202020204" pitchFamily="34" charset="0"/>
        <a:buChar char="-"/>
        <a:defRPr sz="1800" kern="1200">
          <a:solidFill>
            <a:schemeClr val="tx1"/>
          </a:solidFill>
          <a:latin typeface="+mn-lt"/>
          <a:ea typeface="+mn-ea"/>
          <a:cs typeface="+mn-cs"/>
        </a:defRPr>
      </a:lvl4pPr>
      <a:lvl5pPr marL="914400" indent="-182880" algn="l" defTabSz="914400" rtl="0" eaLnBrk="1" latinLnBrk="0" hangingPunct="1">
        <a:lnSpc>
          <a:spcPct val="100000"/>
        </a:lnSpc>
        <a:spcBef>
          <a:spcPts val="0"/>
        </a:spcBef>
        <a:buClrTx/>
        <a:buFont typeface="Arial" panose="020B0604020202020204" pitchFamily="34" charset="0"/>
        <a:buChar char="-"/>
        <a:defRPr sz="1800" kern="1200">
          <a:solidFill>
            <a:schemeClr val="tx1"/>
          </a:solidFill>
          <a:latin typeface="+mn-lt"/>
          <a:ea typeface="+mn-ea"/>
          <a:cs typeface="+mn-cs"/>
        </a:defRPr>
      </a:lvl5pPr>
      <a:lvl6pPr marL="1097280" indent="-182880" algn="l" defTabSz="914400" rtl="0" eaLnBrk="1" latinLnBrk="0" hangingPunct="1">
        <a:lnSpc>
          <a:spcPct val="100000"/>
        </a:lnSpc>
        <a:spcBef>
          <a:spcPts val="0"/>
        </a:spcBef>
        <a:buClrTx/>
        <a:buFont typeface="Arial" panose="020B0604020202020204" pitchFamily="34" charset="0"/>
        <a:buChar char="-"/>
        <a:defRPr sz="1800" kern="1200">
          <a:solidFill>
            <a:schemeClr val="tx1"/>
          </a:solidFill>
          <a:latin typeface="+mn-lt"/>
          <a:ea typeface="+mn-ea"/>
          <a:cs typeface="+mn-cs"/>
        </a:defRPr>
      </a:lvl6pPr>
      <a:lvl7pPr marL="1280160" indent="-182880" algn="l" defTabSz="914400" rtl="0" eaLnBrk="1" latinLnBrk="0" hangingPunct="1">
        <a:lnSpc>
          <a:spcPct val="100000"/>
        </a:lnSpc>
        <a:spcBef>
          <a:spcPts val="0"/>
        </a:spcBef>
        <a:buClrTx/>
        <a:buFont typeface="Arial" panose="020B0604020202020204" pitchFamily="34" charset="0"/>
        <a:buChar char="-"/>
        <a:defRPr sz="1800" kern="1200">
          <a:solidFill>
            <a:schemeClr val="tx1"/>
          </a:solidFill>
          <a:latin typeface="+mn-lt"/>
          <a:ea typeface="+mn-ea"/>
          <a:cs typeface="+mn-cs"/>
        </a:defRPr>
      </a:lvl7pPr>
      <a:lvl8pPr marL="1463040" indent="-182880" algn="l" defTabSz="914400" rtl="0" eaLnBrk="1" latinLnBrk="0" hangingPunct="1">
        <a:lnSpc>
          <a:spcPct val="100000"/>
        </a:lnSpc>
        <a:spcBef>
          <a:spcPts val="0"/>
        </a:spcBef>
        <a:buClrTx/>
        <a:buFont typeface="Arial" panose="020B0604020202020204" pitchFamily="34" charset="0"/>
        <a:buChar char="-"/>
        <a:defRPr sz="1800" kern="1200">
          <a:solidFill>
            <a:schemeClr val="tx1"/>
          </a:solidFill>
          <a:latin typeface="+mn-lt"/>
          <a:ea typeface="+mn-ea"/>
          <a:cs typeface="+mn-cs"/>
        </a:defRPr>
      </a:lvl8pPr>
      <a:lvl9pPr marL="1645920" indent="-182880" algn="l" defTabSz="914400" rtl="0" eaLnBrk="1" latinLnBrk="0" hangingPunct="1">
        <a:lnSpc>
          <a:spcPct val="100000"/>
        </a:lnSpc>
        <a:spcBef>
          <a:spcPts val="0"/>
        </a:spcBef>
        <a:buClrTx/>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2" pos="302" userDrawn="1">
          <p15:clr>
            <a:srgbClr val="F26B43"/>
          </p15:clr>
        </p15:guide>
        <p15:guide id="3" pos="7374" userDrawn="1">
          <p15:clr>
            <a:srgbClr val="F26B43"/>
          </p15:clr>
        </p15:guide>
        <p15:guide id="4" orient="horz" pos="4014" userDrawn="1">
          <p15:clr>
            <a:srgbClr val="F26B43"/>
          </p15:clr>
        </p15:guide>
        <p15:guide id="5" orient="horz" pos="302"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8.wmf"/><Relationship Id="rId2" Type="http://schemas.openxmlformats.org/officeDocument/2006/relationships/oleObject" Target="../embeddings/oleObject1.bin"/><Relationship Id="rId1" Type="http://schemas.openxmlformats.org/officeDocument/2006/relationships/slideLayout" Target="../slideLayouts/slideLayout48.xml"/></Relationships>
</file>

<file path=ppt/slides/_rels/slide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48.xml"/></Relationships>
</file>

<file path=ppt/slides/_rels/slide3.xml.rels><?xml version="1.0" encoding="UTF-8" standalone="yes"?>
<Relationships xmlns="http://schemas.openxmlformats.org/package/2006/relationships"><Relationship Id="rId3" Type="http://schemas.openxmlformats.org/officeDocument/2006/relationships/image" Target="../media/image12.wmf"/><Relationship Id="rId2" Type="http://schemas.openxmlformats.org/officeDocument/2006/relationships/image" Target="../media/image11.png"/><Relationship Id="rId1" Type="http://schemas.openxmlformats.org/officeDocument/2006/relationships/slideLayout" Target="../slideLayouts/slideLayout48.xml"/><Relationship Id="rId4" Type="http://schemas.openxmlformats.org/officeDocument/2006/relationships/image" Target="../media/image13.png"/></Relationships>
</file>

<file path=ppt/slides/_rels/slide4.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48.xml"/></Relationships>
</file>

<file path=ppt/slides/_rels/slide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48.xml"/></Relationships>
</file>

<file path=ppt/slides/_rels/slide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7.png"/><Relationship Id="rId1" Type="http://schemas.openxmlformats.org/officeDocument/2006/relationships/slideLayout" Target="../slideLayouts/slideLayout48.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Slide Number Placeholder 3">
            <a:extLst>
              <a:ext uri="{FF2B5EF4-FFF2-40B4-BE49-F238E27FC236}">
                <a16:creationId xmlns:a16="http://schemas.microsoft.com/office/drawing/2014/main" id="{62E7E234-3D4B-771A-1575-CA8262E45F71}"/>
              </a:ext>
            </a:extLst>
          </p:cNvPr>
          <p:cNvSpPr>
            <a:spLocks noGrp="1"/>
          </p:cNvSpPr>
          <p:nvPr>
            <p:ph type="sldNum" sz="quarter" idx="10"/>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nSpc>
                <a:spcPct val="95000"/>
              </a:lnSpc>
              <a:spcBef>
                <a:spcPct val="35000"/>
              </a:spcBef>
              <a:buClr>
                <a:schemeClr val="tx2"/>
              </a:buClr>
              <a:buFont typeface="Times" panose="02020603050405020304" pitchFamily="18" charset="0"/>
              <a:buChar char="•"/>
              <a:defRPr sz="2400">
                <a:solidFill>
                  <a:srgbClr val="000000"/>
                </a:solidFill>
                <a:latin typeface="Arial" panose="020B0604020202020204" pitchFamily="34" charset="0"/>
                <a:ea typeface="MS PGothic" panose="020B0600070205080204" pitchFamily="34" charset="-128"/>
              </a:defRPr>
            </a:lvl1pPr>
            <a:lvl2pPr marL="742950" indent="-285750">
              <a:lnSpc>
                <a:spcPct val="95000"/>
              </a:lnSpc>
              <a:spcBef>
                <a:spcPct val="35000"/>
              </a:spcBef>
              <a:buClr>
                <a:schemeClr val="tx2"/>
              </a:buClr>
              <a:buChar char="–"/>
              <a:defRPr sz="2000">
                <a:solidFill>
                  <a:srgbClr val="000000"/>
                </a:solidFill>
                <a:latin typeface="Arial" panose="020B0604020202020204" pitchFamily="34" charset="0"/>
                <a:ea typeface="MS PGothic" panose="020B0600070205080204" pitchFamily="34" charset="-128"/>
              </a:defRPr>
            </a:lvl2pPr>
            <a:lvl3pPr marL="1143000" indent="-228600">
              <a:lnSpc>
                <a:spcPct val="95000"/>
              </a:lnSpc>
              <a:spcBef>
                <a:spcPct val="35000"/>
              </a:spcBef>
              <a:buClr>
                <a:schemeClr val="tx2"/>
              </a:buClr>
              <a:buChar char="•"/>
              <a:defRPr sz="1600">
                <a:solidFill>
                  <a:srgbClr val="000000"/>
                </a:solidFill>
                <a:latin typeface="Arial" panose="020B0604020202020204" pitchFamily="34" charset="0"/>
                <a:ea typeface="MS PGothic" panose="020B0600070205080204" pitchFamily="34" charset="-128"/>
              </a:defRPr>
            </a:lvl3pPr>
            <a:lvl4pPr marL="1600200" indent="-228600">
              <a:spcBef>
                <a:spcPct val="20000"/>
              </a:spcBef>
              <a:buClr>
                <a:schemeClr val="tx2"/>
              </a:buClr>
              <a:buChar char="–"/>
              <a:defRPr sz="1600">
                <a:solidFill>
                  <a:srgbClr val="000000"/>
                </a:solidFill>
                <a:latin typeface="Arial" panose="020B0604020202020204" pitchFamily="34" charset="0"/>
                <a:ea typeface="MS PGothic" panose="020B0600070205080204" pitchFamily="34" charset="-128"/>
              </a:defRPr>
            </a:lvl4pPr>
            <a:lvl5pPr marL="2057400" indent="-228600">
              <a:spcBef>
                <a:spcPct val="20000"/>
              </a:spcBef>
              <a:buClr>
                <a:schemeClr val="tx2"/>
              </a:buClr>
              <a:buChar char="»"/>
              <a:defRPr sz="1600">
                <a:solidFill>
                  <a:srgbClr val="000000"/>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9pPr>
          </a:lstStyle>
          <a:p>
            <a:pPr>
              <a:lnSpc>
                <a:spcPct val="100000"/>
              </a:lnSpc>
              <a:spcBef>
                <a:spcPct val="0"/>
              </a:spcBef>
              <a:buClr>
                <a:srgbClr val="F68933"/>
              </a:buClr>
              <a:buFontTx/>
              <a:buNone/>
            </a:pPr>
            <a:r>
              <a:rPr lang="en-US" altLang="en-US" sz="800"/>
              <a:t>Page </a:t>
            </a:r>
            <a:fld id="{65414930-D18A-4F21-BCA0-1CC6021256CE}" type="slidenum">
              <a:rPr lang="en-US" altLang="en-US" sz="800"/>
              <a:pPr>
                <a:lnSpc>
                  <a:spcPct val="100000"/>
                </a:lnSpc>
                <a:spcBef>
                  <a:spcPct val="0"/>
                </a:spcBef>
                <a:buClr>
                  <a:srgbClr val="F68933"/>
                </a:buClr>
                <a:buFontTx/>
                <a:buNone/>
              </a:pPr>
              <a:t>1</a:t>
            </a:fld>
            <a:endParaRPr lang="en-US" altLang="en-US" sz="800"/>
          </a:p>
        </p:txBody>
      </p:sp>
      <p:sp>
        <p:nvSpPr>
          <p:cNvPr id="9219" name="Rectangle 2">
            <a:extLst>
              <a:ext uri="{FF2B5EF4-FFF2-40B4-BE49-F238E27FC236}">
                <a16:creationId xmlns:a16="http://schemas.microsoft.com/office/drawing/2014/main" id="{275E871B-7DB7-D269-C8BF-B533E4DB8F39}"/>
              </a:ext>
            </a:extLst>
          </p:cNvPr>
          <p:cNvSpPr>
            <a:spLocks noGrp="1" noChangeArrowheads="1"/>
          </p:cNvSpPr>
          <p:nvPr>
            <p:ph type="title"/>
          </p:nvPr>
        </p:nvSpPr>
        <p:spPr/>
        <p:txBody>
          <a:bodyPr/>
          <a:lstStyle/>
          <a:p>
            <a:pPr eaLnBrk="1" hangingPunct="1"/>
            <a:r>
              <a:rPr lang="en-GB" altLang="en-US"/>
              <a:t>Al interconnects: electromigration</a:t>
            </a:r>
            <a:endParaRPr lang="en-US" altLang="en-US"/>
          </a:p>
        </p:txBody>
      </p:sp>
      <p:graphicFrame>
        <p:nvGraphicFramePr>
          <p:cNvPr id="9220" name="Object 5">
            <a:extLst>
              <a:ext uri="{FF2B5EF4-FFF2-40B4-BE49-F238E27FC236}">
                <a16:creationId xmlns:a16="http://schemas.microsoft.com/office/drawing/2014/main" id="{06BD39BD-24D5-8A83-C88A-E6D37F185B7F}"/>
              </a:ext>
            </a:extLst>
          </p:cNvPr>
          <p:cNvGraphicFramePr>
            <a:graphicFrameLocks noChangeAspect="1"/>
          </p:cNvGraphicFramePr>
          <p:nvPr/>
        </p:nvGraphicFramePr>
        <p:xfrm>
          <a:off x="1524000" y="3429001"/>
          <a:ext cx="4343400" cy="1776413"/>
        </p:xfrm>
        <a:graphic>
          <a:graphicData uri="http://schemas.openxmlformats.org/presentationml/2006/ole">
            <mc:AlternateContent xmlns:mc="http://schemas.openxmlformats.org/markup-compatibility/2006">
              <mc:Choice xmlns:v="urn:schemas-microsoft-com:vml" Requires="v">
                <p:oleObj name="Document" r:id="rId2" imgW="4572000" imgH="1776984" progId="Word.Document.8">
                  <p:embed/>
                </p:oleObj>
              </mc:Choice>
              <mc:Fallback>
                <p:oleObj name="Document" r:id="rId2" imgW="4572000" imgH="1776984" progId="Word.Document.8">
                  <p:embed/>
                  <p:pic>
                    <p:nvPicPr>
                      <p:cNvPr id="9220" name="Object 5">
                        <a:extLst>
                          <a:ext uri="{FF2B5EF4-FFF2-40B4-BE49-F238E27FC236}">
                            <a16:creationId xmlns:a16="http://schemas.microsoft.com/office/drawing/2014/main" id="{06BD39BD-24D5-8A83-C88A-E6D37F185B7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24000" y="3429001"/>
                        <a:ext cx="4343400" cy="17764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9221" name="Text Box 6">
            <a:extLst>
              <a:ext uri="{FF2B5EF4-FFF2-40B4-BE49-F238E27FC236}">
                <a16:creationId xmlns:a16="http://schemas.microsoft.com/office/drawing/2014/main" id="{B3EDD8A1-D021-028D-87E9-968159BEBC98}"/>
              </a:ext>
            </a:extLst>
          </p:cNvPr>
          <p:cNvSpPr txBox="1">
            <a:spLocks noChangeArrowheads="1"/>
          </p:cNvSpPr>
          <p:nvPr/>
        </p:nvSpPr>
        <p:spPr bwMode="auto">
          <a:xfrm>
            <a:off x="2011363" y="1249363"/>
            <a:ext cx="8462962" cy="25638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173038" indent="-173038">
              <a:lnSpc>
                <a:spcPct val="95000"/>
              </a:lnSpc>
              <a:spcBef>
                <a:spcPct val="35000"/>
              </a:spcBef>
              <a:buClr>
                <a:schemeClr val="tx2"/>
              </a:buClr>
              <a:buFont typeface="Times" panose="02020603050405020304" pitchFamily="18" charset="0"/>
              <a:buChar char="•"/>
              <a:defRPr sz="2400">
                <a:solidFill>
                  <a:srgbClr val="000000"/>
                </a:solidFill>
                <a:latin typeface="Arial" panose="020B0604020202020204" pitchFamily="34" charset="0"/>
                <a:ea typeface="MS PGothic" panose="020B0600070205080204" pitchFamily="34" charset="-128"/>
              </a:defRPr>
            </a:lvl1pPr>
            <a:lvl2pPr marL="447675" indent="-247650">
              <a:lnSpc>
                <a:spcPct val="95000"/>
              </a:lnSpc>
              <a:spcBef>
                <a:spcPct val="35000"/>
              </a:spcBef>
              <a:buClr>
                <a:schemeClr val="tx2"/>
              </a:buClr>
              <a:buChar char="–"/>
              <a:defRPr sz="2000">
                <a:solidFill>
                  <a:srgbClr val="000000"/>
                </a:solidFill>
                <a:latin typeface="Arial" panose="020B0604020202020204" pitchFamily="34" charset="0"/>
                <a:ea typeface="MS PGothic" panose="020B0600070205080204" pitchFamily="34" charset="-128"/>
              </a:defRPr>
            </a:lvl2pPr>
            <a:lvl3pPr marL="638175" indent="-142875">
              <a:lnSpc>
                <a:spcPct val="95000"/>
              </a:lnSpc>
              <a:spcBef>
                <a:spcPct val="35000"/>
              </a:spcBef>
              <a:buClr>
                <a:schemeClr val="tx2"/>
              </a:buClr>
              <a:buChar char="•"/>
              <a:defRPr sz="1600">
                <a:solidFill>
                  <a:srgbClr val="000000"/>
                </a:solidFill>
                <a:latin typeface="Arial" panose="020B0604020202020204" pitchFamily="34" charset="0"/>
                <a:ea typeface="MS PGothic" panose="020B0600070205080204" pitchFamily="34" charset="-128"/>
              </a:defRPr>
            </a:lvl3pPr>
            <a:lvl4pPr marL="876300" indent="-200025">
              <a:spcBef>
                <a:spcPct val="20000"/>
              </a:spcBef>
              <a:buClr>
                <a:schemeClr val="tx2"/>
              </a:buClr>
              <a:buChar char="–"/>
              <a:defRPr sz="1600">
                <a:solidFill>
                  <a:srgbClr val="000000"/>
                </a:solidFill>
                <a:latin typeface="Arial" panose="020B0604020202020204" pitchFamily="34" charset="0"/>
                <a:ea typeface="MS PGothic" panose="020B0600070205080204" pitchFamily="34" charset="-128"/>
              </a:defRPr>
            </a:lvl4pPr>
            <a:lvl5pPr marL="1085850" indent="-171450">
              <a:spcBef>
                <a:spcPct val="20000"/>
              </a:spcBef>
              <a:buClr>
                <a:schemeClr val="tx2"/>
              </a:buClr>
              <a:buChar char="»"/>
              <a:defRPr sz="1600">
                <a:solidFill>
                  <a:srgbClr val="000000"/>
                </a:solidFill>
                <a:latin typeface="Arial" panose="020B0604020202020204" pitchFamily="34" charset="0"/>
                <a:ea typeface="MS PGothic" panose="020B0600070205080204" pitchFamily="34" charset="-128"/>
              </a:defRPr>
            </a:lvl5pPr>
            <a:lvl6pPr marL="1543050" indent="-17145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6pPr>
            <a:lvl7pPr marL="2000250" indent="-17145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7pPr>
            <a:lvl8pPr marL="2457450" indent="-17145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8pPr>
            <a:lvl9pPr marL="2914650" indent="-17145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9pPr>
          </a:lstStyle>
          <a:p>
            <a:pPr eaLnBrk="1" hangingPunct="1"/>
            <a:r>
              <a:rPr lang="en-US" altLang="en-US" sz="1800"/>
              <a:t> High current density(0.1-0.5 MA/cm2) causes movement of Al atoms in direction of electron flow. </a:t>
            </a:r>
          </a:p>
          <a:p>
            <a:pPr eaLnBrk="1" hangingPunct="1"/>
            <a:r>
              <a:rPr lang="en-US" altLang="en-US" sz="1800"/>
              <a:t>Can cause hillocks and voids, leading to shorts or opens in the circuit. </a:t>
            </a:r>
          </a:p>
          <a:p>
            <a:pPr eaLnBrk="1" hangingPunct="1"/>
            <a:r>
              <a:rPr lang="en-US" altLang="en-US" sz="1800"/>
              <a:t>Adding Cu (0.5-4 weight %) can also inhibit electromigration.</a:t>
            </a:r>
          </a:p>
          <a:p>
            <a:pPr eaLnBrk="1" hangingPunct="1"/>
            <a:r>
              <a:rPr lang="en-US" altLang="en-US" sz="1800"/>
              <a:t> Thus Al is commonly deposited with 1-2 wt % Si and 0.5-4 wt % Cu.</a:t>
            </a:r>
          </a:p>
        </p:txBody>
      </p:sp>
      <p:sp>
        <p:nvSpPr>
          <p:cNvPr id="9222" name="Text Box 7">
            <a:extLst>
              <a:ext uri="{FF2B5EF4-FFF2-40B4-BE49-F238E27FC236}">
                <a16:creationId xmlns:a16="http://schemas.microsoft.com/office/drawing/2014/main" id="{D640B35A-FD7F-4C80-F03C-9602D99FF397}"/>
              </a:ext>
            </a:extLst>
          </p:cNvPr>
          <p:cNvSpPr txBox="1">
            <a:spLocks noChangeArrowheads="1"/>
          </p:cNvSpPr>
          <p:nvPr/>
        </p:nvSpPr>
        <p:spPr bwMode="auto">
          <a:xfrm>
            <a:off x="6292850" y="3079750"/>
            <a:ext cx="4114800" cy="3390900"/>
          </a:xfrm>
          <a:prstGeom prst="rect">
            <a:avLst/>
          </a:prstGeom>
          <a:noFill/>
          <a:ln w="28575" algn="ctr">
            <a:solidFill>
              <a:srgbClr val="FF7F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173038" indent="-173038">
              <a:lnSpc>
                <a:spcPct val="95000"/>
              </a:lnSpc>
              <a:spcBef>
                <a:spcPct val="35000"/>
              </a:spcBef>
              <a:buClr>
                <a:schemeClr val="tx2"/>
              </a:buClr>
              <a:buFont typeface="Times" panose="02020603050405020304" pitchFamily="18" charset="0"/>
              <a:buChar char="•"/>
              <a:defRPr sz="2400">
                <a:solidFill>
                  <a:srgbClr val="000000"/>
                </a:solidFill>
                <a:latin typeface="Arial" panose="020B0604020202020204" pitchFamily="34" charset="0"/>
                <a:ea typeface="MS PGothic" panose="020B0600070205080204" pitchFamily="34" charset="-128"/>
              </a:defRPr>
            </a:lvl1pPr>
            <a:lvl2pPr marL="742950" indent="-285750">
              <a:lnSpc>
                <a:spcPct val="95000"/>
              </a:lnSpc>
              <a:spcBef>
                <a:spcPct val="35000"/>
              </a:spcBef>
              <a:buClr>
                <a:schemeClr val="tx2"/>
              </a:buClr>
              <a:buChar char="–"/>
              <a:defRPr sz="2000">
                <a:solidFill>
                  <a:srgbClr val="000000"/>
                </a:solidFill>
                <a:latin typeface="Arial" panose="020B0604020202020204" pitchFamily="34" charset="0"/>
                <a:ea typeface="MS PGothic" panose="020B0600070205080204" pitchFamily="34" charset="-128"/>
              </a:defRPr>
            </a:lvl2pPr>
            <a:lvl3pPr marL="1143000" indent="-228600">
              <a:lnSpc>
                <a:spcPct val="95000"/>
              </a:lnSpc>
              <a:spcBef>
                <a:spcPct val="35000"/>
              </a:spcBef>
              <a:buClr>
                <a:schemeClr val="tx2"/>
              </a:buClr>
              <a:buChar char="•"/>
              <a:defRPr sz="1600">
                <a:solidFill>
                  <a:srgbClr val="000000"/>
                </a:solidFill>
                <a:latin typeface="Arial" panose="020B0604020202020204" pitchFamily="34" charset="0"/>
                <a:ea typeface="MS PGothic" panose="020B0600070205080204" pitchFamily="34" charset="-128"/>
              </a:defRPr>
            </a:lvl3pPr>
            <a:lvl4pPr marL="1600200" indent="-228600">
              <a:spcBef>
                <a:spcPct val="20000"/>
              </a:spcBef>
              <a:buClr>
                <a:schemeClr val="tx2"/>
              </a:buClr>
              <a:buChar char="–"/>
              <a:defRPr sz="1600">
                <a:solidFill>
                  <a:srgbClr val="000000"/>
                </a:solidFill>
                <a:latin typeface="Arial" panose="020B0604020202020204" pitchFamily="34" charset="0"/>
                <a:ea typeface="MS PGothic" panose="020B0600070205080204" pitchFamily="34" charset="-128"/>
              </a:defRPr>
            </a:lvl4pPr>
            <a:lvl5pPr marL="2057400" indent="-228600">
              <a:spcBef>
                <a:spcPct val="20000"/>
              </a:spcBef>
              <a:buClr>
                <a:schemeClr val="tx2"/>
              </a:buClr>
              <a:buChar char="»"/>
              <a:defRPr sz="1600">
                <a:solidFill>
                  <a:srgbClr val="000000"/>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9pPr>
          </a:lstStyle>
          <a:p>
            <a:pPr eaLnBrk="1" hangingPunct="1">
              <a:spcBef>
                <a:spcPct val="50000"/>
              </a:spcBef>
              <a:buFont typeface="Times" panose="02020603050405020304" pitchFamily="18" charset="0"/>
              <a:buNone/>
            </a:pPr>
            <a:r>
              <a:rPr lang="en-GB" altLang="en-US" sz="1600" b="1"/>
              <a:t>Multi-layer stacks like Ti +TiN + Al(Cu) + TiN are used :</a:t>
            </a:r>
          </a:p>
          <a:p>
            <a:pPr eaLnBrk="1" hangingPunct="1">
              <a:spcBef>
                <a:spcPct val="50000"/>
              </a:spcBef>
            </a:pPr>
            <a:r>
              <a:rPr lang="en-GB" altLang="en-US" sz="1600" b="1"/>
              <a:t>Ti helps controlling the Al grain texture (reduces electromigration effects)</a:t>
            </a:r>
          </a:p>
          <a:p>
            <a:pPr eaLnBrk="1" hangingPunct="1">
              <a:spcBef>
                <a:spcPct val="50000"/>
              </a:spcBef>
            </a:pPr>
            <a:r>
              <a:rPr lang="en-GB" altLang="en-US" sz="1600" b="1"/>
              <a:t>TiN acts as a barrier for WF</a:t>
            </a:r>
            <a:r>
              <a:rPr lang="en-GB" altLang="en-US" sz="1600" b="1" baseline="-25000"/>
              <a:t>6</a:t>
            </a:r>
            <a:r>
              <a:rPr lang="en-GB" altLang="en-US" sz="1600" b="1"/>
              <a:t> during via processing</a:t>
            </a:r>
          </a:p>
          <a:p>
            <a:pPr eaLnBrk="1" hangingPunct="1">
              <a:spcBef>
                <a:spcPct val="50000"/>
              </a:spcBef>
            </a:pPr>
            <a:r>
              <a:rPr lang="en-GB" altLang="en-US" sz="1600" b="1"/>
              <a:t>Ti or TiN can shunt the metal line in case of voids or cracks formation.</a:t>
            </a:r>
          </a:p>
          <a:p>
            <a:pPr eaLnBrk="1" hangingPunct="1">
              <a:spcBef>
                <a:spcPct val="50000"/>
              </a:spcBef>
            </a:pPr>
            <a:r>
              <a:rPr lang="en-GB" altLang="en-US" sz="1600" b="1"/>
              <a:t>They can prevent electromigration by containing stress induced deformation of Al lines.</a:t>
            </a:r>
            <a:endParaRPr lang="en-US" altLang="en-US" sz="1600" b="1"/>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Title 1">
            <a:extLst>
              <a:ext uri="{FF2B5EF4-FFF2-40B4-BE49-F238E27FC236}">
                <a16:creationId xmlns:a16="http://schemas.microsoft.com/office/drawing/2014/main" id="{6ED1EFD4-951F-8127-7447-23875A9E4C93}"/>
              </a:ext>
            </a:extLst>
          </p:cNvPr>
          <p:cNvSpPr>
            <a:spLocks noGrp="1" noChangeArrowheads="1"/>
          </p:cNvSpPr>
          <p:nvPr>
            <p:ph type="title"/>
          </p:nvPr>
        </p:nvSpPr>
        <p:spPr/>
        <p:txBody>
          <a:bodyPr/>
          <a:lstStyle/>
          <a:p>
            <a:r>
              <a:rPr lang="it-IT" altLang="en-US"/>
              <a:t>Electromigration and reliability</a:t>
            </a:r>
            <a:endParaRPr lang="en-US" altLang="en-US"/>
          </a:p>
        </p:txBody>
      </p:sp>
      <p:sp>
        <p:nvSpPr>
          <p:cNvPr id="10243" name="Content Placeholder 2">
            <a:extLst>
              <a:ext uri="{FF2B5EF4-FFF2-40B4-BE49-F238E27FC236}">
                <a16:creationId xmlns:a16="http://schemas.microsoft.com/office/drawing/2014/main" id="{EDDEDEE2-BCCB-2244-B0F2-6A11EE41B532}"/>
              </a:ext>
            </a:extLst>
          </p:cNvPr>
          <p:cNvSpPr>
            <a:spLocks noGrp="1" noChangeArrowheads="1"/>
          </p:cNvSpPr>
          <p:nvPr>
            <p:ph idx="1"/>
          </p:nvPr>
        </p:nvSpPr>
        <p:spPr>
          <a:xfrm>
            <a:off x="1774826" y="1514475"/>
            <a:ext cx="4454525" cy="4114800"/>
          </a:xfrm>
        </p:spPr>
        <p:txBody>
          <a:bodyPr/>
          <a:lstStyle/>
          <a:p>
            <a:r>
              <a:rPr lang="it-IT" altLang="en-US" sz="1600"/>
              <a:t>Accumulation or depletion of Al atoms in flux divergence points can lead to hillocks or voids in a metal intecronnection line </a:t>
            </a:r>
            <a:r>
              <a:rPr lang="it-IT" altLang="en-US" sz="1600">
                <a:sym typeface="Wingdings" panose="05000000000000000000" pitchFamily="2" charset="2"/>
              </a:rPr>
              <a:t> failure of the interconnection on field, during device operation</a:t>
            </a:r>
          </a:p>
          <a:p>
            <a:r>
              <a:rPr lang="it-IT" altLang="en-US" sz="1600">
                <a:sym typeface="Wingdings" panose="05000000000000000000" pitchFamily="2" charset="2"/>
              </a:rPr>
              <a:t>Failure of lines is measured statistacally; the cumulative probability of failures is ususally lpoltted vs time  lognormal plot</a:t>
            </a:r>
          </a:p>
          <a:p>
            <a:r>
              <a:rPr lang="it-IT" altLang="en-US" sz="1600">
                <a:sym typeface="Wingdings" panose="05000000000000000000" pitchFamily="2" charset="2"/>
              </a:rPr>
              <a:t>Median time to failure is usually found to be dependent on current and T as:</a:t>
            </a:r>
          </a:p>
          <a:p>
            <a:endParaRPr lang="en-US" altLang="en-US" sz="1600"/>
          </a:p>
        </p:txBody>
      </p:sp>
      <p:sp>
        <p:nvSpPr>
          <p:cNvPr id="10244" name="Slide Number Placeholder 3">
            <a:extLst>
              <a:ext uri="{FF2B5EF4-FFF2-40B4-BE49-F238E27FC236}">
                <a16:creationId xmlns:a16="http://schemas.microsoft.com/office/drawing/2014/main" id="{0E73E02B-C82F-0D60-1E52-ECED63D1FA13}"/>
              </a:ext>
            </a:extLst>
          </p:cNvPr>
          <p:cNvSpPr>
            <a:spLocks noGrp="1"/>
          </p:cNvSpPr>
          <p:nvPr>
            <p:ph type="sldNum" sz="quarter" idx="10"/>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000">
                <a:solidFill>
                  <a:srgbClr val="000000"/>
                </a:solidFill>
                <a:latin typeface="Arial" panose="020B0604020202020204" pitchFamily="34" charset="0"/>
                <a:ea typeface="MS PGothic" panose="020B0600070205080204" pitchFamily="34" charset="-128"/>
              </a:defRPr>
            </a:lvl1pPr>
            <a:lvl2pPr marL="742950" indent="-285750">
              <a:defRPr sz="2000">
                <a:solidFill>
                  <a:srgbClr val="000000"/>
                </a:solidFill>
                <a:latin typeface="Arial" panose="020B0604020202020204" pitchFamily="34" charset="0"/>
                <a:ea typeface="MS PGothic" panose="020B0600070205080204" pitchFamily="34" charset="-128"/>
              </a:defRPr>
            </a:lvl2pPr>
            <a:lvl3pPr marL="1143000" indent="-228600">
              <a:defRPr sz="2000">
                <a:solidFill>
                  <a:srgbClr val="000000"/>
                </a:solidFill>
                <a:latin typeface="Arial" panose="020B0604020202020204" pitchFamily="34" charset="0"/>
                <a:ea typeface="MS PGothic" panose="020B0600070205080204" pitchFamily="34" charset="-128"/>
              </a:defRPr>
            </a:lvl3pPr>
            <a:lvl4pPr marL="1600200" indent="-228600">
              <a:defRPr sz="2000">
                <a:solidFill>
                  <a:srgbClr val="000000"/>
                </a:solidFill>
                <a:latin typeface="Arial" panose="020B0604020202020204" pitchFamily="34" charset="0"/>
                <a:ea typeface="MS PGothic" panose="020B0600070205080204" pitchFamily="34" charset="-128"/>
              </a:defRPr>
            </a:lvl4pPr>
            <a:lvl5pPr marL="2057400" indent="-228600">
              <a:defRPr sz="2000">
                <a:solidFill>
                  <a:srgbClr val="000000"/>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000">
                <a:solidFill>
                  <a:srgbClr val="000000"/>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000">
                <a:solidFill>
                  <a:srgbClr val="000000"/>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000">
                <a:solidFill>
                  <a:srgbClr val="000000"/>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000">
                <a:solidFill>
                  <a:srgbClr val="000000"/>
                </a:solidFill>
                <a:latin typeface="Arial" panose="020B0604020202020204" pitchFamily="34" charset="0"/>
                <a:ea typeface="MS PGothic" panose="020B0600070205080204" pitchFamily="34" charset="-128"/>
              </a:defRPr>
            </a:lvl9pPr>
          </a:lstStyle>
          <a:p>
            <a:r>
              <a:rPr lang="en-US" altLang="en-US" sz="800"/>
              <a:t>Page </a:t>
            </a:r>
            <a:fld id="{53AE0A2B-976B-43EA-B970-C4118C57B006}" type="slidenum">
              <a:rPr lang="en-US" altLang="en-US" sz="800"/>
              <a:pPr/>
              <a:t>2</a:t>
            </a:fld>
            <a:endParaRPr lang="en-US" altLang="en-US" sz="800"/>
          </a:p>
        </p:txBody>
      </p:sp>
      <p:sp>
        <p:nvSpPr>
          <p:cNvPr id="6" name="Rectangle 5">
            <a:extLst>
              <a:ext uri="{FF2B5EF4-FFF2-40B4-BE49-F238E27FC236}">
                <a16:creationId xmlns:a16="http://schemas.microsoft.com/office/drawing/2014/main" id="{A9EEBF80-645F-13DA-7CF7-88FA9332AE90}"/>
              </a:ext>
            </a:extLst>
          </p:cNvPr>
          <p:cNvSpPr>
            <a:spLocks noRot="1" noChangeAspect="1" noMove="1" noResize="1" noEditPoints="1" noAdjustHandles="1" noChangeArrowheads="1" noChangeShapeType="1" noTextEdit="1"/>
          </p:cNvSpPr>
          <p:nvPr/>
        </p:nvSpPr>
        <p:spPr>
          <a:xfrm>
            <a:off x="2061625" y="4349462"/>
            <a:ext cx="3881512" cy="908069"/>
          </a:xfrm>
          <a:prstGeom prst="rect">
            <a:avLst/>
          </a:prstGeom>
          <a:blipFill>
            <a:blip r:embed="rId2"/>
            <a:stretch>
              <a:fillRect/>
            </a:stretch>
          </a:blipFill>
        </p:spPr>
        <p:txBody>
          <a:bodyPr/>
          <a:lstStyle/>
          <a:p>
            <a:pPr>
              <a:defRPr/>
            </a:pPr>
            <a:r>
              <a:rPr lang="en-US">
                <a:noFill/>
                <a:ea typeface="ＭＳ Ｐゴシック" panose="020B0600070205080204" pitchFamily="34" charset="-128"/>
              </a:rPr>
              <a:t> </a:t>
            </a:r>
          </a:p>
        </p:txBody>
      </p:sp>
      <p:pic>
        <p:nvPicPr>
          <p:cNvPr id="10246" name="Picture 6">
            <a:extLst>
              <a:ext uri="{FF2B5EF4-FFF2-40B4-BE49-F238E27FC236}">
                <a16:creationId xmlns:a16="http://schemas.microsoft.com/office/drawing/2014/main" id="{57809803-18A6-5296-AB32-356A2F04FA9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326189" y="1800226"/>
            <a:ext cx="3838575" cy="2886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Title 1">
            <a:extLst>
              <a:ext uri="{FF2B5EF4-FFF2-40B4-BE49-F238E27FC236}">
                <a16:creationId xmlns:a16="http://schemas.microsoft.com/office/drawing/2014/main" id="{A43EE422-8AEB-BD15-F667-40943886B36F}"/>
              </a:ext>
            </a:extLst>
          </p:cNvPr>
          <p:cNvSpPr>
            <a:spLocks noGrp="1" noChangeArrowheads="1"/>
          </p:cNvSpPr>
          <p:nvPr>
            <p:ph type="title"/>
          </p:nvPr>
        </p:nvSpPr>
        <p:spPr/>
        <p:txBody>
          <a:bodyPr/>
          <a:lstStyle/>
          <a:p>
            <a:r>
              <a:rPr lang="en-US" altLang="en-US"/>
              <a:t>MTTF vs line width (and grain size)</a:t>
            </a:r>
          </a:p>
        </p:txBody>
      </p:sp>
      <p:pic>
        <p:nvPicPr>
          <p:cNvPr id="11267" name="Content Placeholder 4">
            <a:extLst>
              <a:ext uri="{FF2B5EF4-FFF2-40B4-BE49-F238E27FC236}">
                <a16:creationId xmlns:a16="http://schemas.microsoft.com/office/drawing/2014/main" id="{0C916A1E-1ED5-7436-A47B-0AF429C69930}"/>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1647826" y="1209676"/>
            <a:ext cx="3857625" cy="3305175"/>
          </a:xfrm>
        </p:spPr>
      </p:pic>
      <p:sp>
        <p:nvSpPr>
          <p:cNvPr id="11268" name="Slide Number Placeholder 3">
            <a:extLst>
              <a:ext uri="{FF2B5EF4-FFF2-40B4-BE49-F238E27FC236}">
                <a16:creationId xmlns:a16="http://schemas.microsoft.com/office/drawing/2014/main" id="{0D81C123-DD63-B6BB-C54E-D30F183EC7A7}"/>
              </a:ext>
            </a:extLst>
          </p:cNvPr>
          <p:cNvSpPr>
            <a:spLocks noGrp="1"/>
          </p:cNvSpPr>
          <p:nvPr>
            <p:ph type="sldNum" sz="quarter" idx="10"/>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000">
                <a:solidFill>
                  <a:srgbClr val="000000"/>
                </a:solidFill>
                <a:latin typeface="Arial" panose="020B0604020202020204" pitchFamily="34" charset="0"/>
                <a:ea typeface="MS PGothic" panose="020B0600070205080204" pitchFamily="34" charset="-128"/>
              </a:defRPr>
            </a:lvl1pPr>
            <a:lvl2pPr marL="742950" indent="-285750">
              <a:defRPr sz="2000">
                <a:solidFill>
                  <a:srgbClr val="000000"/>
                </a:solidFill>
                <a:latin typeface="Arial" panose="020B0604020202020204" pitchFamily="34" charset="0"/>
                <a:ea typeface="MS PGothic" panose="020B0600070205080204" pitchFamily="34" charset="-128"/>
              </a:defRPr>
            </a:lvl2pPr>
            <a:lvl3pPr marL="1143000" indent="-228600">
              <a:defRPr sz="2000">
                <a:solidFill>
                  <a:srgbClr val="000000"/>
                </a:solidFill>
                <a:latin typeface="Arial" panose="020B0604020202020204" pitchFamily="34" charset="0"/>
                <a:ea typeface="MS PGothic" panose="020B0600070205080204" pitchFamily="34" charset="-128"/>
              </a:defRPr>
            </a:lvl3pPr>
            <a:lvl4pPr marL="1600200" indent="-228600">
              <a:defRPr sz="2000">
                <a:solidFill>
                  <a:srgbClr val="000000"/>
                </a:solidFill>
                <a:latin typeface="Arial" panose="020B0604020202020204" pitchFamily="34" charset="0"/>
                <a:ea typeface="MS PGothic" panose="020B0600070205080204" pitchFamily="34" charset="-128"/>
              </a:defRPr>
            </a:lvl4pPr>
            <a:lvl5pPr marL="2057400" indent="-228600">
              <a:defRPr sz="2000">
                <a:solidFill>
                  <a:srgbClr val="000000"/>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000">
                <a:solidFill>
                  <a:srgbClr val="000000"/>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000">
                <a:solidFill>
                  <a:srgbClr val="000000"/>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000">
                <a:solidFill>
                  <a:srgbClr val="000000"/>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000">
                <a:solidFill>
                  <a:srgbClr val="000000"/>
                </a:solidFill>
                <a:latin typeface="Arial" panose="020B0604020202020204" pitchFamily="34" charset="0"/>
                <a:ea typeface="MS PGothic" panose="020B0600070205080204" pitchFamily="34" charset="-128"/>
              </a:defRPr>
            </a:lvl9pPr>
          </a:lstStyle>
          <a:p>
            <a:r>
              <a:rPr lang="en-US" altLang="en-US" sz="800"/>
              <a:t>Page </a:t>
            </a:r>
            <a:fld id="{8FE06030-C818-4154-9F9C-42350AB63073}" type="slidenum">
              <a:rPr lang="en-US" altLang="en-US" sz="800"/>
              <a:pPr/>
              <a:t>3</a:t>
            </a:fld>
            <a:endParaRPr lang="en-US" altLang="en-US" sz="800"/>
          </a:p>
        </p:txBody>
      </p:sp>
      <p:sp>
        <p:nvSpPr>
          <p:cNvPr id="6" name="TextBox 5">
            <a:extLst>
              <a:ext uri="{FF2B5EF4-FFF2-40B4-BE49-F238E27FC236}">
                <a16:creationId xmlns:a16="http://schemas.microsoft.com/office/drawing/2014/main" id="{987CB9CD-22D7-E80D-5F72-98D2B88EF786}"/>
              </a:ext>
            </a:extLst>
          </p:cNvPr>
          <p:cNvSpPr txBox="1"/>
          <p:nvPr/>
        </p:nvSpPr>
        <p:spPr>
          <a:xfrm>
            <a:off x="2339976" y="2530475"/>
            <a:ext cx="187325" cy="369332"/>
          </a:xfrm>
          <a:prstGeom prst="rect">
            <a:avLst/>
          </a:prstGeom>
          <a:solidFill>
            <a:schemeClr val="accent3"/>
          </a:solidFill>
        </p:spPr>
        <p:txBody>
          <a:bodyPr>
            <a:spAutoFit/>
          </a:bodyPr>
          <a:lstStyle/>
          <a:p>
            <a:pPr>
              <a:defRPr/>
            </a:pPr>
            <a:endParaRPr lang="en-US" dirty="0">
              <a:ea typeface="ＭＳ Ｐゴシック" panose="020B0600070205080204" pitchFamily="34" charset="-128"/>
            </a:endParaRPr>
          </a:p>
        </p:txBody>
      </p:sp>
      <p:sp>
        <p:nvSpPr>
          <p:cNvPr id="11270" name="Rectangle 6">
            <a:extLst>
              <a:ext uri="{FF2B5EF4-FFF2-40B4-BE49-F238E27FC236}">
                <a16:creationId xmlns:a16="http://schemas.microsoft.com/office/drawing/2014/main" id="{DD8E524B-D453-3977-39F9-86A5892A3717}"/>
              </a:ext>
            </a:extLst>
          </p:cNvPr>
          <p:cNvSpPr>
            <a:spLocks noChangeArrowheads="1"/>
          </p:cNvSpPr>
          <p:nvPr/>
        </p:nvSpPr>
        <p:spPr bwMode="auto">
          <a:xfrm>
            <a:off x="2517775" y="2822576"/>
            <a:ext cx="196850" cy="301625"/>
          </a:xfrm>
          <a:prstGeom prst="rect">
            <a:avLst/>
          </a:prstGeom>
          <a:solidFill>
            <a:schemeClr val="bg1"/>
          </a:solidFill>
          <a:ln w="12700" algn="ctr">
            <a:solidFill>
              <a:schemeClr val="bg1"/>
            </a:solidFill>
            <a:round/>
            <a:headEnd/>
            <a:tailEnd/>
          </a:ln>
        </p:spPr>
        <p:txBody>
          <a:bodyPr anchor="ctr"/>
          <a:lstStyle>
            <a:lvl1pPr marL="173038" indent="-173038">
              <a:defRPr sz="2000">
                <a:solidFill>
                  <a:srgbClr val="000000"/>
                </a:solidFill>
                <a:latin typeface="Arial" panose="020B0604020202020204" pitchFamily="34" charset="0"/>
                <a:ea typeface="MS PGothic" panose="020B0600070205080204" pitchFamily="34" charset="-128"/>
              </a:defRPr>
            </a:lvl1pPr>
            <a:lvl2pPr marL="742950" indent="-285750">
              <a:defRPr sz="2000">
                <a:solidFill>
                  <a:srgbClr val="000000"/>
                </a:solidFill>
                <a:latin typeface="Arial" panose="020B0604020202020204" pitchFamily="34" charset="0"/>
                <a:ea typeface="MS PGothic" panose="020B0600070205080204" pitchFamily="34" charset="-128"/>
              </a:defRPr>
            </a:lvl2pPr>
            <a:lvl3pPr marL="1143000" indent="-228600">
              <a:defRPr sz="2000">
                <a:solidFill>
                  <a:srgbClr val="000000"/>
                </a:solidFill>
                <a:latin typeface="Arial" panose="020B0604020202020204" pitchFamily="34" charset="0"/>
                <a:ea typeface="MS PGothic" panose="020B0600070205080204" pitchFamily="34" charset="-128"/>
              </a:defRPr>
            </a:lvl3pPr>
            <a:lvl4pPr marL="1600200" indent="-228600">
              <a:defRPr sz="2000">
                <a:solidFill>
                  <a:srgbClr val="000000"/>
                </a:solidFill>
                <a:latin typeface="Arial" panose="020B0604020202020204" pitchFamily="34" charset="0"/>
                <a:ea typeface="MS PGothic" panose="020B0600070205080204" pitchFamily="34" charset="-128"/>
              </a:defRPr>
            </a:lvl4pPr>
            <a:lvl5pPr marL="2057400" indent="-228600">
              <a:defRPr sz="2000">
                <a:solidFill>
                  <a:srgbClr val="000000"/>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000">
                <a:solidFill>
                  <a:srgbClr val="000000"/>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000">
                <a:solidFill>
                  <a:srgbClr val="000000"/>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000">
                <a:solidFill>
                  <a:srgbClr val="000000"/>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000">
                <a:solidFill>
                  <a:srgbClr val="000000"/>
                </a:solidFill>
                <a:latin typeface="Arial" panose="020B0604020202020204" pitchFamily="34" charset="0"/>
                <a:ea typeface="MS PGothic" panose="020B0600070205080204" pitchFamily="34" charset="-128"/>
              </a:defRPr>
            </a:lvl9pPr>
          </a:lstStyle>
          <a:p>
            <a:pPr eaLnBrk="1" hangingPunct="1">
              <a:lnSpc>
                <a:spcPct val="95000"/>
              </a:lnSpc>
              <a:spcBef>
                <a:spcPct val="35000"/>
              </a:spcBef>
              <a:buClr>
                <a:schemeClr val="tx2"/>
              </a:buClr>
              <a:buFont typeface="Times" panose="02020603050405020304" pitchFamily="18" charset="0"/>
              <a:buNone/>
            </a:pPr>
            <a:endParaRPr lang="en-US" altLang="en-US"/>
          </a:p>
        </p:txBody>
      </p:sp>
      <p:sp>
        <p:nvSpPr>
          <p:cNvPr id="11271" name="Rectangle 7">
            <a:extLst>
              <a:ext uri="{FF2B5EF4-FFF2-40B4-BE49-F238E27FC236}">
                <a16:creationId xmlns:a16="http://schemas.microsoft.com/office/drawing/2014/main" id="{1891EDB4-51A8-861F-63BA-10B13623C463}"/>
              </a:ext>
            </a:extLst>
          </p:cNvPr>
          <p:cNvSpPr>
            <a:spLocks noChangeArrowheads="1"/>
          </p:cNvSpPr>
          <p:nvPr/>
        </p:nvSpPr>
        <p:spPr bwMode="auto">
          <a:xfrm>
            <a:off x="2663825" y="2984501"/>
            <a:ext cx="196850" cy="301625"/>
          </a:xfrm>
          <a:prstGeom prst="rect">
            <a:avLst/>
          </a:prstGeom>
          <a:solidFill>
            <a:schemeClr val="bg1"/>
          </a:solidFill>
          <a:ln w="12700" algn="ctr">
            <a:solidFill>
              <a:schemeClr val="bg1"/>
            </a:solidFill>
            <a:round/>
            <a:headEnd/>
            <a:tailEnd/>
          </a:ln>
        </p:spPr>
        <p:txBody>
          <a:bodyPr anchor="ctr"/>
          <a:lstStyle>
            <a:lvl1pPr marL="173038" indent="-173038">
              <a:defRPr sz="2000">
                <a:solidFill>
                  <a:srgbClr val="000000"/>
                </a:solidFill>
                <a:latin typeface="Arial" panose="020B0604020202020204" pitchFamily="34" charset="0"/>
                <a:ea typeface="MS PGothic" panose="020B0600070205080204" pitchFamily="34" charset="-128"/>
              </a:defRPr>
            </a:lvl1pPr>
            <a:lvl2pPr marL="742950" indent="-285750">
              <a:defRPr sz="2000">
                <a:solidFill>
                  <a:srgbClr val="000000"/>
                </a:solidFill>
                <a:latin typeface="Arial" panose="020B0604020202020204" pitchFamily="34" charset="0"/>
                <a:ea typeface="MS PGothic" panose="020B0600070205080204" pitchFamily="34" charset="-128"/>
              </a:defRPr>
            </a:lvl2pPr>
            <a:lvl3pPr marL="1143000" indent="-228600">
              <a:defRPr sz="2000">
                <a:solidFill>
                  <a:srgbClr val="000000"/>
                </a:solidFill>
                <a:latin typeface="Arial" panose="020B0604020202020204" pitchFamily="34" charset="0"/>
                <a:ea typeface="MS PGothic" panose="020B0600070205080204" pitchFamily="34" charset="-128"/>
              </a:defRPr>
            </a:lvl3pPr>
            <a:lvl4pPr marL="1600200" indent="-228600">
              <a:defRPr sz="2000">
                <a:solidFill>
                  <a:srgbClr val="000000"/>
                </a:solidFill>
                <a:latin typeface="Arial" panose="020B0604020202020204" pitchFamily="34" charset="0"/>
                <a:ea typeface="MS PGothic" panose="020B0600070205080204" pitchFamily="34" charset="-128"/>
              </a:defRPr>
            </a:lvl4pPr>
            <a:lvl5pPr marL="2057400" indent="-228600">
              <a:defRPr sz="2000">
                <a:solidFill>
                  <a:srgbClr val="000000"/>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000">
                <a:solidFill>
                  <a:srgbClr val="000000"/>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000">
                <a:solidFill>
                  <a:srgbClr val="000000"/>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000">
                <a:solidFill>
                  <a:srgbClr val="000000"/>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000">
                <a:solidFill>
                  <a:srgbClr val="000000"/>
                </a:solidFill>
                <a:latin typeface="Arial" panose="020B0604020202020204" pitchFamily="34" charset="0"/>
                <a:ea typeface="MS PGothic" panose="020B0600070205080204" pitchFamily="34" charset="-128"/>
              </a:defRPr>
            </a:lvl9pPr>
          </a:lstStyle>
          <a:p>
            <a:pPr eaLnBrk="1" hangingPunct="1">
              <a:lnSpc>
                <a:spcPct val="95000"/>
              </a:lnSpc>
              <a:spcBef>
                <a:spcPct val="35000"/>
              </a:spcBef>
              <a:buClr>
                <a:schemeClr val="tx2"/>
              </a:buClr>
              <a:buFont typeface="Times" panose="02020603050405020304" pitchFamily="18" charset="0"/>
              <a:buNone/>
            </a:pPr>
            <a:endParaRPr lang="en-US" altLang="en-US"/>
          </a:p>
        </p:txBody>
      </p:sp>
      <p:sp>
        <p:nvSpPr>
          <p:cNvPr id="11272" name="Rectangle 8">
            <a:extLst>
              <a:ext uri="{FF2B5EF4-FFF2-40B4-BE49-F238E27FC236}">
                <a16:creationId xmlns:a16="http://schemas.microsoft.com/office/drawing/2014/main" id="{D54EF12B-B6E0-8202-D4C7-98E9A10E3BA6}"/>
              </a:ext>
            </a:extLst>
          </p:cNvPr>
          <p:cNvSpPr>
            <a:spLocks noChangeArrowheads="1"/>
          </p:cNvSpPr>
          <p:nvPr/>
        </p:nvSpPr>
        <p:spPr bwMode="auto">
          <a:xfrm>
            <a:off x="2787650" y="3106739"/>
            <a:ext cx="196850" cy="301625"/>
          </a:xfrm>
          <a:prstGeom prst="rect">
            <a:avLst/>
          </a:prstGeom>
          <a:solidFill>
            <a:schemeClr val="bg1"/>
          </a:solidFill>
          <a:ln w="12700" algn="ctr">
            <a:solidFill>
              <a:schemeClr val="bg1"/>
            </a:solidFill>
            <a:round/>
            <a:headEnd/>
            <a:tailEnd/>
          </a:ln>
        </p:spPr>
        <p:txBody>
          <a:bodyPr anchor="ctr"/>
          <a:lstStyle>
            <a:lvl1pPr marL="173038" indent="-173038">
              <a:defRPr sz="2000">
                <a:solidFill>
                  <a:srgbClr val="000000"/>
                </a:solidFill>
                <a:latin typeface="Arial" panose="020B0604020202020204" pitchFamily="34" charset="0"/>
                <a:ea typeface="MS PGothic" panose="020B0600070205080204" pitchFamily="34" charset="-128"/>
              </a:defRPr>
            </a:lvl1pPr>
            <a:lvl2pPr marL="742950" indent="-285750">
              <a:defRPr sz="2000">
                <a:solidFill>
                  <a:srgbClr val="000000"/>
                </a:solidFill>
                <a:latin typeface="Arial" panose="020B0604020202020204" pitchFamily="34" charset="0"/>
                <a:ea typeface="MS PGothic" panose="020B0600070205080204" pitchFamily="34" charset="-128"/>
              </a:defRPr>
            </a:lvl2pPr>
            <a:lvl3pPr marL="1143000" indent="-228600">
              <a:defRPr sz="2000">
                <a:solidFill>
                  <a:srgbClr val="000000"/>
                </a:solidFill>
                <a:latin typeface="Arial" panose="020B0604020202020204" pitchFamily="34" charset="0"/>
                <a:ea typeface="MS PGothic" panose="020B0600070205080204" pitchFamily="34" charset="-128"/>
              </a:defRPr>
            </a:lvl3pPr>
            <a:lvl4pPr marL="1600200" indent="-228600">
              <a:defRPr sz="2000">
                <a:solidFill>
                  <a:srgbClr val="000000"/>
                </a:solidFill>
                <a:latin typeface="Arial" panose="020B0604020202020204" pitchFamily="34" charset="0"/>
                <a:ea typeface="MS PGothic" panose="020B0600070205080204" pitchFamily="34" charset="-128"/>
              </a:defRPr>
            </a:lvl4pPr>
            <a:lvl5pPr marL="2057400" indent="-228600">
              <a:defRPr sz="2000">
                <a:solidFill>
                  <a:srgbClr val="000000"/>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000">
                <a:solidFill>
                  <a:srgbClr val="000000"/>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000">
                <a:solidFill>
                  <a:srgbClr val="000000"/>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000">
                <a:solidFill>
                  <a:srgbClr val="000000"/>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000">
                <a:solidFill>
                  <a:srgbClr val="000000"/>
                </a:solidFill>
                <a:latin typeface="Arial" panose="020B0604020202020204" pitchFamily="34" charset="0"/>
                <a:ea typeface="MS PGothic" panose="020B0600070205080204" pitchFamily="34" charset="-128"/>
              </a:defRPr>
            </a:lvl9pPr>
          </a:lstStyle>
          <a:p>
            <a:pPr eaLnBrk="1" hangingPunct="1">
              <a:lnSpc>
                <a:spcPct val="95000"/>
              </a:lnSpc>
              <a:spcBef>
                <a:spcPct val="35000"/>
              </a:spcBef>
              <a:buClr>
                <a:schemeClr val="tx2"/>
              </a:buClr>
              <a:buFont typeface="Times" panose="02020603050405020304" pitchFamily="18" charset="0"/>
              <a:buNone/>
            </a:pPr>
            <a:endParaRPr lang="en-US" altLang="en-US"/>
          </a:p>
        </p:txBody>
      </p:sp>
      <p:sp>
        <p:nvSpPr>
          <p:cNvPr id="11273" name="Rectangle 9">
            <a:extLst>
              <a:ext uri="{FF2B5EF4-FFF2-40B4-BE49-F238E27FC236}">
                <a16:creationId xmlns:a16="http://schemas.microsoft.com/office/drawing/2014/main" id="{E7EB2BAC-A334-F13A-92C5-3E266A77DE1A}"/>
              </a:ext>
            </a:extLst>
          </p:cNvPr>
          <p:cNvSpPr>
            <a:spLocks noChangeArrowheads="1"/>
          </p:cNvSpPr>
          <p:nvPr/>
        </p:nvSpPr>
        <p:spPr bwMode="auto">
          <a:xfrm>
            <a:off x="2984501" y="3106738"/>
            <a:ext cx="1649413" cy="482600"/>
          </a:xfrm>
          <a:prstGeom prst="rect">
            <a:avLst/>
          </a:prstGeom>
          <a:solidFill>
            <a:schemeClr val="bg1"/>
          </a:solidFill>
          <a:ln w="12700" algn="ctr">
            <a:solidFill>
              <a:schemeClr val="bg1"/>
            </a:solidFill>
            <a:round/>
            <a:headEnd/>
            <a:tailEnd/>
          </a:ln>
        </p:spPr>
        <p:txBody>
          <a:bodyPr anchor="ctr"/>
          <a:lstStyle>
            <a:lvl1pPr marL="173038" indent="-173038">
              <a:defRPr sz="2000">
                <a:solidFill>
                  <a:srgbClr val="000000"/>
                </a:solidFill>
                <a:latin typeface="Arial" panose="020B0604020202020204" pitchFamily="34" charset="0"/>
                <a:ea typeface="MS PGothic" panose="020B0600070205080204" pitchFamily="34" charset="-128"/>
              </a:defRPr>
            </a:lvl1pPr>
            <a:lvl2pPr marL="742950" indent="-285750">
              <a:defRPr sz="2000">
                <a:solidFill>
                  <a:srgbClr val="000000"/>
                </a:solidFill>
                <a:latin typeface="Arial" panose="020B0604020202020204" pitchFamily="34" charset="0"/>
                <a:ea typeface="MS PGothic" panose="020B0600070205080204" pitchFamily="34" charset="-128"/>
              </a:defRPr>
            </a:lvl2pPr>
            <a:lvl3pPr marL="1143000" indent="-228600">
              <a:defRPr sz="2000">
                <a:solidFill>
                  <a:srgbClr val="000000"/>
                </a:solidFill>
                <a:latin typeface="Arial" panose="020B0604020202020204" pitchFamily="34" charset="0"/>
                <a:ea typeface="MS PGothic" panose="020B0600070205080204" pitchFamily="34" charset="-128"/>
              </a:defRPr>
            </a:lvl3pPr>
            <a:lvl4pPr marL="1600200" indent="-228600">
              <a:defRPr sz="2000">
                <a:solidFill>
                  <a:srgbClr val="000000"/>
                </a:solidFill>
                <a:latin typeface="Arial" panose="020B0604020202020204" pitchFamily="34" charset="0"/>
                <a:ea typeface="MS PGothic" panose="020B0600070205080204" pitchFamily="34" charset="-128"/>
              </a:defRPr>
            </a:lvl4pPr>
            <a:lvl5pPr marL="2057400" indent="-228600">
              <a:defRPr sz="2000">
                <a:solidFill>
                  <a:srgbClr val="000000"/>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000">
                <a:solidFill>
                  <a:srgbClr val="000000"/>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000">
                <a:solidFill>
                  <a:srgbClr val="000000"/>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000">
                <a:solidFill>
                  <a:srgbClr val="000000"/>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000">
                <a:solidFill>
                  <a:srgbClr val="000000"/>
                </a:solidFill>
                <a:latin typeface="Arial" panose="020B0604020202020204" pitchFamily="34" charset="0"/>
                <a:ea typeface="MS PGothic" panose="020B0600070205080204" pitchFamily="34" charset="-128"/>
              </a:defRPr>
            </a:lvl9pPr>
          </a:lstStyle>
          <a:p>
            <a:pPr eaLnBrk="1" hangingPunct="1">
              <a:lnSpc>
                <a:spcPct val="95000"/>
              </a:lnSpc>
              <a:spcBef>
                <a:spcPct val="35000"/>
              </a:spcBef>
              <a:buClr>
                <a:schemeClr val="tx2"/>
              </a:buClr>
              <a:buFont typeface="Times" panose="02020603050405020304" pitchFamily="18" charset="0"/>
              <a:buNone/>
            </a:pPr>
            <a:endParaRPr lang="en-US" altLang="en-US"/>
          </a:p>
        </p:txBody>
      </p:sp>
      <p:cxnSp>
        <p:nvCxnSpPr>
          <p:cNvPr id="11274" name="Straight Arrow Connector 11">
            <a:extLst>
              <a:ext uri="{FF2B5EF4-FFF2-40B4-BE49-F238E27FC236}">
                <a16:creationId xmlns:a16="http://schemas.microsoft.com/office/drawing/2014/main" id="{614AAFB3-C771-492F-B49E-B18B254BF9F1}"/>
              </a:ext>
            </a:extLst>
          </p:cNvPr>
          <p:cNvCxnSpPr>
            <a:cxnSpLocks noChangeShapeType="1"/>
          </p:cNvCxnSpPr>
          <p:nvPr/>
        </p:nvCxnSpPr>
        <p:spPr bwMode="auto">
          <a:xfrm flipH="1" flipV="1">
            <a:off x="2984501" y="3106738"/>
            <a:ext cx="207963" cy="482600"/>
          </a:xfrm>
          <a:prstGeom prst="straightConnector1">
            <a:avLst/>
          </a:prstGeom>
          <a:noFill/>
          <a:ln w="38100" algn="ctr">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1275" name="Rectangle 12">
            <a:extLst>
              <a:ext uri="{FF2B5EF4-FFF2-40B4-BE49-F238E27FC236}">
                <a16:creationId xmlns:a16="http://schemas.microsoft.com/office/drawing/2014/main" id="{96CDA712-391B-C4AC-36AF-783A76A12246}"/>
              </a:ext>
            </a:extLst>
          </p:cNvPr>
          <p:cNvSpPr>
            <a:spLocks noChangeArrowheads="1"/>
          </p:cNvSpPr>
          <p:nvPr/>
        </p:nvSpPr>
        <p:spPr bwMode="auto">
          <a:xfrm>
            <a:off x="4932364" y="1330325"/>
            <a:ext cx="644525" cy="2833688"/>
          </a:xfrm>
          <a:prstGeom prst="rect">
            <a:avLst/>
          </a:prstGeom>
          <a:solidFill>
            <a:schemeClr val="bg1"/>
          </a:solidFill>
          <a:ln w="12700" algn="ctr">
            <a:solidFill>
              <a:schemeClr val="bg1"/>
            </a:solidFill>
            <a:round/>
            <a:headEnd/>
            <a:tailEnd/>
          </a:ln>
        </p:spPr>
        <p:txBody>
          <a:bodyPr anchor="ctr"/>
          <a:lstStyle>
            <a:lvl1pPr marL="173038" indent="-173038">
              <a:defRPr sz="2000">
                <a:solidFill>
                  <a:srgbClr val="000000"/>
                </a:solidFill>
                <a:latin typeface="Arial" panose="020B0604020202020204" pitchFamily="34" charset="0"/>
                <a:ea typeface="MS PGothic" panose="020B0600070205080204" pitchFamily="34" charset="-128"/>
              </a:defRPr>
            </a:lvl1pPr>
            <a:lvl2pPr marL="742950" indent="-285750">
              <a:defRPr sz="2000">
                <a:solidFill>
                  <a:srgbClr val="000000"/>
                </a:solidFill>
                <a:latin typeface="Arial" panose="020B0604020202020204" pitchFamily="34" charset="0"/>
                <a:ea typeface="MS PGothic" panose="020B0600070205080204" pitchFamily="34" charset="-128"/>
              </a:defRPr>
            </a:lvl2pPr>
            <a:lvl3pPr marL="1143000" indent="-228600">
              <a:defRPr sz="2000">
                <a:solidFill>
                  <a:srgbClr val="000000"/>
                </a:solidFill>
                <a:latin typeface="Arial" panose="020B0604020202020204" pitchFamily="34" charset="0"/>
                <a:ea typeface="MS PGothic" panose="020B0600070205080204" pitchFamily="34" charset="-128"/>
              </a:defRPr>
            </a:lvl3pPr>
            <a:lvl4pPr marL="1600200" indent="-228600">
              <a:defRPr sz="2000">
                <a:solidFill>
                  <a:srgbClr val="000000"/>
                </a:solidFill>
                <a:latin typeface="Arial" panose="020B0604020202020204" pitchFamily="34" charset="0"/>
                <a:ea typeface="MS PGothic" panose="020B0600070205080204" pitchFamily="34" charset="-128"/>
              </a:defRPr>
            </a:lvl4pPr>
            <a:lvl5pPr marL="2057400" indent="-228600">
              <a:defRPr sz="2000">
                <a:solidFill>
                  <a:srgbClr val="000000"/>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000">
                <a:solidFill>
                  <a:srgbClr val="000000"/>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000">
                <a:solidFill>
                  <a:srgbClr val="000000"/>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000">
                <a:solidFill>
                  <a:srgbClr val="000000"/>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000">
                <a:solidFill>
                  <a:srgbClr val="000000"/>
                </a:solidFill>
                <a:latin typeface="Arial" panose="020B0604020202020204" pitchFamily="34" charset="0"/>
                <a:ea typeface="MS PGothic" panose="020B0600070205080204" pitchFamily="34" charset="-128"/>
              </a:defRPr>
            </a:lvl9pPr>
          </a:lstStyle>
          <a:p>
            <a:pPr eaLnBrk="1" hangingPunct="1">
              <a:lnSpc>
                <a:spcPct val="95000"/>
              </a:lnSpc>
              <a:spcBef>
                <a:spcPct val="35000"/>
              </a:spcBef>
              <a:buClr>
                <a:schemeClr val="tx2"/>
              </a:buClr>
              <a:buFont typeface="Times" panose="02020603050405020304" pitchFamily="18" charset="0"/>
              <a:buNone/>
            </a:pPr>
            <a:endParaRPr lang="en-US" altLang="en-US"/>
          </a:p>
        </p:txBody>
      </p:sp>
      <p:sp>
        <p:nvSpPr>
          <p:cNvPr id="11276" name="Content Placeholder 2">
            <a:extLst>
              <a:ext uri="{FF2B5EF4-FFF2-40B4-BE49-F238E27FC236}">
                <a16:creationId xmlns:a16="http://schemas.microsoft.com/office/drawing/2014/main" id="{FBFB0F48-46AB-3F05-1B1A-AB129834415E}"/>
              </a:ext>
            </a:extLst>
          </p:cNvPr>
          <p:cNvSpPr txBox="1">
            <a:spLocks/>
          </p:cNvSpPr>
          <p:nvPr/>
        </p:nvSpPr>
        <p:spPr bwMode="auto">
          <a:xfrm>
            <a:off x="5756275" y="1330325"/>
            <a:ext cx="4452938"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173038" indent="-173038">
              <a:lnSpc>
                <a:spcPct val="95000"/>
              </a:lnSpc>
              <a:spcBef>
                <a:spcPct val="35000"/>
              </a:spcBef>
              <a:buClr>
                <a:schemeClr val="tx2"/>
              </a:buClr>
              <a:buFont typeface="Times" panose="02020603050405020304" pitchFamily="18" charset="0"/>
              <a:buChar char="•"/>
              <a:defRPr sz="2400">
                <a:solidFill>
                  <a:srgbClr val="000000"/>
                </a:solidFill>
                <a:latin typeface="Arial" panose="020B0604020202020204" pitchFamily="34" charset="0"/>
                <a:ea typeface="MS PGothic" panose="020B0600070205080204" pitchFamily="34" charset="-128"/>
              </a:defRPr>
            </a:lvl1pPr>
            <a:lvl2pPr marL="447675" indent="-247650">
              <a:lnSpc>
                <a:spcPct val="95000"/>
              </a:lnSpc>
              <a:spcBef>
                <a:spcPct val="35000"/>
              </a:spcBef>
              <a:buClr>
                <a:schemeClr val="tx2"/>
              </a:buClr>
              <a:buChar char="–"/>
              <a:defRPr sz="2000">
                <a:solidFill>
                  <a:srgbClr val="000000"/>
                </a:solidFill>
                <a:latin typeface="Arial" panose="020B0604020202020204" pitchFamily="34" charset="0"/>
                <a:ea typeface="MS PGothic" panose="020B0600070205080204" pitchFamily="34" charset="-128"/>
              </a:defRPr>
            </a:lvl2pPr>
            <a:lvl3pPr marL="638175" indent="-142875">
              <a:lnSpc>
                <a:spcPct val="95000"/>
              </a:lnSpc>
              <a:spcBef>
                <a:spcPct val="35000"/>
              </a:spcBef>
              <a:buClr>
                <a:schemeClr val="tx2"/>
              </a:buClr>
              <a:buChar char="•"/>
              <a:defRPr sz="1600">
                <a:solidFill>
                  <a:srgbClr val="000000"/>
                </a:solidFill>
                <a:latin typeface="Arial" panose="020B0604020202020204" pitchFamily="34" charset="0"/>
                <a:ea typeface="MS PGothic" panose="020B0600070205080204" pitchFamily="34" charset="-128"/>
              </a:defRPr>
            </a:lvl3pPr>
            <a:lvl4pPr marL="876300" indent="-200025">
              <a:spcBef>
                <a:spcPct val="20000"/>
              </a:spcBef>
              <a:buClr>
                <a:schemeClr val="tx2"/>
              </a:buClr>
              <a:buChar char="–"/>
              <a:defRPr sz="1600">
                <a:solidFill>
                  <a:srgbClr val="000000"/>
                </a:solidFill>
                <a:latin typeface="Arial" panose="020B0604020202020204" pitchFamily="34" charset="0"/>
                <a:ea typeface="MS PGothic" panose="020B0600070205080204" pitchFamily="34" charset="-128"/>
              </a:defRPr>
            </a:lvl4pPr>
            <a:lvl5pPr marL="1085850" indent="-171450">
              <a:spcBef>
                <a:spcPct val="20000"/>
              </a:spcBef>
              <a:buClr>
                <a:schemeClr val="tx2"/>
              </a:buClr>
              <a:buChar char="»"/>
              <a:defRPr sz="1600">
                <a:solidFill>
                  <a:srgbClr val="000000"/>
                </a:solidFill>
                <a:latin typeface="Arial" panose="020B0604020202020204" pitchFamily="34" charset="0"/>
                <a:ea typeface="MS PGothic" panose="020B0600070205080204" pitchFamily="34" charset="-128"/>
              </a:defRPr>
            </a:lvl5pPr>
            <a:lvl6pPr marL="1543050" indent="-17145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6pPr>
            <a:lvl7pPr marL="2000250" indent="-17145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7pPr>
            <a:lvl8pPr marL="2457450" indent="-17145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8pPr>
            <a:lvl9pPr marL="2914650" indent="-17145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9pPr>
          </a:lstStyle>
          <a:p>
            <a:r>
              <a:rPr lang="it-IT" altLang="en-US" sz="1600"/>
              <a:t>Why is MTTF not depending </a:t>
            </a:r>
            <a:r>
              <a:rPr lang="en-US" altLang="en-US" sz="1600"/>
              <a:t>monotonically on w/d ?</a:t>
            </a:r>
            <a:endParaRPr lang="it-IT" altLang="en-US" sz="1600">
              <a:sym typeface="Wingdings" panose="05000000000000000000" pitchFamily="2" charset="2"/>
            </a:endParaRPr>
          </a:p>
        </p:txBody>
      </p:sp>
      <p:pic>
        <p:nvPicPr>
          <p:cNvPr id="11277" name="Picture 4">
            <a:extLst>
              <a:ext uri="{FF2B5EF4-FFF2-40B4-BE49-F238E27FC236}">
                <a16:creationId xmlns:a16="http://schemas.microsoft.com/office/drawing/2014/main" id="{C47AB933-BF2A-8109-A10B-8769D72D22C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b="4305"/>
          <a:stretch>
            <a:fillRect/>
          </a:stretch>
        </p:blipFill>
        <p:spPr bwMode="auto">
          <a:xfrm>
            <a:off x="7581900" y="3106739"/>
            <a:ext cx="3086100" cy="26939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rgbClr val="646464"/>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1278" name="Picture 5">
            <a:extLst>
              <a:ext uri="{FF2B5EF4-FFF2-40B4-BE49-F238E27FC236}">
                <a16:creationId xmlns:a16="http://schemas.microsoft.com/office/drawing/2014/main" id="{160537AA-A60A-54D4-E599-42D363B2B35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932363" y="3089275"/>
            <a:ext cx="2868612" cy="2711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rgbClr val="646464"/>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a:extLst>
              <a:ext uri="{FF2B5EF4-FFF2-40B4-BE49-F238E27FC236}">
                <a16:creationId xmlns:a16="http://schemas.microsoft.com/office/drawing/2014/main" id="{166E42A7-3EC2-6EFF-9CEC-0D93E4E76BEF}"/>
              </a:ext>
            </a:extLst>
          </p:cNvPr>
          <p:cNvSpPr>
            <a:spLocks noGrp="1" noChangeArrowheads="1"/>
          </p:cNvSpPr>
          <p:nvPr>
            <p:ph type="title"/>
          </p:nvPr>
        </p:nvSpPr>
        <p:spPr/>
        <p:txBody>
          <a:bodyPr/>
          <a:lstStyle/>
          <a:p>
            <a:r>
              <a:rPr lang="it-IT" altLang="en-US"/>
              <a:t>An electromigration model</a:t>
            </a:r>
            <a:endParaRPr lang="en-US" altLang="en-US"/>
          </a:p>
        </p:txBody>
      </p:sp>
      <p:sp>
        <p:nvSpPr>
          <p:cNvPr id="13315" name="Content Placeholder 2">
            <a:extLst>
              <a:ext uri="{FF2B5EF4-FFF2-40B4-BE49-F238E27FC236}">
                <a16:creationId xmlns:a16="http://schemas.microsoft.com/office/drawing/2014/main" id="{F037298C-AD7F-B745-323A-F29794EED271}"/>
              </a:ext>
            </a:extLst>
          </p:cNvPr>
          <p:cNvSpPr>
            <a:spLocks noGrp="1" noChangeArrowheads="1"/>
          </p:cNvSpPr>
          <p:nvPr>
            <p:ph idx="1"/>
          </p:nvPr>
        </p:nvSpPr>
        <p:spPr>
          <a:xfrm>
            <a:off x="1879601" y="1524000"/>
            <a:ext cx="4792663" cy="4114800"/>
          </a:xfrm>
        </p:spPr>
        <p:txBody>
          <a:bodyPr/>
          <a:lstStyle/>
          <a:p>
            <a:r>
              <a:rPr lang="it-IT" altLang="en-US"/>
              <a:t>Little/no diffusion happens at spanning grains</a:t>
            </a:r>
          </a:p>
          <a:p>
            <a:r>
              <a:rPr lang="it-IT" altLang="en-US"/>
              <a:t>As electrons flow in the line, electro-migrating atoms are depleting at one spanning grain at accumulating at another</a:t>
            </a:r>
          </a:p>
          <a:p>
            <a:r>
              <a:rPr lang="it-IT" altLang="en-US"/>
              <a:t>A stress field builds up (compressive @ accumulation point, tensile @ depletion) </a:t>
            </a:r>
            <a:r>
              <a:rPr lang="it-IT" altLang="en-US">
                <a:sym typeface="Wingdings" panose="05000000000000000000" pitchFamily="2" charset="2"/>
              </a:rPr>
              <a:t> Al atoms flow backward due to stress field</a:t>
            </a:r>
          </a:p>
          <a:p>
            <a:r>
              <a:rPr lang="it-IT" altLang="en-US">
                <a:sym typeface="Wingdings" panose="05000000000000000000" pitchFamily="2" charset="2"/>
              </a:rPr>
              <a:t>At steady state the electromigration and stress-induced fluxes balance out </a:t>
            </a:r>
          </a:p>
          <a:p>
            <a:r>
              <a:rPr lang="it-IT" altLang="en-US">
                <a:sym typeface="Wingdings" panose="05000000000000000000" pitchFamily="2" charset="2"/>
              </a:rPr>
              <a:t>But… if stress overcome a critical level, the line can undergo irriversible deformation (voids, hillocks,etc.)</a:t>
            </a:r>
            <a:endParaRPr lang="en-US" altLang="en-US"/>
          </a:p>
        </p:txBody>
      </p:sp>
      <p:sp>
        <p:nvSpPr>
          <p:cNvPr id="13316" name="Slide Number Placeholder 3">
            <a:extLst>
              <a:ext uri="{FF2B5EF4-FFF2-40B4-BE49-F238E27FC236}">
                <a16:creationId xmlns:a16="http://schemas.microsoft.com/office/drawing/2014/main" id="{C02A35E2-4968-3316-DDEC-1E66900559DE}"/>
              </a:ext>
            </a:extLst>
          </p:cNvPr>
          <p:cNvSpPr>
            <a:spLocks noGrp="1"/>
          </p:cNvSpPr>
          <p:nvPr>
            <p:ph type="sldNum" sz="quarter" idx="10"/>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000">
                <a:solidFill>
                  <a:srgbClr val="000000"/>
                </a:solidFill>
                <a:latin typeface="Arial" panose="020B0604020202020204" pitchFamily="34" charset="0"/>
                <a:ea typeface="MS PGothic" panose="020B0600070205080204" pitchFamily="34" charset="-128"/>
              </a:defRPr>
            </a:lvl1pPr>
            <a:lvl2pPr marL="742950" indent="-285750">
              <a:defRPr sz="2000">
                <a:solidFill>
                  <a:srgbClr val="000000"/>
                </a:solidFill>
                <a:latin typeface="Arial" panose="020B0604020202020204" pitchFamily="34" charset="0"/>
                <a:ea typeface="MS PGothic" panose="020B0600070205080204" pitchFamily="34" charset="-128"/>
              </a:defRPr>
            </a:lvl2pPr>
            <a:lvl3pPr marL="1143000" indent="-228600">
              <a:defRPr sz="2000">
                <a:solidFill>
                  <a:srgbClr val="000000"/>
                </a:solidFill>
                <a:latin typeface="Arial" panose="020B0604020202020204" pitchFamily="34" charset="0"/>
                <a:ea typeface="MS PGothic" panose="020B0600070205080204" pitchFamily="34" charset="-128"/>
              </a:defRPr>
            </a:lvl3pPr>
            <a:lvl4pPr marL="1600200" indent="-228600">
              <a:defRPr sz="2000">
                <a:solidFill>
                  <a:srgbClr val="000000"/>
                </a:solidFill>
                <a:latin typeface="Arial" panose="020B0604020202020204" pitchFamily="34" charset="0"/>
                <a:ea typeface="MS PGothic" panose="020B0600070205080204" pitchFamily="34" charset="-128"/>
              </a:defRPr>
            </a:lvl4pPr>
            <a:lvl5pPr marL="2057400" indent="-228600">
              <a:defRPr sz="2000">
                <a:solidFill>
                  <a:srgbClr val="000000"/>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000">
                <a:solidFill>
                  <a:srgbClr val="000000"/>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000">
                <a:solidFill>
                  <a:srgbClr val="000000"/>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000">
                <a:solidFill>
                  <a:srgbClr val="000000"/>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000">
                <a:solidFill>
                  <a:srgbClr val="000000"/>
                </a:solidFill>
                <a:latin typeface="Arial" panose="020B0604020202020204" pitchFamily="34" charset="0"/>
                <a:ea typeface="MS PGothic" panose="020B0600070205080204" pitchFamily="34" charset="-128"/>
              </a:defRPr>
            </a:lvl9pPr>
          </a:lstStyle>
          <a:p>
            <a:r>
              <a:rPr lang="en-US" altLang="en-US" sz="800"/>
              <a:t>Page </a:t>
            </a:r>
            <a:fld id="{FCB01660-76D0-42A4-978F-5847C6DC559A}" type="slidenum">
              <a:rPr lang="en-US" altLang="en-US" sz="800"/>
              <a:pPr/>
              <a:t>4</a:t>
            </a:fld>
            <a:endParaRPr lang="en-US" altLang="en-US" sz="800"/>
          </a:p>
        </p:txBody>
      </p:sp>
      <p:pic>
        <p:nvPicPr>
          <p:cNvPr id="13317" name="Picture 4">
            <a:extLst>
              <a:ext uri="{FF2B5EF4-FFF2-40B4-BE49-F238E27FC236}">
                <a16:creationId xmlns:a16="http://schemas.microsoft.com/office/drawing/2014/main" id="{6F5704CC-7414-5032-9443-5209625D6CF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r="12898"/>
          <a:stretch>
            <a:fillRect/>
          </a:stretch>
        </p:blipFill>
        <p:spPr bwMode="auto">
          <a:xfrm>
            <a:off x="6672263" y="1524001"/>
            <a:ext cx="3778250" cy="4384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Title 1">
            <a:extLst>
              <a:ext uri="{FF2B5EF4-FFF2-40B4-BE49-F238E27FC236}">
                <a16:creationId xmlns:a16="http://schemas.microsoft.com/office/drawing/2014/main" id="{C768FF6E-B18A-AE78-9C3C-39FB44EEA85D}"/>
              </a:ext>
            </a:extLst>
          </p:cNvPr>
          <p:cNvSpPr>
            <a:spLocks noGrp="1" noChangeArrowheads="1"/>
          </p:cNvSpPr>
          <p:nvPr>
            <p:ph type="title"/>
          </p:nvPr>
        </p:nvSpPr>
        <p:spPr/>
        <p:txBody>
          <a:bodyPr/>
          <a:lstStyle/>
          <a:p>
            <a:r>
              <a:rPr lang="it-IT" altLang="en-US"/>
              <a:t>An electromigration model</a:t>
            </a:r>
            <a:endParaRPr lang="en-US" altLang="en-US"/>
          </a:p>
        </p:txBody>
      </p:sp>
      <p:sp>
        <p:nvSpPr>
          <p:cNvPr id="3" name="Content Placeholder 2">
            <a:extLst>
              <a:ext uri="{FF2B5EF4-FFF2-40B4-BE49-F238E27FC236}">
                <a16:creationId xmlns:a16="http://schemas.microsoft.com/office/drawing/2014/main" id="{8BBBD8D7-E6A8-847A-DAD7-7A608657455B}"/>
              </a:ext>
            </a:extLst>
          </p:cNvPr>
          <p:cNvSpPr>
            <a:spLocks noGrp="1" noRot="1" noChangeAspect="1" noMove="1" noResize="1" noEditPoints="1" noAdjustHandles="1" noChangeArrowheads="1" noChangeShapeType="1" noTextEdit="1"/>
          </p:cNvSpPr>
          <p:nvPr>
            <p:ph idx="1"/>
          </p:nvPr>
        </p:nvSpPr>
        <p:spPr>
          <a:blipFill>
            <a:blip r:embed="rId2"/>
            <a:stretch>
              <a:fillRect l="-580" t="-1037" b="-1333"/>
            </a:stretch>
          </a:blipFill>
        </p:spPr>
        <p:txBody>
          <a:bodyPr/>
          <a:lstStyle/>
          <a:p>
            <a:pPr>
              <a:defRPr/>
            </a:pPr>
            <a:r>
              <a:rPr lang="en-US">
                <a:noFill/>
                <a:ea typeface="+mn-ea"/>
              </a:rPr>
              <a:t> </a:t>
            </a:r>
          </a:p>
        </p:txBody>
      </p:sp>
      <p:sp>
        <p:nvSpPr>
          <p:cNvPr id="14340" name="Slide Number Placeholder 3">
            <a:extLst>
              <a:ext uri="{FF2B5EF4-FFF2-40B4-BE49-F238E27FC236}">
                <a16:creationId xmlns:a16="http://schemas.microsoft.com/office/drawing/2014/main" id="{B126EB7E-5B73-E169-4639-CE0313F997F0}"/>
              </a:ext>
            </a:extLst>
          </p:cNvPr>
          <p:cNvSpPr>
            <a:spLocks noGrp="1"/>
          </p:cNvSpPr>
          <p:nvPr>
            <p:ph type="sldNum" sz="quarter" idx="10"/>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000">
                <a:solidFill>
                  <a:srgbClr val="000000"/>
                </a:solidFill>
                <a:latin typeface="Arial" panose="020B0604020202020204" pitchFamily="34" charset="0"/>
                <a:ea typeface="MS PGothic" panose="020B0600070205080204" pitchFamily="34" charset="-128"/>
              </a:defRPr>
            </a:lvl1pPr>
            <a:lvl2pPr marL="742950" indent="-285750">
              <a:defRPr sz="2000">
                <a:solidFill>
                  <a:srgbClr val="000000"/>
                </a:solidFill>
                <a:latin typeface="Arial" panose="020B0604020202020204" pitchFamily="34" charset="0"/>
                <a:ea typeface="MS PGothic" panose="020B0600070205080204" pitchFamily="34" charset="-128"/>
              </a:defRPr>
            </a:lvl2pPr>
            <a:lvl3pPr marL="1143000" indent="-228600">
              <a:defRPr sz="2000">
                <a:solidFill>
                  <a:srgbClr val="000000"/>
                </a:solidFill>
                <a:latin typeface="Arial" panose="020B0604020202020204" pitchFamily="34" charset="0"/>
                <a:ea typeface="MS PGothic" panose="020B0600070205080204" pitchFamily="34" charset="-128"/>
              </a:defRPr>
            </a:lvl3pPr>
            <a:lvl4pPr marL="1600200" indent="-228600">
              <a:defRPr sz="2000">
                <a:solidFill>
                  <a:srgbClr val="000000"/>
                </a:solidFill>
                <a:latin typeface="Arial" panose="020B0604020202020204" pitchFamily="34" charset="0"/>
                <a:ea typeface="MS PGothic" panose="020B0600070205080204" pitchFamily="34" charset="-128"/>
              </a:defRPr>
            </a:lvl4pPr>
            <a:lvl5pPr marL="2057400" indent="-228600">
              <a:defRPr sz="2000">
                <a:solidFill>
                  <a:srgbClr val="000000"/>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000">
                <a:solidFill>
                  <a:srgbClr val="000000"/>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000">
                <a:solidFill>
                  <a:srgbClr val="000000"/>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000">
                <a:solidFill>
                  <a:srgbClr val="000000"/>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000">
                <a:solidFill>
                  <a:srgbClr val="000000"/>
                </a:solidFill>
                <a:latin typeface="Arial" panose="020B0604020202020204" pitchFamily="34" charset="0"/>
                <a:ea typeface="MS PGothic" panose="020B0600070205080204" pitchFamily="34" charset="-128"/>
              </a:defRPr>
            </a:lvl9pPr>
          </a:lstStyle>
          <a:p>
            <a:r>
              <a:rPr lang="en-US" altLang="en-US" sz="800"/>
              <a:t>Page </a:t>
            </a:r>
            <a:fld id="{6E181213-4EAF-4A3F-9145-FA6D26584347}" type="slidenum">
              <a:rPr lang="en-US" altLang="en-US" sz="800"/>
              <a:pPr/>
              <a:t>5</a:t>
            </a:fld>
            <a:endParaRPr lang="en-US" altLang="en-US" sz="800"/>
          </a:p>
        </p:txBody>
      </p:sp>
      <p:pic>
        <p:nvPicPr>
          <p:cNvPr id="14341" name="Picture 4">
            <a:extLst>
              <a:ext uri="{FF2B5EF4-FFF2-40B4-BE49-F238E27FC236}">
                <a16:creationId xmlns:a16="http://schemas.microsoft.com/office/drawing/2014/main" id="{AF28B7FC-2B35-CB1A-6401-47228939893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899433" y="2314670"/>
            <a:ext cx="2924175" cy="2085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Title 1">
            <a:extLst>
              <a:ext uri="{FF2B5EF4-FFF2-40B4-BE49-F238E27FC236}">
                <a16:creationId xmlns:a16="http://schemas.microsoft.com/office/drawing/2014/main" id="{E5661E2F-EB85-1D88-8C51-AED36D12CEE7}"/>
              </a:ext>
            </a:extLst>
          </p:cNvPr>
          <p:cNvSpPr>
            <a:spLocks noGrp="1" noChangeArrowheads="1"/>
          </p:cNvSpPr>
          <p:nvPr>
            <p:ph type="title"/>
          </p:nvPr>
        </p:nvSpPr>
        <p:spPr/>
        <p:txBody>
          <a:bodyPr/>
          <a:lstStyle/>
          <a:p>
            <a:r>
              <a:rPr lang="it-IT" altLang="en-US"/>
              <a:t>An electromigration model</a:t>
            </a:r>
            <a:endParaRPr lang="en-US" altLang="en-US"/>
          </a:p>
        </p:txBody>
      </p:sp>
      <p:sp>
        <p:nvSpPr>
          <p:cNvPr id="3" name="Content Placeholder 2">
            <a:extLst>
              <a:ext uri="{FF2B5EF4-FFF2-40B4-BE49-F238E27FC236}">
                <a16:creationId xmlns:a16="http://schemas.microsoft.com/office/drawing/2014/main" id="{BB5B7165-E5F8-0369-F89E-76B19AC8F098}"/>
              </a:ext>
            </a:extLst>
          </p:cNvPr>
          <p:cNvSpPr>
            <a:spLocks noGrp="1" noRot="1" noChangeAspect="1" noMove="1" noResize="1" noEditPoints="1" noAdjustHandles="1" noChangeArrowheads="1" noChangeShapeType="1" noTextEdit="1"/>
          </p:cNvSpPr>
          <p:nvPr>
            <p:ph idx="1"/>
          </p:nvPr>
        </p:nvSpPr>
        <p:spPr>
          <a:xfrm>
            <a:off x="1879600" y="1524000"/>
            <a:ext cx="5290598" cy="4114800"/>
          </a:xfrm>
          <a:blipFill>
            <a:blip r:embed="rId2"/>
            <a:stretch>
              <a:fillRect b="-10074"/>
            </a:stretch>
          </a:blipFill>
        </p:spPr>
        <p:txBody>
          <a:bodyPr/>
          <a:lstStyle/>
          <a:p>
            <a:pPr>
              <a:defRPr/>
            </a:pPr>
            <a:r>
              <a:rPr lang="en-US">
                <a:noFill/>
                <a:ea typeface="+mn-ea"/>
              </a:rPr>
              <a:t> </a:t>
            </a:r>
          </a:p>
        </p:txBody>
      </p:sp>
      <p:sp>
        <p:nvSpPr>
          <p:cNvPr id="15364" name="Slide Number Placeholder 3">
            <a:extLst>
              <a:ext uri="{FF2B5EF4-FFF2-40B4-BE49-F238E27FC236}">
                <a16:creationId xmlns:a16="http://schemas.microsoft.com/office/drawing/2014/main" id="{AA224301-73A0-87DF-97CC-489AF7048DF0}"/>
              </a:ext>
            </a:extLst>
          </p:cNvPr>
          <p:cNvSpPr>
            <a:spLocks noGrp="1"/>
          </p:cNvSpPr>
          <p:nvPr>
            <p:ph type="sldNum" sz="quarter" idx="10"/>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000">
                <a:solidFill>
                  <a:srgbClr val="000000"/>
                </a:solidFill>
                <a:latin typeface="Arial" panose="020B0604020202020204" pitchFamily="34" charset="0"/>
                <a:ea typeface="MS PGothic" panose="020B0600070205080204" pitchFamily="34" charset="-128"/>
              </a:defRPr>
            </a:lvl1pPr>
            <a:lvl2pPr marL="742950" indent="-285750">
              <a:defRPr sz="2000">
                <a:solidFill>
                  <a:srgbClr val="000000"/>
                </a:solidFill>
                <a:latin typeface="Arial" panose="020B0604020202020204" pitchFamily="34" charset="0"/>
                <a:ea typeface="MS PGothic" panose="020B0600070205080204" pitchFamily="34" charset="-128"/>
              </a:defRPr>
            </a:lvl2pPr>
            <a:lvl3pPr marL="1143000" indent="-228600">
              <a:defRPr sz="2000">
                <a:solidFill>
                  <a:srgbClr val="000000"/>
                </a:solidFill>
                <a:latin typeface="Arial" panose="020B0604020202020204" pitchFamily="34" charset="0"/>
                <a:ea typeface="MS PGothic" panose="020B0600070205080204" pitchFamily="34" charset="-128"/>
              </a:defRPr>
            </a:lvl3pPr>
            <a:lvl4pPr marL="1600200" indent="-228600">
              <a:defRPr sz="2000">
                <a:solidFill>
                  <a:srgbClr val="000000"/>
                </a:solidFill>
                <a:latin typeface="Arial" panose="020B0604020202020204" pitchFamily="34" charset="0"/>
                <a:ea typeface="MS PGothic" panose="020B0600070205080204" pitchFamily="34" charset="-128"/>
              </a:defRPr>
            </a:lvl4pPr>
            <a:lvl5pPr marL="2057400" indent="-228600">
              <a:defRPr sz="2000">
                <a:solidFill>
                  <a:srgbClr val="000000"/>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000">
                <a:solidFill>
                  <a:srgbClr val="000000"/>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000">
                <a:solidFill>
                  <a:srgbClr val="000000"/>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000">
                <a:solidFill>
                  <a:srgbClr val="000000"/>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000">
                <a:solidFill>
                  <a:srgbClr val="000000"/>
                </a:solidFill>
                <a:latin typeface="Arial" panose="020B0604020202020204" pitchFamily="34" charset="0"/>
                <a:ea typeface="MS PGothic" panose="020B0600070205080204" pitchFamily="34" charset="-128"/>
              </a:defRPr>
            </a:lvl9pPr>
          </a:lstStyle>
          <a:p>
            <a:r>
              <a:rPr lang="en-US" altLang="en-US" sz="800"/>
              <a:t>Page </a:t>
            </a:r>
            <a:fld id="{2605D3C5-7F96-4BF6-85C3-1928A3F34D3E}" type="slidenum">
              <a:rPr lang="en-US" altLang="en-US" sz="800"/>
              <a:pPr/>
              <a:t>6</a:t>
            </a:fld>
            <a:endParaRPr lang="en-US" altLang="en-US" sz="800"/>
          </a:p>
        </p:txBody>
      </p:sp>
      <p:pic>
        <p:nvPicPr>
          <p:cNvPr id="15365" name="Picture 4">
            <a:extLst>
              <a:ext uri="{FF2B5EF4-FFF2-40B4-BE49-F238E27FC236}">
                <a16:creationId xmlns:a16="http://schemas.microsoft.com/office/drawing/2014/main" id="{2F19960D-5DA7-0D39-3D14-C8031C8C864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562851" y="2101851"/>
            <a:ext cx="2924175" cy="2085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Title 1">
            <a:extLst>
              <a:ext uri="{FF2B5EF4-FFF2-40B4-BE49-F238E27FC236}">
                <a16:creationId xmlns:a16="http://schemas.microsoft.com/office/drawing/2014/main" id="{15DF8651-7492-71A6-6011-B85701B34B25}"/>
              </a:ext>
            </a:extLst>
          </p:cNvPr>
          <p:cNvSpPr>
            <a:spLocks noGrp="1" noChangeArrowheads="1"/>
          </p:cNvSpPr>
          <p:nvPr>
            <p:ph type="title"/>
          </p:nvPr>
        </p:nvSpPr>
        <p:spPr/>
        <p:txBody>
          <a:bodyPr/>
          <a:lstStyle/>
          <a:p>
            <a:r>
              <a:rPr lang="it-IT" altLang="en-US"/>
              <a:t>Bibliogrpahy</a:t>
            </a:r>
            <a:endParaRPr lang="en-US" altLang="en-US"/>
          </a:p>
        </p:txBody>
      </p:sp>
      <p:sp>
        <p:nvSpPr>
          <p:cNvPr id="16387" name="Content Placeholder 2">
            <a:extLst>
              <a:ext uri="{FF2B5EF4-FFF2-40B4-BE49-F238E27FC236}">
                <a16:creationId xmlns:a16="http://schemas.microsoft.com/office/drawing/2014/main" id="{79595675-8308-2909-8AFD-4BB6111B52B2}"/>
              </a:ext>
            </a:extLst>
          </p:cNvPr>
          <p:cNvSpPr>
            <a:spLocks noGrp="1" noChangeArrowheads="1"/>
          </p:cNvSpPr>
          <p:nvPr>
            <p:ph idx="1"/>
          </p:nvPr>
        </p:nvSpPr>
        <p:spPr/>
        <p:txBody>
          <a:bodyPr/>
          <a:lstStyle/>
          <a:p>
            <a:r>
              <a:rPr lang="it-IT" altLang="en-US"/>
              <a:t>All picture in these slides are from</a:t>
            </a:r>
          </a:p>
          <a:p>
            <a:pPr lvl="1"/>
            <a:r>
              <a:rPr lang="en-US" altLang="en-US"/>
              <a:t>C.S. Hau-Riege / Microelectronics Reliability 44 (2004) 195–205</a:t>
            </a:r>
          </a:p>
          <a:p>
            <a:pPr lvl="1"/>
            <a:r>
              <a:rPr lang="en-US" altLang="en-US"/>
              <a:t>Your textbook</a:t>
            </a:r>
          </a:p>
        </p:txBody>
      </p:sp>
      <p:sp>
        <p:nvSpPr>
          <p:cNvPr id="16388" name="Slide Number Placeholder 3">
            <a:extLst>
              <a:ext uri="{FF2B5EF4-FFF2-40B4-BE49-F238E27FC236}">
                <a16:creationId xmlns:a16="http://schemas.microsoft.com/office/drawing/2014/main" id="{4CBFDCDE-F713-D89C-610F-ADA5A12DDA1D}"/>
              </a:ext>
            </a:extLst>
          </p:cNvPr>
          <p:cNvSpPr>
            <a:spLocks noGrp="1"/>
          </p:cNvSpPr>
          <p:nvPr>
            <p:ph type="sldNum" sz="quarter" idx="10"/>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000">
                <a:solidFill>
                  <a:srgbClr val="000000"/>
                </a:solidFill>
                <a:latin typeface="Arial" panose="020B0604020202020204" pitchFamily="34" charset="0"/>
                <a:ea typeface="MS PGothic" panose="020B0600070205080204" pitchFamily="34" charset="-128"/>
              </a:defRPr>
            </a:lvl1pPr>
            <a:lvl2pPr marL="742950" indent="-285750">
              <a:defRPr sz="2000">
                <a:solidFill>
                  <a:srgbClr val="000000"/>
                </a:solidFill>
                <a:latin typeface="Arial" panose="020B0604020202020204" pitchFamily="34" charset="0"/>
                <a:ea typeface="MS PGothic" panose="020B0600070205080204" pitchFamily="34" charset="-128"/>
              </a:defRPr>
            </a:lvl2pPr>
            <a:lvl3pPr marL="1143000" indent="-228600">
              <a:defRPr sz="2000">
                <a:solidFill>
                  <a:srgbClr val="000000"/>
                </a:solidFill>
                <a:latin typeface="Arial" panose="020B0604020202020204" pitchFamily="34" charset="0"/>
                <a:ea typeface="MS PGothic" panose="020B0600070205080204" pitchFamily="34" charset="-128"/>
              </a:defRPr>
            </a:lvl3pPr>
            <a:lvl4pPr marL="1600200" indent="-228600">
              <a:defRPr sz="2000">
                <a:solidFill>
                  <a:srgbClr val="000000"/>
                </a:solidFill>
                <a:latin typeface="Arial" panose="020B0604020202020204" pitchFamily="34" charset="0"/>
                <a:ea typeface="MS PGothic" panose="020B0600070205080204" pitchFamily="34" charset="-128"/>
              </a:defRPr>
            </a:lvl4pPr>
            <a:lvl5pPr marL="2057400" indent="-228600">
              <a:defRPr sz="2000">
                <a:solidFill>
                  <a:srgbClr val="000000"/>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000">
                <a:solidFill>
                  <a:srgbClr val="000000"/>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000">
                <a:solidFill>
                  <a:srgbClr val="000000"/>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000">
                <a:solidFill>
                  <a:srgbClr val="000000"/>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000">
                <a:solidFill>
                  <a:srgbClr val="000000"/>
                </a:solidFill>
                <a:latin typeface="Arial" panose="020B0604020202020204" pitchFamily="34" charset="0"/>
                <a:ea typeface="MS PGothic" panose="020B0600070205080204" pitchFamily="34" charset="-128"/>
              </a:defRPr>
            </a:lvl9pPr>
          </a:lstStyle>
          <a:p>
            <a:r>
              <a:rPr lang="en-US" altLang="en-US" sz="800"/>
              <a:t>Page </a:t>
            </a:r>
            <a:fld id="{8540544B-62D7-42F3-8C21-A54CDD2E7572}" type="slidenum">
              <a:rPr lang="en-US" altLang="en-US" sz="800"/>
              <a:pPr/>
              <a:t>7</a:t>
            </a:fld>
            <a:endParaRPr lang="en-US" altLang="en-US" sz="800"/>
          </a:p>
        </p:txBody>
      </p:sp>
    </p:spTree>
  </p:cSld>
  <p:clrMapOvr>
    <a:masterClrMapping/>
  </p:clrMapOvr>
</p:sld>
</file>

<file path=ppt/theme/theme1.xml><?xml version="1.0" encoding="utf-8"?>
<a:theme xmlns:a="http://schemas.openxmlformats.org/drawingml/2006/main" name="Micron">
  <a:themeElements>
    <a:clrScheme name="Custom 1">
      <a:dk1>
        <a:srgbClr val="000000"/>
      </a:dk1>
      <a:lt1>
        <a:srgbClr val="FFFFFF"/>
      </a:lt1>
      <a:dk2>
        <a:srgbClr val="262626"/>
      </a:dk2>
      <a:lt2>
        <a:srgbClr val="F2F2F2"/>
      </a:lt2>
      <a:accent1>
        <a:srgbClr val="BD03F7"/>
      </a:accent1>
      <a:accent2>
        <a:srgbClr val="8C8C8C"/>
      </a:accent2>
      <a:accent3>
        <a:srgbClr val="32C8FF"/>
      </a:accent3>
      <a:accent4>
        <a:srgbClr val="01AB01"/>
      </a:accent4>
      <a:accent5>
        <a:srgbClr val="FF9900"/>
      </a:accent5>
      <a:accent6>
        <a:srgbClr val="2044FF"/>
      </a:accent6>
      <a:hlink>
        <a:srgbClr val="BD03F7"/>
      </a:hlink>
      <a:folHlink>
        <a:srgbClr val="BD03F7"/>
      </a:folHlink>
    </a:clrScheme>
    <a:fontScheme name="Micron Fonts">
      <a:majorFont>
        <a:latin typeface="Arial"/>
        <a:ea typeface=""/>
        <a:cs typeface=""/>
      </a:majorFont>
      <a:minorFont>
        <a:latin typeface="Arial"/>
        <a:ea typeface=""/>
        <a:cs typeface=""/>
      </a:minorFont>
    </a:fontScheme>
    <a:fmtScheme name="Micron Effects">
      <a:fillStyleLst>
        <a:solidFill>
          <a:schemeClr val="phClr"/>
        </a:solidFill>
        <a:solidFill>
          <a:schemeClr val="phClr"/>
        </a:solidFill>
        <a:solidFill>
          <a:schemeClr val="phClr"/>
        </a:solidFill>
      </a:fillStyleLst>
      <a:lnStyleLst>
        <a:ln w="6350" cap="sq" cmpd="sng" algn="ctr">
          <a:solidFill>
            <a:schemeClr val="phClr"/>
          </a:solidFill>
          <a:prstDash val="solid"/>
          <a:miter lim="800000"/>
        </a:ln>
        <a:ln w="6350" cap="sq" cmpd="sng" algn="ctr">
          <a:solidFill>
            <a:schemeClr val="phClr"/>
          </a:solidFill>
          <a:prstDash val="solid"/>
          <a:miter lim="800000"/>
        </a:ln>
        <a:ln w="6350" cap="sq" cmpd="sng" algn="ctr">
          <a:solidFill>
            <a:schemeClr val="phClr"/>
          </a:solidFill>
          <a:prstDash val="solid"/>
          <a:miter lim="800000"/>
        </a:ln>
      </a:lnStyleLst>
      <a:effectStyleLst>
        <a:effectStyle>
          <a:effectLst/>
        </a:effectStyle>
        <a:effectStyle>
          <a:effectLst/>
        </a:effectStyle>
        <a:effectStyle>
          <a:effectLst>
            <a:outerShdw blurRad="127000" dist="63500" dir="2700000" algn="br" rotWithShape="0">
              <a:srgbClr val="000000">
                <a:alpha val="25000"/>
              </a:srgbClr>
            </a:outerShdw>
          </a:effectLst>
        </a:effectStyle>
      </a:effectStyleLst>
      <a:bgFillStyleLst>
        <a:solidFill>
          <a:schemeClr val="phClr"/>
        </a:solidFill>
        <a:solidFill>
          <a:schemeClr val="phClr"/>
        </a:solidFill>
        <a:solidFill>
          <a:schemeClr val="phClr"/>
        </a:solidFill>
      </a:bgFillStyleLst>
    </a:fmtScheme>
  </a:themeElements>
  <a:objectDefaults>
    <a:spDef>
      <a:spPr>
        <a:ln w="6350" cap="sq">
          <a:miter lim="800000"/>
        </a:ln>
      </a:spPr>
      <a:bodyPr/>
      <a:lstStyle>
        <a:defPPr algn="ctr">
          <a:lnSpc>
            <a:spcPct val="100000"/>
          </a:lnSpc>
          <a:defRPr sz="1800"/>
        </a:defPPr>
      </a:lstStyle>
      <a:style>
        <a:lnRef idx="0">
          <a:schemeClr val="tx1"/>
        </a:lnRef>
        <a:fillRef idx="1">
          <a:schemeClr val="tx1"/>
        </a:fillRef>
        <a:effectRef idx="0">
          <a:srgbClr val="000000"/>
        </a:effectRef>
        <a:fontRef idx="minor">
          <a:schemeClr val="bg1"/>
        </a:fontRef>
      </a:style>
    </a:spDef>
    <a:lnDef>
      <a:spPr>
        <a:ln w="6350" cap="sq">
          <a:miter lim="800000"/>
        </a:ln>
      </a:spPr>
      <a:bodyPr/>
      <a:lstStyle/>
      <a:style>
        <a:lnRef idx="1">
          <a:schemeClr val="tx1"/>
        </a:lnRef>
        <a:fillRef idx="0">
          <a:schemeClr val="tx1"/>
        </a:fillRef>
        <a:effectRef idx="0">
          <a:srgbClr val="000000"/>
        </a:effectRef>
        <a:fontRef idx="minor">
          <a:schemeClr val="bg1"/>
        </a:fontRef>
      </a:style>
    </a:lnDef>
    <a:txDef>
      <a:spPr>
        <a:noFill/>
      </a:spPr>
      <a:bodyPr wrap="square" lIns="0" tIns="0" rIns="0" bIns="0" rtlCol="0">
        <a:spAutoFit/>
      </a:bodyPr>
      <a:lstStyle>
        <a:defPPr algn="l">
          <a:lnSpc>
            <a:spcPct val="100000"/>
          </a:lnSpc>
          <a:defRPr sz="1800" dirty="0" err="1" smtClean="0"/>
        </a:defPPr>
      </a:lstStyle>
    </a:txDef>
  </a:objectDefaults>
  <a:extraClrSchemeLst/>
  <a:custClrLst>
    <a:custClr name="White">
      <a:srgbClr val="FFFFFF"/>
    </a:custClr>
    <a:custClr name="Black">
      <a:srgbClr val="000000"/>
    </a:custClr>
    <a:custClr name="Purple A">
      <a:srgbClr val="BD03F7"/>
    </a:custClr>
    <a:custClr name="Purple B">
      <a:srgbClr val="FF8CFF"/>
    </a:custClr>
    <a:custClr name="Purple C">
      <a:srgbClr val="FCCAFA"/>
    </a:custClr>
    <a:custClr name="Gray A">
      <a:srgbClr val="262626"/>
    </a:custClr>
    <a:custClr name="Gray B">
      <a:srgbClr val="4D4D4D"/>
    </a:custClr>
    <a:custClr name="Gray C">
      <a:srgbClr val="8C8C8C"/>
    </a:custClr>
    <a:custClr name="Gray D">
      <a:srgbClr val="BFBFBF"/>
    </a:custClr>
    <a:custClr name="Gray E">
      <a:srgbClr val="E6E6E6"/>
    </a:custClr>
    <a:custClr name="Gray F">
      <a:srgbClr val="F2F2F2"/>
    </a:custClr>
    <a:custClr name="Blue A">
      <a:srgbClr val="2044FF"/>
    </a:custClr>
    <a:custClr name="Blue B">
      <a:srgbClr val="32C8FF"/>
    </a:custClr>
    <a:custClr name="Blue C">
      <a:srgbClr val="96FAFC"/>
    </a:custClr>
    <a:custClr name="Green A">
      <a:srgbClr val="01AB01"/>
    </a:custClr>
    <a:custClr name="Green B">
      <a:srgbClr val="78F05A"/>
    </a:custClr>
    <a:custClr name="Green C">
      <a:srgbClr val="B6FCB4"/>
    </a:custClr>
    <a:custClr name="Gold A">
      <a:srgbClr val="FF9900"/>
    </a:custClr>
    <a:custClr name="Gold B">
      <a:srgbClr val="FFCC00"/>
    </a:custClr>
    <a:custClr name="Gold C">
      <a:srgbClr val="FFEC32"/>
    </a:custClr>
    <a:custClr name="Semiotic Green">
      <a:srgbClr val="00891C"/>
    </a:custClr>
    <a:custClr name="Semiotic Yellow">
      <a:srgbClr val="FFDE00"/>
    </a:custClr>
    <a:custClr name="Semiotic Red">
      <a:srgbClr val="EC0B00"/>
    </a:custClr>
  </a:custClrLst>
  <a:extLst>
    <a:ext uri="{05A4C25C-085E-4340-85A3-A5531E510DB2}">
      <thm15:themeFamily xmlns:thm15="http://schemas.microsoft.com/office/thememl/2012/main" name="Blank.pptx" id="{2E5F151F-97D2-4DD4-8DAD-E3CD0A6F382A}" vid="{C72134E5-D970-4521-AA44-C9918EA35CF6}"/>
    </a:ext>
  </a:extLst>
</a:theme>
</file>

<file path=ppt/theme/theme2.xml><?xml version="1.0" encoding="utf-8"?>
<a:theme xmlns:a="http://schemas.openxmlformats.org/drawingml/2006/main" name="Micron">
  <a:themeElements>
    <a:clrScheme name="Micron Colors">
      <a:dk1>
        <a:srgbClr val="000000"/>
      </a:dk1>
      <a:lt1>
        <a:srgbClr val="FFFFFF"/>
      </a:lt1>
      <a:dk2>
        <a:srgbClr val="262626"/>
      </a:dk2>
      <a:lt2>
        <a:srgbClr val="F2F2F2"/>
      </a:lt2>
      <a:accent1>
        <a:srgbClr val="BD03F7"/>
      </a:accent1>
      <a:accent2>
        <a:srgbClr val="8C8C8C"/>
      </a:accent2>
      <a:accent3>
        <a:srgbClr val="32C8FF"/>
      </a:accent3>
      <a:accent4>
        <a:srgbClr val="01AB01"/>
      </a:accent4>
      <a:accent5>
        <a:srgbClr val="FFCC00"/>
      </a:accent5>
      <a:accent6>
        <a:srgbClr val="2044FF"/>
      </a:accent6>
      <a:hlink>
        <a:srgbClr val="BD03F7"/>
      </a:hlink>
      <a:folHlink>
        <a:srgbClr val="BD03F7"/>
      </a:folHlink>
    </a:clrScheme>
    <a:fontScheme name="Micron Fonts">
      <a:majorFont>
        <a:latin typeface="Arial"/>
        <a:ea typeface=""/>
        <a:cs typeface=""/>
      </a:majorFont>
      <a:minorFont>
        <a:latin typeface="Arial"/>
        <a:ea typeface=""/>
        <a:cs typeface=""/>
      </a:minorFont>
    </a:fontScheme>
    <a:fmtScheme name="Micron Effects">
      <a:fillStyleLst>
        <a:solidFill>
          <a:schemeClr val="phClr"/>
        </a:solidFill>
        <a:solidFill>
          <a:schemeClr val="phClr"/>
        </a:solidFill>
        <a:solidFill>
          <a:schemeClr val="phClr"/>
        </a:solidFill>
      </a:fillStyleLst>
      <a:lnStyleLst>
        <a:ln w="6350" cap="sq" cmpd="sng" algn="ctr">
          <a:solidFill>
            <a:schemeClr val="phClr"/>
          </a:solidFill>
          <a:prstDash val="solid"/>
          <a:miter lim="800000"/>
        </a:ln>
        <a:ln w="6350" cap="sq" cmpd="sng" algn="ctr">
          <a:solidFill>
            <a:schemeClr val="phClr"/>
          </a:solidFill>
          <a:prstDash val="solid"/>
          <a:miter lim="800000"/>
        </a:ln>
        <a:ln w="6350" cap="sq" cmpd="sng" algn="ctr">
          <a:solidFill>
            <a:schemeClr val="phClr"/>
          </a:solidFill>
          <a:prstDash val="solid"/>
          <a:miter lim="800000"/>
        </a:ln>
      </a:lnStyleLst>
      <a:effectStyleLst>
        <a:effectStyle>
          <a:effectLst/>
        </a:effectStyle>
        <a:effectStyle>
          <a:effectLst/>
        </a:effectStyle>
        <a:effectStyle>
          <a:effectLst>
            <a:outerShdw blurRad="127000" dist="63500" dir="2700000" algn="br" rotWithShape="0">
              <a:srgbClr val="000000">
                <a:alpha val="25000"/>
              </a:srgbClr>
            </a:outerShdw>
          </a:effectLst>
        </a:effectStyle>
      </a:effectStyleLst>
      <a:bgFillStyleLst>
        <a:solidFill>
          <a:schemeClr val="phClr"/>
        </a:solidFill>
        <a:solidFill>
          <a:schemeClr val="phClr"/>
        </a:solidFill>
        <a:solidFill>
          <a:schemeClr val="phClr"/>
        </a:solidFill>
      </a:bgFillStyleLst>
    </a:fmtScheme>
  </a:themeElements>
  <a:objectDefaults>
    <a:spDef>
      <a:spPr>
        <a:ln w="6350" cap="sq">
          <a:miter lim="800000"/>
        </a:ln>
      </a:spPr>
      <a:bodyPr/>
      <a:lstStyle>
        <a:defPPr algn="ctr">
          <a:lnSpc>
            <a:spcPct val="100000"/>
          </a:lnSpc>
          <a:defRPr sz="1800"/>
        </a:defPPr>
      </a:lstStyle>
      <a:style>
        <a:lnRef idx="0">
          <a:schemeClr val="tx1"/>
        </a:lnRef>
        <a:fillRef idx="1">
          <a:schemeClr val="tx1"/>
        </a:fillRef>
        <a:effectRef idx="0">
          <a:srgbClr val="000000"/>
        </a:effectRef>
        <a:fontRef idx="minor">
          <a:schemeClr val="bg1"/>
        </a:fontRef>
      </a:style>
    </a:spDef>
    <a:lnDef>
      <a:spPr>
        <a:ln w="6350" cap="sq">
          <a:miter lim="800000"/>
        </a:ln>
      </a:spPr>
      <a:bodyPr/>
      <a:lstStyle/>
      <a:style>
        <a:lnRef idx="1">
          <a:schemeClr val="tx1"/>
        </a:lnRef>
        <a:fillRef idx="0">
          <a:schemeClr val="tx1"/>
        </a:fillRef>
        <a:effectRef idx="0">
          <a:srgbClr val="000000"/>
        </a:effectRef>
        <a:fontRef idx="minor">
          <a:schemeClr val="bg1"/>
        </a:fontRef>
      </a:style>
    </a:lnDef>
    <a:txDef>
      <a:spPr>
        <a:noFill/>
      </a:spPr>
      <a:bodyPr wrap="square" lIns="0" tIns="0" rIns="0" bIns="0" rtlCol="0">
        <a:noAutofit/>
      </a:bodyPr>
      <a:lstStyle>
        <a:defPPr>
          <a:lnSpc>
            <a:spcPct val="100000"/>
          </a:lnSpc>
          <a:defRPr sz="1800"/>
        </a:defPPr>
      </a:lstStyle>
    </a:txDef>
  </a:objectDefaults>
  <a:extraClrSchemeLst/>
  <a:custClrLst>
    <a:custClr name="White">
      <a:srgbClr val="FFFFFF"/>
    </a:custClr>
    <a:custClr name="Black">
      <a:srgbClr val="000000"/>
    </a:custClr>
    <a:custClr name="Purple A">
      <a:srgbClr val="BD03F7"/>
    </a:custClr>
    <a:custClr name="Purple B">
      <a:srgbClr val="FF8CFF"/>
    </a:custClr>
    <a:custClr name="Purple C">
      <a:srgbClr val="FCCAFA"/>
    </a:custClr>
    <a:custClr name="Gray A">
      <a:srgbClr val="262626"/>
    </a:custClr>
    <a:custClr name="Gray B">
      <a:srgbClr val="4D4D4D"/>
    </a:custClr>
    <a:custClr name="Gray C">
      <a:srgbClr val="8C8C8C"/>
    </a:custClr>
    <a:custClr name="Gray D">
      <a:srgbClr val="BFBFBF"/>
    </a:custClr>
    <a:custClr name="Gray E">
      <a:srgbClr val="E6E6E6"/>
    </a:custClr>
    <a:custClr name="Gray F">
      <a:srgbClr val="F2F2F2"/>
    </a:custClr>
    <a:custClr name="Blue A">
      <a:srgbClr val="2044FF"/>
    </a:custClr>
    <a:custClr name="Blue B">
      <a:srgbClr val="32C8FF"/>
    </a:custClr>
    <a:custClr name="Blue C">
      <a:srgbClr val="96FAFC"/>
    </a:custClr>
    <a:custClr name="Green A">
      <a:srgbClr val="01AB01"/>
    </a:custClr>
    <a:custClr name="Green B">
      <a:srgbClr val="78F05A"/>
    </a:custClr>
    <a:custClr name="Green C">
      <a:srgbClr val="B6FCB4"/>
    </a:custClr>
    <a:custClr name="Gold A">
      <a:srgbClr val="FF9900"/>
    </a:custClr>
    <a:custClr name="Gold B">
      <a:srgbClr val="FFCC00"/>
    </a:custClr>
    <a:custClr name="Gold C">
      <a:srgbClr val="FFEC32"/>
    </a:custClr>
    <a:custClr name="Semiotic Green">
      <a:srgbClr val="00891C"/>
    </a:custClr>
    <a:custClr name="Semiotic Yellow">
      <a:srgbClr val="FFDE00"/>
    </a:custClr>
    <a:custClr name="Semiotic Red">
      <a:srgbClr val="EC0B00"/>
    </a:custClr>
  </a:custClrLst>
</a:theme>
</file>

<file path=ppt/theme/theme3.xml><?xml version="1.0" encoding="utf-8"?>
<a:theme xmlns:a="http://schemas.openxmlformats.org/drawingml/2006/main" name="Micron">
  <a:themeElements>
    <a:clrScheme name="Micron Colors">
      <a:dk1>
        <a:srgbClr val="000000"/>
      </a:dk1>
      <a:lt1>
        <a:srgbClr val="FFFFFF"/>
      </a:lt1>
      <a:dk2>
        <a:srgbClr val="262626"/>
      </a:dk2>
      <a:lt2>
        <a:srgbClr val="F2F2F2"/>
      </a:lt2>
      <a:accent1>
        <a:srgbClr val="BD03F7"/>
      </a:accent1>
      <a:accent2>
        <a:srgbClr val="8C8C8C"/>
      </a:accent2>
      <a:accent3>
        <a:srgbClr val="32C8FF"/>
      </a:accent3>
      <a:accent4>
        <a:srgbClr val="01AB01"/>
      </a:accent4>
      <a:accent5>
        <a:srgbClr val="FFCC00"/>
      </a:accent5>
      <a:accent6>
        <a:srgbClr val="2044FF"/>
      </a:accent6>
      <a:hlink>
        <a:srgbClr val="BD03F7"/>
      </a:hlink>
      <a:folHlink>
        <a:srgbClr val="BD03F7"/>
      </a:folHlink>
    </a:clrScheme>
    <a:fontScheme name="Micron Fonts">
      <a:majorFont>
        <a:latin typeface="Arial"/>
        <a:ea typeface=""/>
        <a:cs typeface=""/>
      </a:majorFont>
      <a:minorFont>
        <a:latin typeface="Arial"/>
        <a:ea typeface=""/>
        <a:cs typeface=""/>
      </a:minorFont>
    </a:fontScheme>
    <a:fmtScheme name="Micron Effects">
      <a:fillStyleLst>
        <a:solidFill>
          <a:schemeClr val="phClr"/>
        </a:solidFill>
        <a:solidFill>
          <a:schemeClr val="phClr"/>
        </a:solidFill>
        <a:solidFill>
          <a:schemeClr val="phClr"/>
        </a:solidFill>
      </a:fillStyleLst>
      <a:lnStyleLst>
        <a:ln w="6350" cap="sq" cmpd="sng" algn="ctr">
          <a:solidFill>
            <a:schemeClr val="phClr"/>
          </a:solidFill>
          <a:prstDash val="solid"/>
          <a:miter lim="800000"/>
        </a:ln>
        <a:ln w="6350" cap="sq" cmpd="sng" algn="ctr">
          <a:solidFill>
            <a:schemeClr val="phClr"/>
          </a:solidFill>
          <a:prstDash val="solid"/>
          <a:miter lim="800000"/>
        </a:ln>
        <a:ln w="6350" cap="sq" cmpd="sng" algn="ctr">
          <a:solidFill>
            <a:schemeClr val="phClr"/>
          </a:solidFill>
          <a:prstDash val="solid"/>
          <a:miter lim="800000"/>
        </a:ln>
      </a:lnStyleLst>
      <a:effectStyleLst>
        <a:effectStyle>
          <a:effectLst/>
        </a:effectStyle>
        <a:effectStyle>
          <a:effectLst/>
        </a:effectStyle>
        <a:effectStyle>
          <a:effectLst>
            <a:outerShdw blurRad="127000" dist="63500" dir="2700000" algn="br" rotWithShape="0">
              <a:srgbClr val="000000">
                <a:alpha val="25000"/>
              </a:srgbClr>
            </a:outerShdw>
          </a:effectLst>
        </a:effectStyle>
      </a:effectStyleLst>
      <a:bgFillStyleLst>
        <a:solidFill>
          <a:schemeClr val="phClr"/>
        </a:solidFill>
        <a:solidFill>
          <a:schemeClr val="phClr"/>
        </a:solidFill>
        <a:solidFill>
          <a:schemeClr val="phClr"/>
        </a:solidFill>
      </a:bgFillStyleLst>
    </a:fmtScheme>
  </a:themeElements>
  <a:objectDefaults>
    <a:spDef>
      <a:spPr>
        <a:ln w="6350" cap="sq">
          <a:miter lim="800000"/>
        </a:ln>
      </a:spPr>
      <a:bodyPr/>
      <a:lstStyle>
        <a:defPPr algn="ctr">
          <a:lnSpc>
            <a:spcPct val="100000"/>
          </a:lnSpc>
          <a:defRPr sz="1800"/>
        </a:defPPr>
      </a:lstStyle>
      <a:style>
        <a:lnRef idx="0">
          <a:schemeClr val="tx1"/>
        </a:lnRef>
        <a:fillRef idx="1">
          <a:schemeClr val="tx1"/>
        </a:fillRef>
        <a:effectRef idx="0">
          <a:srgbClr val="000000"/>
        </a:effectRef>
        <a:fontRef idx="minor">
          <a:schemeClr val="bg1"/>
        </a:fontRef>
      </a:style>
    </a:spDef>
    <a:lnDef>
      <a:spPr>
        <a:ln w="6350" cap="sq">
          <a:miter lim="800000"/>
        </a:ln>
      </a:spPr>
      <a:bodyPr/>
      <a:lstStyle/>
      <a:style>
        <a:lnRef idx="1">
          <a:schemeClr val="tx1"/>
        </a:lnRef>
        <a:fillRef idx="0">
          <a:schemeClr val="tx1"/>
        </a:fillRef>
        <a:effectRef idx="0">
          <a:srgbClr val="000000"/>
        </a:effectRef>
        <a:fontRef idx="minor">
          <a:schemeClr val="bg1"/>
        </a:fontRef>
      </a:style>
    </a:lnDef>
    <a:txDef>
      <a:spPr>
        <a:noFill/>
      </a:spPr>
      <a:bodyPr wrap="square" lIns="0" tIns="0" rIns="0" bIns="0" rtlCol="0">
        <a:noAutofit/>
      </a:bodyPr>
      <a:lstStyle>
        <a:defPPr>
          <a:lnSpc>
            <a:spcPct val="100000"/>
          </a:lnSpc>
          <a:defRPr sz="1800"/>
        </a:defPPr>
      </a:lstStyle>
    </a:txDef>
  </a:objectDefaults>
  <a:extraClrSchemeLst/>
  <a:custClrLst>
    <a:custClr name="White">
      <a:srgbClr val="FFFFFF"/>
    </a:custClr>
    <a:custClr name="Black">
      <a:srgbClr val="000000"/>
    </a:custClr>
    <a:custClr name="Purple A">
      <a:srgbClr val="BD03F7"/>
    </a:custClr>
    <a:custClr name="Purple B">
      <a:srgbClr val="FF8CFF"/>
    </a:custClr>
    <a:custClr name="Purple C">
      <a:srgbClr val="FCCAFA"/>
    </a:custClr>
    <a:custClr name="Gray A">
      <a:srgbClr val="262626"/>
    </a:custClr>
    <a:custClr name="Gray B">
      <a:srgbClr val="4D4D4D"/>
    </a:custClr>
    <a:custClr name="Gray C">
      <a:srgbClr val="8C8C8C"/>
    </a:custClr>
    <a:custClr name="Gray D">
      <a:srgbClr val="BFBFBF"/>
    </a:custClr>
    <a:custClr name="Gray E">
      <a:srgbClr val="E6E6E6"/>
    </a:custClr>
    <a:custClr name="Gray F">
      <a:srgbClr val="F2F2F2"/>
    </a:custClr>
    <a:custClr name="Blue A">
      <a:srgbClr val="2044FF"/>
    </a:custClr>
    <a:custClr name="Blue B">
      <a:srgbClr val="32C8FF"/>
    </a:custClr>
    <a:custClr name="Blue C">
      <a:srgbClr val="96FAFC"/>
    </a:custClr>
    <a:custClr name="Green A">
      <a:srgbClr val="01AB01"/>
    </a:custClr>
    <a:custClr name="Green B">
      <a:srgbClr val="78F05A"/>
    </a:custClr>
    <a:custClr name="Green C">
      <a:srgbClr val="B6FCB4"/>
    </a:custClr>
    <a:custClr name="Gold A">
      <a:srgbClr val="FF9900"/>
    </a:custClr>
    <a:custClr name="Gold B">
      <a:srgbClr val="FFCC00"/>
    </a:custClr>
    <a:custClr name="Gold C">
      <a:srgbClr val="FFEC32"/>
    </a:custClr>
    <a:custClr name="Semiotic Green">
      <a:srgbClr val="00891C"/>
    </a:custClr>
    <a:custClr name="Semiotic Yellow">
      <a:srgbClr val="FFDE00"/>
    </a:custClr>
    <a:custClr name="Semiotic Red">
      <a:srgbClr val="EC0B00"/>
    </a:custClr>
  </a:custClr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5F1A5B3B-FC7C-6B4A-9F92-50D5BA24EF06}">
  <we:reference id="b0430364-2ab6-47cd-907e-f8b72239b204" version="3.19.222.0" store="EXCatalog" storeType="EXCatalog"/>
  <we:alternateReferences>
    <we:reference id="WA200000729" version="3.19.222.0" store="en-US" storeType="OMEX"/>
  </we:alternateReferences>
  <we:properties/>
  <we:bindings/>
  <we:snapshot xmlns:r="http://schemas.openxmlformats.org/officeDocument/2006/relationships"/>
</we:webextension>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BE1454C6C4DF484BB7E354F0133B2527" ma:contentTypeVersion="15" ma:contentTypeDescription="Create a new document." ma:contentTypeScope="" ma:versionID="3d797868a652486800ab0a8d76ea5ba2">
  <xsd:schema xmlns:xsd="http://www.w3.org/2001/XMLSchema" xmlns:xs="http://www.w3.org/2001/XMLSchema" xmlns:p="http://schemas.microsoft.com/office/2006/metadata/properties" xmlns:ns2="373dee95-3004-4e58-b400-fc9a330598fa" xmlns:ns3="f6b577cd-6e64-4f00-a024-38a5e216943f" targetNamespace="http://schemas.microsoft.com/office/2006/metadata/properties" ma:root="true" ma:fieldsID="a51a2154010bb654d69a56a30ab7fc95" ns2:_="" ns3:_="">
    <xsd:import namespace="373dee95-3004-4e58-b400-fc9a330598fa"/>
    <xsd:import namespace="f6b577cd-6e64-4f00-a024-38a5e216943f"/>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element ref="ns2:MediaServiceDateTaken" minOccurs="0"/>
                <xsd:element ref="ns2:MediaServiceGenerationTime" minOccurs="0"/>
                <xsd:element ref="ns2:MediaServiceEventHashCode" minOccurs="0"/>
                <xsd:element ref="ns2:MediaLengthInSeconds" minOccurs="0"/>
                <xsd:element ref="ns2:lcf76f155ced4ddcb4097134ff3c332f" minOccurs="0"/>
                <xsd:element ref="ns3:TaxCatchAll" minOccurs="0"/>
                <xsd:element ref="ns2:MediaServiceOCR" minOccurs="0"/>
                <xsd:element ref="ns2:MediaServiceLocation" minOccurs="0"/>
                <xsd:element ref="ns3:SharedWithUsers" minOccurs="0"/>
                <xsd:element ref="ns3:SharedWithDetail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373dee95-3004-4e58-b400-fc9a330598fa"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MediaServiceDateTaken" ma:index="12" nillable="true" ma:displayName="MediaServiceDateTaken" ma:hidden="true" ma:indexed="true" ma:internalName="MediaServiceDateTaken"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element name="MediaLengthInSeconds" ma:index="15" nillable="true" ma:displayName="MediaLengthInSeconds" ma:hidden="true" ma:internalName="MediaLengthInSeconds" ma:readOnly="true">
      <xsd:simpleType>
        <xsd:restriction base="dms:Unknown"/>
      </xsd:simpleType>
    </xsd:element>
    <xsd:element name="lcf76f155ced4ddcb4097134ff3c332f" ma:index="17" nillable="true" ma:taxonomy="true" ma:internalName="lcf76f155ced4ddcb4097134ff3c332f" ma:taxonomyFieldName="MediaServiceImageTags" ma:displayName="Image Tags" ma:readOnly="false" ma:fieldId="{5cf76f15-5ced-4ddc-b409-7134ff3c332f}" ma:taxonomyMulti="true" ma:sspId="4c9ac5c9-3891-4418-8e3e-3c86a1f99d44" ma:termSetId="09814cd3-568e-fe90-9814-8d621ff8fb84" ma:anchorId="fba54fb3-c3e1-fe81-a776-ca4b69148c4d" ma:open="true" ma:isKeyword="false">
      <xsd:complexType>
        <xsd:sequence>
          <xsd:element ref="pc:Terms" minOccurs="0" maxOccurs="1"/>
        </xsd:sequence>
      </xsd:complexType>
    </xsd:element>
    <xsd:element name="MediaServiceOCR" ma:index="19" nillable="true" ma:displayName="Extracted Text" ma:internalName="MediaServiceOCR" ma:readOnly="true">
      <xsd:simpleType>
        <xsd:restriction base="dms:Note">
          <xsd:maxLength value="255"/>
        </xsd:restriction>
      </xsd:simpleType>
    </xsd:element>
    <xsd:element name="MediaServiceLocation" ma:index="20" nillable="true" ma:displayName="Location" ma:indexed="true" ma:internalName="MediaServiceLocatio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f6b577cd-6e64-4f00-a024-38a5e216943f" elementFormDefault="qualified">
    <xsd:import namespace="http://schemas.microsoft.com/office/2006/documentManagement/types"/>
    <xsd:import namespace="http://schemas.microsoft.com/office/infopath/2007/PartnerControls"/>
    <xsd:element name="TaxCatchAll" ma:index="18" nillable="true" ma:displayName="Taxonomy Catch All Column" ma:hidden="true" ma:list="{0401ee5e-f1c1-480f-96b5-a2a1844dc208}" ma:internalName="TaxCatchAll" ma:showField="CatchAllData" ma:web="f6b577cd-6e64-4f00-a024-38a5e216943f">
      <xsd:complexType>
        <xsd:complexContent>
          <xsd:extension base="dms:MultiChoiceLookup">
            <xsd:sequence>
              <xsd:element name="Value" type="dms:Lookup" maxOccurs="unbounded" minOccurs="0" nillable="true"/>
            </xsd:sequence>
          </xsd:extension>
        </xsd:complexContent>
      </xsd:complexType>
    </xsd:element>
    <xsd:element name="SharedWithUsers" ma:index="21"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22"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TaxCatchAll xmlns="f6b577cd-6e64-4f00-a024-38a5e216943f" xsi:nil="true"/>
    <lcf76f155ced4ddcb4097134ff3c332f xmlns="373dee95-3004-4e58-b400-fc9a330598fa">
      <Terms xmlns="http://schemas.microsoft.com/office/infopath/2007/PartnerControls"/>
    </lcf76f155ced4ddcb4097134ff3c332f>
  </documentManagement>
</p:properties>
</file>

<file path=customXml/itemProps1.xml><?xml version="1.0" encoding="utf-8"?>
<ds:datastoreItem xmlns:ds="http://schemas.openxmlformats.org/officeDocument/2006/customXml" ds:itemID="{093BE600-4354-4A1D-8E62-CDEA956B72F4}">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373dee95-3004-4e58-b400-fc9a330598fa"/>
    <ds:schemaRef ds:uri="f6b577cd-6e64-4f00-a024-38a5e216943f"/>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D6F7D784-B287-493B-96EC-6DAAC458EB36}">
  <ds:schemaRefs>
    <ds:schemaRef ds:uri="http://schemas.microsoft.com/sharepoint/v3/contenttype/forms"/>
  </ds:schemaRefs>
</ds:datastoreItem>
</file>

<file path=customXml/itemProps3.xml><?xml version="1.0" encoding="utf-8"?>
<ds:datastoreItem xmlns:ds="http://schemas.openxmlformats.org/officeDocument/2006/customXml" ds:itemID="{C210B64C-2D98-49DF-A0BE-639DCBC582D6}">
  <ds:schemaRefs>
    <ds:schemaRef ds:uri="f6b577cd-6e64-4f00-a024-38a5e216943f"/>
    <ds:schemaRef ds:uri="http://schemas.microsoft.com/office/infopath/2007/PartnerControls"/>
    <ds:schemaRef ds:uri="http://purl.org/dc/elements/1.1/"/>
    <ds:schemaRef ds:uri="http://schemas.microsoft.com/office/2006/metadata/properties"/>
    <ds:schemaRef ds:uri="http://purl.org/dc/terms/"/>
    <ds:schemaRef ds:uri="373dee95-3004-4e58-b400-fc9a330598fa"/>
    <ds:schemaRef ds:uri="http://schemas.microsoft.com/office/2006/documentManagement/types"/>
    <ds:schemaRef ds:uri="http://schemas.openxmlformats.org/package/2006/metadata/core-properties"/>
    <ds:schemaRef ds:uri="http://www.w3.org/XML/1998/namespace"/>
    <ds:schemaRef ds:uri="http://purl.org/dc/dcmitype/"/>
  </ds:schemaRefs>
</ds:datastoreItem>
</file>

<file path=docProps/app.xml><?xml version="1.0" encoding="utf-8"?>
<Properties xmlns="http://schemas.openxmlformats.org/officeDocument/2006/extended-properties" xmlns:vt="http://schemas.openxmlformats.org/officeDocument/2006/docPropsVTypes">
  <Template>blank</Template>
  <TotalTime>72</TotalTime>
  <Words>357</Words>
  <Application>Microsoft Office PowerPoint</Application>
  <PresentationFormat>Widescreen</PresentationFormat>
  <Paragraphs>38</Paragraphs>
  <Slides>7</Slides>
  <Notes>0</Notes>
  <HiddenSlides>0</HiddenSlides>
  <MMClips>0</MMClips>
  <ScaleCrop>false</ScaleCrop>
  <HeadingPairs>
    <vt:vector size="8" baseType="variant">
      <vt:variant>
        <vt:lpstr>Fonts Used</vt:lpstr>
      </vt:variant>
      <vt:variant>
        <vt:i4>5</vt:i4>
      </vt:variant>
      <vt:variant>
        <vt:lpstr>Theme</vt:lpstr>
      </vt:variant>
      <vt:variant>
        <vt:i4>1</vt:i4>
      </vt:variant>
      <vt:variant>
        <vt:lpstr>Embedded OLE Servers</vt:lpstr>
      </vt:variant>
      <vt:variant>
        <vt:i4>1</vt:i4>
      </vt:variant>
      <vt:variant>
        <vt:lpstr>Slide Titles</vt:lpstr>
      </vt:variant>
      <vt:variant>
        <vt:i4>7</vt:i4>
      </vt:variant>
    </vt:vector>
  </HeadingPairs>
  <TitlesOfParts>
    <vt:vector size="14" baseType="lpstr">
      <vt:lpstr>ＭＳ Ｐゴシック</vt:lpstr>
      <vt:lpstr>Arial</vt:lpstr>
      <vt:lpstr>Times</vt:lpstr>
      <vt:lpstr>Verdana</vt:lpstr>
      <vt:lpstr>Wingdings</vt:lpstr>
      <vt:lpstr>Micron</vt:lpstr>
      <vt:lpstr>Document</vt:lpstr>
      <vt:lpstr>Al interconnects: electromigration</vt:lpstr>
      <vt:lpstr>Electromigration and reliability</vt:lpstr>
      <vt:lpstr>MTTF vs line width (and grain size)</vt:lpstr>
      <vt:lpstr>An electromigration model</vt:lpstr>
      <vt:lpstr>An electromigration model</vt:lpstr>
      <vt:lpstr>An electromigration model</vt:lpstr>
      <vt:lpstr>Bibliogrpahy</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Marcello Mariani</dc:creator>
  <cp:keywords/>
  <dc:description/>
  <cp:lastModifiedBy>Marcello Mariani</cp:lastModifiedBy>
  <cp:revision>10</cp:revision>
  <dcterms:created xsi:type="dcterms:W3CDTF">2025-02-14T08:32:36Z</dcterms:created>
  <dcterms:modified xsi:type="dcterms:W3CDTF">2025-02-14T09:51:48Z</dcterms:modified>
  <cp:category/>
  <cp:version>01</cp:version>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0x010100BE1454C6C4DF484BB7E354F0133B2527</vt:lpwstr>
  </property>
  <property fmtid="{D5CDD505-2E9C-101B-9397-08002B2CF9AE}" pid="3" name="MediaServiceImageTags">
    <vt:lpwstr/>
  </property>
  <property fmtid="{D5CDD505-2E9C-101B-9397-08002B2CF9AE}" pid="4" name="MSIP_Label_8e19d756-792e-42a1-bcad-4cb9051ddd2d_Enabled">
    <vt:lpwstr>true</vt:lpwstr>
  </property>
  <property fmtid="{D5CDD505-2E9C-101B-9397-08002B2CF9AE}" pid="5" name="MSIP_Label_8e19d756-792e-42a1-bcad-4cb9051ddd2d_SetDate">
    <vt:lpwstr>2025-01-07T15:51:17Z</vt:lpwstr>
  </property>
  <property fmtid="{D5CDD505-2E9C-101B-9397-08002B2CF9AE}" pid="6" name="MSIP_Label_8e19d756-792e-42a1-bcad-4cb9051ddd2d_Method">
    <vt:lpwstr>Standard</vt:lpwstr>
  </property>
  <property fmtid="{D5CDD505-2E9C-101B-9397-08002B2CF9AE}" pid="7" name="MSIP_Label_8e19d756-792e-42a1-bcad-4cb9051ddd2d_Name">
    <vt:lpwstr>Confidential</vt:lpwstr>
  </property>
  <property fmtid="{D5CDD505-2E9C-101B-9397-08002B2CF9AE}" pid="8" name="MSIP_Label_8e19d756-792e-42a1-bcad-4cb9051ddd2d_SiteId">
    <vt:lpwstr>41eb501a-f671-4ce0-a5bf-b64168c3705f</vt:lpwstr>
  </property>
  <property fmtid="{D5CDD505-2E9C-101B-9397-08002B2CF9AE}" pid="9" name="MSIP_Label_8e19d756-792e-42a1-bcad-4cb9051ddd2d_ActionId">
    <vt:lpwstr>f41914a7-38f9-4a23-8387-8a0d10a90b2a</vt:lpwstr>
  </property>
  <property fmtid="{D5CDD505-2E9C-101B-9397-08002B2CF9AE}" pid="10" name="MSIP_Label_8e19d756-792e-42a1-bcad-4cb9051ddd2d_ContentBits">
    <vt:lpwstr>2</vt:lpwstr>
  </property>
  <property fmtid="{D5CDD505-2E9C-101B-9397-08002B2CF9AE}" pid="11" name="MSIP_Label_6fdea275-d6f3-438f-b8d8-013cab2023d3_Enabled">
    <vt:lpwstr>true</vt:lpwstr>
  </property>
  <property fmtid="{D5CDD505-2E9C-101B-9397-08002B2CF9AE}" pid="12" name="MSIP_Label_6fdea275-d6f3-438f-b8d8-013cab2023d3_SetDate">
    <vt:lpwstr>2025-02-14T09:36:18Z</vt:lpwstr>
  </property>
  <property fmtid="{D5CDD505-2E9C-101B-9397-08002B2CF9AE}" pid="13" name="MSIP_Label_6fdea275-d6f3-438f-b8d8-013cab2023d3_Method">
    <vt:lpwstr>Privileged</vt:lpwstr>
  </property>
  <property fmtid="{D5CDD505-2E9C-101B-9397-08002B2CF9AE}" pid="14" name="MSIP_Label_6fdea275-d6f3-438f-b8d8-013cab2023d3_Name">
    <vt:lpwstr>Public</vt:lpwstr>
  </property>
  <property fmtid="{D5CDD505-2E9C-101B-9397-08002B2CF9AE}" pid="15" name="MSIP_Label_6fdea275-d6f3-438f-b8d8-013cab2023d3_SiteId">
    <vt:lpwstr>f38a5ecd-2813-4862-b11b-ac1d563c806f</vt:lpwstr>
  </property>
  <property fmtid="{D5CDD505-2E9C-101B-9397-08002B2CF9AE}" pid="16" name="MSIP_Label_6fdea275-d6f3-438f-b8d8-013cab2023d3_ActionId">
    <vt:lpwstr>5d76563d-5019-43e5-a5d1-52ad9552008a</vt:lpwstr>
  </property>
  <property fmtid="{D5CDD505-2E9C-101B-9397-08002B2CF9AE}" pid="17" name="MSIP_Label_6fdea275-d6f3-438f-b8d8-013cab2023d3_ContentBits">
    <vt:lpwstr>0</vt:lpwstr>
  </property>
</Properties>
</file>