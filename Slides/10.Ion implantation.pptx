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42"/>
  </p:notesMasterIdLst>
  <p:handoutMasterIdLst>
    <p:handoutMasterId r:id="rId43"/>
  </p:handoutMasterIdLst>
  <p:sldIdLst>
    <p:sldId id="310" r:id="rId5"/>
    <p:sldId id="312" r:id="rId6"/>
    <p:sldId id="327" r:id="rId7"/>
    <p:sldId id="328" r:id="rId8"/>
    <p:sldId id="329" r:id="rId9"/>
    <p:sldId id="330" r:id="rId10"/>
    <p:sldId id="345" r:id="rId11"/>
    <p:sldId id="336" r:id="rId12"/>
    <p:sldId id="337" r:id="rId13"/>
    <p:sldId id="338" r:id="rId14"/>
    <p:sldId id="331" r:id="rId15"/>
    <p:sldId id="332" r:id="rId16"/>
    <p:sldId id="333" r:id="rId17"/>
    <p:sldId id="334" r:id="rId18"/>
    <p:sldId id="335" r:id="rId19"/>
    <p:sldId id="346" r:id="rId20"/>
    <p:sldId id="339" r:id="rId21"/>
    <p:sldId id="340" r:id="rId22"/>
    <p:sldId id="341" r:id="rId23"/>
    <p:sldId id="347" r:id="rId24"/>
    <p:sldId id="343" r:id="rId25"/>
    <p:sldId id="344" r:id="rId26"/>
    <p:sldId id="350" r:id="rId27"/>
    <p:sldId id="351" r:id="rId28"/>
    <p:sldId id="352" r:id="rId29"/>
    <p:sldId id="342" r:id="rId30"/>
    <p:sldId id="355" r:id="rId31"/>
    <p:sldId id="354" r:id="rId32"/>
    <p:sldId id="266" r:id="rId33"/>
    <p:sldId id="272" r:id="rId34"/>
    <p:sldId id="269" r:id="rId35"/>
    <p:sldId id="270" r:id="rId36"/>
    <p:sldId id="271" r:id="rId37"/>
    <p:sldId id="273" r:id="rId38"/>
    <p:sldId id="274" r:id="rId39"/>
    <p:sldId id="275" r:id="rId40"/>
    <p:sldId id="353"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226A04-3CA4-4FF8-B0B8-00A7E80425E2}" v="1" dt="2025-02-14T09:48:48.878"/>
  </p1510:revLst>
</p1510:revInfo>
</file>

<file path=ppt/tableStyles.xml><?xml version="1.0" encoding="utf-8"?>
<a:tblStyleLst xmlns:a="http://schemas.openxmlformats.org/drawingml/2006/main" def="{2D5ABB26-0587-4C30-8999-92F81FD0307C}">
  <a:tblStyle styleId="{4E593CDB-78BB-4C36-AB3B-2C4E9E50D230}" styleName="Micron">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top>
            <a:ln>
              <a:noFill/>
            </a:ln>
          </a:top>
          <a:bottom>
            <a:ln>
              <a:noFill/>
            </a:ln>
          </a:bottom>
        </a:tcBdr>
        <a:fill>
          <a:noFill/>
        </a:fill>
      </a:tcStyle>
    </a:band1H>
    <a:band2H>
      <a:tcStyle>
        <a:tcBdr>
          <a:top>
            <a:ln>
              <a:noFill/>
            </a:ln>
          </a:top>
          <a:bottom>
            <a:ln>
              <a:noFill/>
            </a:ln>
          </a:bottom>
        </a:tcBdr>
        <a:fill>
          <a:solidFill>
            <a:schemeClr val="tx1">
              <a:alpha val="5000"/>
            </a:schemeClr>
          </a:solidFill>
        </a:fill>
      </a:tcStyle>
    </a:band2H>
    <a:lastCol>
      <a:tcTxStyle b="on">
        <a:fontRef idx="minor"/>
        <a:schemeClr val="tx1"/>
      </a:tcTxStyle>
      <a:tcStyle>
        <a:tcBdr/>
      </a:tcStyle>
    </a:lastCol>
    <a:firstCol>
      <a:tcTxStyle b="on">
        <a:fontRef idx="minor"/>
        <a:schemeClr val="tx1"/>
      </a:tcTxStyle>
      <a:tcStyle>
        <a:tcBdr/>
      </a:tcStyle>
    </a:firstCol>
    <a:lastRow>
      <a:tcTxStyle b="on">
        <a:fontRef idx="minor"/>
        <a:schemeClr val="tx1"/>
      </a:tcTxStyle>
      <a:tcStyle>
        <a:tcBdr>
          <a:top>
            <a:ln w="19050">
              <a:solidFill>
                <a:schemeClr val="tx1"/>
              </a:solidFill>
            </a:ln>
          </a:top>
          <a:bottom>
            <a:ln>
              <a:noFill/>
            </a:ln>
          </a:bottom>
        </a:tcBdr>
        <a:fill>
          <a:noFill/>
        </a:fill>
      </a:tcStyle>
    </a:lastRow>
    <a:firstRow>
      <a:tcTxStyle b="on">
        <a:fontRef idx="minor"/>
        <a:schemeClr val="bg1"/>
      </a:tcTxStyle>
      <a:tcStyle>
        <a:tcBdr>
          <a:top>
            <a:ln>
              <a:noFill/>
            </a:ln>
          </a:top>
          <a:bottom>
            <a:ln>
              <a:noFill/>
            </a:ln>
          </a:bottom>
        </a:tcBdr>
        <a:fill>
          <a:solidFill>
            <a:schemeClr val="tx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718" autoAdjust="0"/>
  </p:normalViewPr>
  <p:slideViewPr>
    <p:cSldViewPr snapToGrid="0" showGuides="1">
      <p:cViewPr>
        <p:scale>
          <a:sx n="71" d="100"/>
          <a:sy n="71" d="100"/>
        </p:scale>
        <p:origin x="484" y="48"/>
      </p:cViewPr>
      <p:guideLst/>
    </p:cSldViewPr>
  </p:slideViewPr>
  <p:notesTextViewPr>
    <p:cViewPr>
      <p:scale>
        <a:sx n="1" d="1"/>
        <a:sy n="1" d="1"/>
      </p:scale>
      <p:origin x="0" y="0"/>
    </p:cViewPr>
  </p:notesTextViewPr>
  <p:sorterViewPr>
    <p:cViewPr>
      <p:scale>
        <a:sx n="1" d="1"/>
        <a:sy n="1" d="1"/>
      </p:scale>
      <p:origin x="0" y="-15144"/>
    </p:cViewPr>
  </p:sorterViewPr>
  <p:notesViewPr>
    <p:cSldViewPr snapToGrid="0" showGuides="1">
      <p:cViewPr varScale="1">
        <p:scale>
          <a:sx n="166" d="100"/>
          <a:sy n="166" d="100"/>
        </p:scale>
        <p:origin x="6672"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48"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ello Mariani" userId="1e342699-93ad-4e2e-93b0-0f6a2c00c4b8" providerId="ADAL" clId="{0F226A04-3CA4-4FF8-B0B8-00A7E80425E2}"/>
    <pc:docChg chg="addSld delSld modSld">
      <pc:chgData name="Marcello Mariani" userId="1e342699-93ad-4e2e-93b0-0f6a2c00c4b8" providerId="ADAL" clId="{0F226A04-3CA4-4FF8-B0B8-00A7E80425E2}" dt="2025-02-14T09:48:48.856" v="1"/>
      <pc:docMkLst>
        <pc:docMk/>
      </pc:docMkLst>
      <pc:sldChg chg="add">
        <pc:chgData name="Marcello Mariani" userId="1e342699-93ad-4e2e-93b0-0f6a2c00c4b8" providerId="ADAL" clId="{0F226A04-3CA4-4FF8-B0B8-00A7E80425E2}" dt="2025-02-14T09:48:48.856" v="1"/>
        <pc:sldMkLst>
          <pc:docMk/>
          <pc:sldMk cId="3070784113" sldId="266"/>
        </pc:sldMkLst>
      </pc:sldChg>
      <pc:sldChg chg="add">
        <pc:chgData name="Marcello Mariani" userId="1e342699-93ad-4e2e-93b0-0f6a2c00c4b8" providerId="ADAL" clId="{0F226A04-3CA4-4FF8-B0B8-00A7E80425E2}" dt="2025-02-14T09:48:48.856" v="1"/>
        <pc:sldMkLst>
          <pc:docMk/>
          <pc:sldMk cId="3318774999" sldId="269"/>
        </pc:sldMkLst>
      </pc:sldChg>
      <pc:sldChg chg="add">
        <pc:chgData name="Marcello Mariani" userId="1e342699-93ad-4e2e-93b0-0f6a2c00c4b8" providerId="ADAL" clId="{0F226A04-3CA4-4FF8-B0B8-00A7E80425E2}" dt="2025-02-14T09:48:48.856" v="1"/>
        <pc:sldMkLst>
          <pc:docMk/>
          <pc:sldMk cId="3815861287" sldId="270"/>
        </pc:sldMkLst>
      </pc:sldChg>
      <pc:sldChg chg="add">
        <pc:chgData name="Marcello Mariani" userId="1e342699-93ad-4e2e-93b0-0f6a2c00c4b8" providerId="ADAL" clId="{0F226A04-3CA4-4FF8-B0B8-00A7E80425E2}" dt="2025-02-14T09:48:48.856" v="1"/>
        <pc:sldMkLst>
          <pc:docMk/>
          <pc:sldMk cId="3008946381" sldId="271"/>
        </pc:sldMkLst>
      </pc:sldChg>
      <pc:sldChg chg="add">
        <pc:chgData name="Marcello Mariani" userId="1e342699-93ad-4e2e-93b0-0f6a2c00c4b8" providerId="ADAL" clId="{0F226A04-3CA4-4FF8-B0B8-00A7E80425E2}" dt="2025-02-14T09:48:48.856" v="1"/>
        <pc:sldMkLst>
          <pc:docMk/>
          <pc:sldMk cId="973713600" sldId="272"/>
        </pc:sldMkLst>
      </pc:sldChg>
      <pc:sldChg chg="add">
        <pc:chgData name="Marcello Mariani" userId="1e342699-93ad-4e2e-93b0-0f6a2c00c4b8" providerId="ADAL" clId="{0F226A04-3CA4-4FF8-B0B8-00A7E80425E2}" dt="2025-02-14T09:48:48.856" v="1"/>
        <pc:sldMkLst>
          <pc:docMk/>
          <pc:sldMk cId="1493898410" sldId="273"/>
        </pc:sldMkLst>
      </pc:sldChg>
      <pc:sldChg chg="add">
        <pc:chgData name="Marcello Mariani" userId="1e342699-93ad-4e2e-93b0-0f6a2c00c4b8" providerId="ADAL" clId="{0F226A04-3CA4-4FF8-B0B8-00A7E80425E2}" dt="2025-02-14T09:48:48.856" v="1"/>
        <pc:sldMkLst>
          <pc:docMk/>
          <pc:sldMk cId="3132368358" sldId="274"/>
        </pc:sldMkLst>
      </pc:sldChg>
      <pc:sldChg chg="add">
        <pc:chgData name="Marcello Mariani" userId="1e342699-93ad-4e2e-93b0-0f6a2c00c4b8" providerId="ADAL" clId="{0F226A04-3CA4-4FF8-B0B8-00A7E80425E2}" dt="2025-02-14T09:48:48.856" v="1"/>
        <pc:sldMkLst>
          <pc:docMk/>
          <pc:sldMk cId="3442465838" sldId="275"/>
        </pc:sldMkLst>
      </pc:sldChg>
      <pc:sldChg chg="add del">
        <pc:chgData name="Marcello Mariani" userId="1e342699-93ad-4e2e-93b0-0f6a2c00c4b8" providerId="ADAL" clId="{0F226A04-3CA4-4FF8-B0B8-00A7E80425E2}" dt="2025-02-14T09:48:48.856" v="1"/>
        <pc:sldMkLst>
          <pc:docMk/>
          <pc:sldMk cId="0" sldId="310"/>
        </pc:sldMkLst>
      </pc:sldChg>
      <pc:sldChg chg="del">
        <pc:chgData name="Marcello Mariani" userId="1e342699-93ad-4e2e-93b0-0f6a2c00c4b8" providerId="ADAL" clId="{0F226A04-3CA4-4FF8-B0B8-00A7E80425E2}" dt="2025-02-14T09:48:47.549" v="0" actId="47"/>
        <pc:sldMkLst>
          <pc:docMk/>
          <pc:sldMk cId="0" sldId="311"/>
        </pc:sldMkLst>
      </pc:sldChg>
      <pc:sldChg chg="add">
        <pc:chgData name="Marcello Mariani" userId="1e342699-93ad-4e2e-93b0-0f6a2c00c4b8" providerId="ADAL" clId="{0F226A04-3CA4-4FF8-B0B8-00A7E80425E2}" dt="2025-02-14T09:48:48.856" v="1"/>
        <pc:sldMkLst>
          <pc:docMk/>
          <pc:sldMk cId="0" sldId="312"/>
        </pc:sldMkLst>
      </pc:sldChg>
      <pc:sldChg chg="del">
        <pc:chgData name="Marcello Mariani" userId="1e342699-93ad-4e2e-93b0-0f6a2c00c4b8" providerId="ADAL" clId="{0F226A04-3CA4-4FF8-B0B8-00A7E80425E2}" dt="2025-02-14T09:48:47.549" v="0" actId="47"/>
        <pc:sldMkLst>
          <pc:docMk/>
          <pc:sldMk cId="0" sldId="313"/>
        </pc:sldMkLst>
      </pc:sldChg>
      <pc:sldChg chg="del">
        <pc:chgData name="Marcello Mariani" userId="1e342699-93ad-4e2e-93b0-0f6a2c00c4b8" providerId="ADAL" clId="{0F226A04-3CA4-4FF8-B0B8-00A7E80425E2}" dt="2025-02-14T09:48:47.549" v="0" actId="47"/>
        <pc:sldMkLst>
          <pc:docMk/>
          <pc:sldMk cId="0" sldId="314"/>
        </pc:sldMkLst>
      </pc:sldChg>
      <pc:sldChg chg="del">
        <pc:chgData name="Marcello Mariani" userId="1e342699-93ad-4e2e-93b0-0f6a2c00c4b8" providerId="ADAL" clId="{0F226A04-3CA4-4FF8-B0B8-00A7E80425E2}" dt="2025-02-14T09:48:47.549" v="0" actId="47"/>
        <pc:sldMkLst>
          <pc:docMk/>
          <pc:sldMk cId="0" sldId="315"/>
        </pc:sldMkLst>
      </pc:sldChg>
      <pc:sldChg chg="del">
        <pc:chgData name="Marcello Mariani" userId="1e342699-93ad-4e2e-93b0-0f6a2c00c4b8" providerId="ADAL" clId="{0F226A04-3CA4-4FF8-B0B8-00A7E80425E2}" dt="2025-02-14T09:48:47.549" v="0" actId="47"/>
        <pc:sldMkLst>
          <pc:docMk/>
          <pc:sldMk cId="0" sldId="316"/>
        </pc:sldMkLst>
      </pc:sldChg>
      <pc:sldChg chg="del">
        <pc:chgData name="Marcello Mariani" userId="1e342699-93ad-4e2e-93b0-0f6a2c00c4b8" providerId="ADAL" clId="{0F226A04-3CA4-4FF8-B0B8-00A7E80425E2}" dt="2025-02-14T09:48:47.549" v="0" actId="47"/>
        <pc:sldMkLst>
          <pc:docMk/>
          <pc:sldMk cId="0" sldId="317"/>
        </pc:sldMkLst>
      </pc:sldChg>
      <pc:sldChg chg="del">
        <pc:chgData name="Marcello Mariani" userId="1e342699-93ad-4e2e-93b0-0f6a2c00c4b8" providerId="ADAL" clId="{0F226A04-3CA4-4FF8-B0B8-00A7E80425E2}" dt="2025-02-14T09:48:47.549" v="0" actId="47"/>
        <pc:sldMkLst>
          <pc:docMk/>
          <pc:sldMk cId="0" sldId="318"/>
        </pc:sldMkLst>
      </pc:sldChg>
      <pc:sldChg chg="del">
        <pc:chgData name="Marcello Mariani" userId="1e342699-93ad-4e2e-93b0-0f6a2c00c4b8" providerId="ADAL" clId="{0F226A04-3CA4-4FF8-B0B8-00A7E80425E2}" dt="2025-02-14T09:48:47.549" v="0" actId="47"/>
        <pc:sldMkLst>
          <pc:docMk/>
          <pc:sldMk cId="0" sldId="319"/>
        </pc:sldMkLst>
      </pc:sldChg>
      <pc:sldChg chg="del">
        <pc:chgData name="Marcello Mariani" userId="1e342699-93ad-4e2e-93b0-0f6a2c00c4b8" providerId="ADAL" clId="{0F226A04-3CA4-4FF8-B0B8-00A7E80425E2}" dt="2025-02-14T09:48:47.549" v="0" actId="47"/>
        <pc:sldMkLst>
          <pc:docMk/>
          <pc:sldMk cId="0" sldId="320"/>
        </pc:sldMkLst>
      </pc:sldChg>
      <pc:sldChg chg="del">
        <pc:chgData name="Marcello Mariani" userId="1e342699-93ad-4e2e-93b0-0f6a2c00c4b8" providerId="ADAL" clId="{0F226A04-3CA4-4FF8-B0B8-00A7E80425E2}" dt="2025-02-14T09:48:47.549" v="0" actId="47"/>
        <pc:sldMkLst>
          <pc:docMk/>
          <pc:sldMk cId="0" sldId="321"/>
        </pc:sldMkLst>
      </pc:sldChg>
      <pc:sldChg chg="del">
        <pc:chgData name="Marcello Mariani" userId="1e342699-93ad-4e2e-93b0-0f6a2c00c4b8" providerId="ADAL" clId="{0F226A04-3CA4-4FF8-B0B8-00A7E80425E2}" dt="2025-02-14T09:48:47.549" v="0" actId="47"/>
        <pc:sldMkLst>
          <pc:docMk/>
          <pc:sldMk cId="0" sldId="322"/>
        </pc:sldMkLst>
      </pc:sldChg>
      <pc:sldChg chg="del">
        <pc:chgData name="Marcello Mariani" userId="1e342699-93ad-4e2e-93b0-0f6a2c00c4b8" providerId="ADAL" clId="{0F226A04-3CA4-4FF8-B0B8-00A7E80425E2}" dt="2025-02-14T09:48:47.549" v="0" actId="47"/>
        <pc:sldMkLst>
          <pc:docMk/>
          <pc:sldMk cId="0" sldId="323"/>
        </pc:sldMkLst>
      </pc:sldChg>
      <pc:sldChg chg="del">
        <pc:chgData name="Marcello Mariani" userId="1e342699-93ad-4e2e-93b0-0f6a2c00c4b8" providerId="ADAL" clId="{0F226A04-3CA4-4FF8-B0B8-00A7E80425E2}" dt="2025-02-14T09:48:47.549" v="0" actId="47"/>
        <pc:sldMkLst>
          <pc:docMk/>
          <pc:sldMk cId="0" sldId="324"/>
        </pc:sldMkLst>
      </pc:sldChg>
      <pc:sldChg chg="del">
        <pc:chgData name="Marcello Mariani" userId="1e342699-93ad-4e2e-93b0-0f6a2c00c4b8" providerId="ADAL" clId="{0F226A04-3CA4-4FF8-B0B8-00A7E80425E2}" dt="2025-02-14T09:48:47.549" v="0" actId="47"/>
        <pc:sldMkLst>
          <pc:docMk/>
          <pc:sldMk cId="0" sldId="325"/>
        </pc:sldMkLst>
      </pc:sldChg>
      <pc:sldChg chg="del">
        <pc:chgData name="Marcello Mariani" userId="1e342699-93ad-4e2e-93b0-0f6a2c00c4b8" providerId="ADAL" clId="{0F226A04-3CA4-4FF8-B0B8-00A7E80425E2}" dt="2025-02-14T09:48:47.549" v="0" actId="47"/>
        <pc:sldMkLst>
          <pc:docMk/>
          <pc:sldMk cId="0" sldId="326"/>
        </pc:sldMkLst>
      </pc:sldChg>
      <pc:sldChg chg="add">
        <pc:chgData name="Marcello Mariani" userId="1e342699-93ad-4e2e-93b0-0f6a2c00c4b8" providerId="ADAL" clId="{0F226A04-3CA4-4FF8-B0B8-00A7E80425E2}" dt="2025-02-14T09:48:48.856" v="1"/>
        <pc:sldMkLst>
          <pc:docMk/>
          <pc:sldMk cId="0" sldId="327"/>
        </pc:sldMkLst>
      </pc:sldChg>
      <pc:sldChg chg="add">
        <pc:chgData name="Marcello Mariani" userId="1e342699-93ad-4e2e-93b0-0f6a2c00c4b8" providerId="ADAL" clId="{0F226A04-3CA4-4FF8-B0B8-00A7E80425E2}" dt="2025-02-14T09:48:48.856" v="1"/>
        <pc:sldMkLst>
          <pc:docMk/>
          <pc:sldMk cId="0" sldId="328"/>
        </pc:sldMkLst>
      </pc:sldChg>
      <pc:sldChg chg="add">
        <pc:chgData name="Marcello Mariani" userId="1e342699-93ad-4e2e-93b0-0f6a2c00c4b8" providerId="ADAL" clId="{0F226A04-3CA4-4FF8-B0B8-00A7E80425E2}" dt="2025-02-14T09:48:48.856" v="1"/>
        <pc:sldMkLst>
          <pc:docMk/>
          <pc:sldMk cId="0" sldId="329"/>
        </pc:sldMkLst>
      </pc:sldChg>
      <pc:sldChg chg="add">
        <pc:chgData name="Marcello Mariani" userId="1e342699-93ad-4e2e-93b0-0f6a2c00c4b8" providerId="ADAL" clId="{0F226A04-3CA4-4FF8-B0B8-00A7E80425E2}" dt="2025-02-14T09:48:48.856" v="1"/>
        <pc:sldMkLst>
          <pc:docMk/>
          <pc:sldMk cId="0" sldId="330"/>
        </pc:sldMkLst>
      </pc:sldChg>
      <pc:sldChg chg="add">
        <pc:chgData name="Marcello Mariani" userId="1e342699-93ad-4e2e-93b0-0f6a2c00c4b8" providerId="ADAL" clId="{0F226A04-3CA4-4FF8-B0B8-00A7E80425E2}" dt="2025-02-14T09:48:48.856" v="1"/>
        <pc:sldMkLst>
          <pc:docMk/>
          <pc:sldMk cId="0" sldId="331"/>
        </pc:sldMkLst>
      </pc:sldChg>
      <pc:sldChg chg="add">
        <pc:chgData name="Marcello Mariani" userId="1e342699-93ad-4e2e-93b0-0f6a2c00c4b8" providerId="ADAL" clId="{0F226A04-3CA4-4FF8-B0B8-00A7E80425E2}" dt="2025-02-14T09:48:48.856" v="1"/>
        <pc:sldMkLst>
          <pc:docMk/>
          <pc:sldMk cId="0" sldId="332"/>
        </pc:sldMkLst>
      </pc:sldChg>
      <pc:sldChg chg="add">
        <pc:chgData name="Marcello Mariani" userId="1e342699-93ad-4e2e-93b0-0f6a2c00c4b8" providerId="ADAL" clId="{0F226A04-3CA4-4FF8-B0B8-00A7E80425E2}" dt="2025-02-14T09:48:48.856" v="1"/>
        <pc:sldMkLst>
          <pc:docMk/>
          <pc:sldMk cId="0" sldId="333"/>
        </pc:sldMkLst>
      </pc:sldChg>
      <pc:sldChg chg="add">
        <pc:chgData name="Marcello Mariani" userId="1e342699-93ad-4e2e-93b0-0f6a2c00c4b8" providerId="ADAL" clId="{0F226A04-3CA4-4FF8-B0B8-00A7E80425E2}" dt="2025-02-14T09:48:48.856" v="1"/>
        <pc:sldMkLst>
          <pc:docMk/>
          <pc:sldMk cId="0" sldId="334"/>
        </pc:sldMkLst>
      </pc:sldChg>
      <pc:sldChg chg="add">
        <pc:chgData name="Marcello Mariani" userId="1e342699-93ad-4e2e-93b0-0f6a2c00c4b8" providerId="ADAL" clId="{0F226A04-3CA4-4FF8-B0B8-00A7E80425E2}" dt="2025-02-14T09:48:48.856" v="1"/>
        <pc:sldMkLst>
          <pc:docMk/>
          <pc:sldMk cId="0" sldId="335"/>
        </pc:sldMkLst>
      </pc:sldChg>
      <pc:sldChg chg="add">
        <pc:chgData name="Marcello Mariani" userId="1e342699-93ad-4e2e-93b0-0f6a2c00c4b8" providerId="ADAL" clId="{0F226A04-3CA4-4FF8-B0B8-00A7E80425E2}" dt="2025-02-14T09:48:48.856" v="1"/>
        <pc:sldMkLst>
          <pc:docMk/>
          <pc:sldMk cId="3082046553" sldId="336"/>
        </pc:sldMkLst>
      </pc:sldChg>
      <pc:sldChg chg="add">
        <pc:chgData name="Marcello Mariani" userId="1e342699-93ad-4e2e-93b0-0f6a2c00c4b8" providerId="ADAL" clId="{0F226A04-3CA4-4FF8-B0B8-00A7E80425E2}" dt="2025-02-14T09:48:48.856" v="1"/>
        <pc:sldMkLst>
          <pc:docMk/>
          <pc:sldMk cId="4291015416" sldId="337"/>
        </pc:sldMkLst>
      </pc:sldChg>
      <pc:sldChg chg="add">
        <pc:chgData name="Marcello Mariani" userId="1e342699-93ad-4e2e-93b0-0f6a2c00c4b8" providerId="ADAL" clId="{0F226A04-3CA4-4FF8-B0B8-00A7E80425E2}" dt="2025-02-14T09:48:48.856" v="1"/>
        <pc:sldMkLst>
          <pc:docMk/>
          <pc:sldMk cId="4155349789" sldId="338"/>
        </pc:sldMkLst>
      </pc:sldChg>
      <pc:sldChg chg="add">
        <pc:chgData name="Marcello Mariani" userId="1e342699-93ad-4e2e-93b0-0f6a2c00c4b8" providerId="ADAL" clId="{0F226A04-3CA4-4FF8-B0B8-00A7E80425E2}" dt="2025-02-14T09:48:48.856" v="1"/>
        <pc:sldMkLst>
          <pc:docMk/>
          <pc:sldMk cId="0" sldId="339"/>
        </pc:sldMkLst>
      </pc:sldChg>
      <pc:sldChg chg="add">
        <pc:chgData name="Marcello Mariani" userId="1e342699-93ad-4e2e-93b0-0f6a2c00c4b8" providerId="ADAL" clId="{0F226A04-3CA4-4FF8-B0B8-00A7E80425E2}" dt="2025-02-14T09:48:48.856" v="1"/>
        <pc:sldMkLst>
          <pc:docMk/>
          <pc:sldMk cId="0" sldId="340"/>
        </pc:sldMkLst>
      </pc:sldChg>
      <pc:sldChg chg="add">
        <pc:chgData name="Marcello Mariani" userId="1e342699-93ad-4e2e-93b0-0f6a2c00c4b8" providerId="ADAL" clId="{0F226A04-3CA4-4FF8-B0B8-00A7E80425E2}" dt="2025-02-14T09:48:48.856" v="1"/>
        <pc:sldMkLst>
          <pc:docMk/>
          <pc:sldMk cId="0" sldId="341"/>
        </pc:sldMkLst>
      </pc:sldChg>
      <pc:sldChg chg="add">
        <pc:chgData name="Marcello Mariani" userId="1e342699-93ad-4e2e-93b0-0f6a2c00c4b8" providerId="ADAL" clId="{0F226A04-3CA4-4FF8-B0B8-00A7E80425E2}" dt="2025-02-14T09:48:48.856" v="1"/>
        <pc:sldMkLst>
          <pc:docMk/>
          <pc:sldMk cId="1329929219" sldId="342"/>
        </pc:sldMkLst>
      </pc:sldChg>
      <pc:sldChg chg="add">
        <pc:chgData name="Marcello Mariani" userId="1e342699-93ad-4e2e-93b0-0f6a2c00c4b8" providerId="ADAL" clId="{0F226A04-3CA4-4FF8-B0B8-00A7E80425E2}" dt="2025-02-14T09:48:48.856" v="1"/>
        <pc:sldMkLst>
          <pc:docMk/>
          <pc:sldMk cId="0" sldId="343"/>
        </pc:sldMkLst>
      </pc:sldChg>
      <pc:sldChg chg="add">
        <pc:chgData name="Marcello Mariani" userId="1e342699-93ad-4e2e-93b0-0f6a2c00c4b8" providerId="ADAL" clId="{0F226A04-3CA4-4FF8-B0B8-00A7E80425E2}" dt="2025-02-14T09:48:48.856" v="1"/>
        <pc:sldMkLst>
          <pc:docMk/>
          <pc:sldMk cId="0" sldId="344"/>
        </pc:sldMkLst>
      </pc:sldChg>
      <pc:sldChg chg="add">
        <pc:chgData name="Marcello Mariani" userId="1e342699-93ad-4e2e-93b0-0f6a2c00c4b8" providerId="ADAL" clId="{0F226A04-3CA4-4FF8-B0B8-00A7E80425E2}" dt="2025-02-14T09:48:48.856" v="1"/>
        <pc:sldMkLst>
          <pc:docMk/>
          <pc:sldMk cId="0" sldId="345"/>
        </pc:sldMkLst>
      </pc:sldChg>
      <pc:sldChg chg="add">
        <pc:chgData name="Marcello Mariani" userId="1e342699-93ad-4e2e-93b0-0f6a2c00c4b8" providerId="ADAL" clId="{0F226A04-3CA4-4FF8-B0B8-00A7E80425E2}" dt="2025-02-14T09:48:48.856" v="1"/>
        <pc:sldMkLst>
          <pc:docMk/>
          <pc:sldMk cId="0" sldId="346"/>
        </pc:sldMkLst>
      </pc:sldChg>
      <pc:sldChg chg="add">
        <pc:chgData name="Marcello Mariani" userId="1e342699-93ad-4e2e-93b0-0f6a2c00c4b8" providerId="ADAL" clId="{0F226A04-3CA4-4FF8-B0B8-00A7E80425E2}" dt="2025-02-14T09:48:48.856" v="1"/>
        <pc:sldMkLst>
          <pc:docMk/>
          <pc:sldMk cId="0" sldId="347"/>
        </pc:sldMkLst>
      </pc:sldChg>
      <pc:sldChg chg="del">
        <pc:chgData name="Marcello Mariani" userId="1e342699-93ad-4e2e-93b0-0f6a2c00c4b8" providerId="ADAL" clId="{0F226A04-3CA4-4FF8-B0B8-00A7E80425E2}" dt="2025-02-14T09:48:47.549" v="0" actId="47"/>
        <pc:sldMkLst>
          <pc:docMk/>
          <pc:sldMk cId="0" sldId="348"/>
        </pc:sldMkLst>
      </pc:sldChg>
      <pc:sldChg chg="del">
        <pc:chgData name="Marcello Mariani" userId="1e342699-93ad-4e2e-93b0-0f6a2c00c4b8" providerId="ADAL" clId="{0F226A04-3CA4-4FF8-B0B8-00A7E80425E2}" dt="2025-02-14T09:48:47.549" v="0" actId="47"/>
        <pc:sldMkLst>
          <pc:docMk/>
          <pc:sldMk cId="0" sldId="349"/>
        </pc:sldMkLst>
      </pc:sldChg>
      <pc:sldChg chg="add">
        <pc:chgData name="Marcello Mariani" userId="1e342699-93ad-4e2e-93b0-0f6a2c00c4b8" providerId="ADAL" clId="{0F226A04-3CA4-4FF8-B0B8-00A7E80425E2}" dt="2025-02-14T09:48:48.856" v="1"/>
        <pc:sldMkLst>
          <pc:docMk/>
          <pc:sldMk cId="0" sldId="350"/>
        </pc:sldMkLst>
      </pc:sldChg>
      <pc:sldChg chg="add del">
        <pc:chgData name="Marcello Mariani" userId="1e342699-93ad-4e2e-93b0-0f6a2c00c4b8" providerId="ADAL" clId="{0F226A04-3CA4-4FF8-B0B8-00A7E80425E2}" dt="2025-02-14T09:48:48.856" v="1"/>
        <pc:sldMkLst>
          <pc:docMk/>
          <pc:sldMk cId="0" sldId="351"/>
        </pc:sldMkLst>
      </pc:sldChg>
      <pc:sldChg chg="add del">
        <pc:chgData name="Marcello Mariani" userId="1e342699-93ad-4e2e-93b0-0f6a2c00c4b8" providerId="ADAL" clId="{0F226A04-3CA4-4FF8-B0B8-00A7E80425E2}" dt="2025-02-14T09:48:48.856" v="1"/>
        <pc:sldMkLst>
          <pc:docMk/>
          <pc:sldMk cId="0" sldId="352"/>
        </pc:sldMkLst>
      </pc:sldChg>
      <pc:sldChg chg="add del">
        <pc:chgData name="Marcello Mariani" userId="1e342699-93ad-4e2e-93b0-0f6a2c00c4b8" providerId="ADAL" clId="{0F226A04-3CA4-4FF8-B0B8-00A7E80425E2}" dt="2025-02-14T09:48:48.856" v="1"/>
        <pc:sldMkLst>
          <pc:docMk/>
          <pc:sldMk cId="0" sldId="353"/>
        </pc:sldMkLst>
      </pc:sldChg>
      <pc:sldChg chg="add del">
        <pc:chgData name="Marcello Mariani" userId="1e342699-93ad-4e2e-93b0-0f6a2c00c4b8" providerId="ADAL" clId="{0F226A04-3CA4-4FF8-B0B8-00A7E80425E2}" dt="2025-02-14T09:48:48.856" v="1"/>
        <pc:sldMkLst>
          <pc:docMk/>
          <pc:sldMk cId="0" sldId="354"/>
        </pc:sldMkLst>
      </pc:sldChg>
      <pc:sldChg chg="del">
        <pc:chgData name="Marcello Mariani" userId="1e342699-93ad-4e2e-93b0-0f6a2c00c4b8" providerId="ADAL" clId="{0F226A04-3CA4-4FF8-B0B8-00A7E80425E2}" dt="2025-02-14T09:48:47.549" v="0" actId="47"/>
        <pc:sldMkLst>
          <pc:docMk/>
          <pc:sldMk cId="0" sldId="355"/>
        </pc:sldMkLst>
      </pc:sldChg>
      <pc:sldChg chg="add">
        <pc:chgData name="Marcello Mariani" userId="1e342699-93ad-4e2e-93b0-0f6a2c00c4b8" providerId="ADAL" clId="{0F226A04-3CA4-4FF8-B0B8-00A7E80425E2}" dt="2025-02-14T09:48:48.856" v="1"/>
        <pc:sldMkLst>
          <pc:docMk/>
          <pc:sldMk cId="3841430317" sldId="355"/>
        </pc:sldMkLst>
      </pc:sldChg>
      <pc:sldChg chg="del">
        <pc:chgData name="Marcello Mariani" userId="1e342699-93ad-4e2e-93b0-0f6a2c00c4b8" providerId="ADAL" clId="{0F226A04-3CA4-4FF8-B0B8-00A7E80425E2}" dt="2025-02-14T09:48:47.549" v="0" actId="47"/>
        <pc:sldMkLst>
          <pc:docMk/>
          <pc:sldMk cId="0" sldId="357"/>
        </pc:sldMkLst>
      </pc:sldChg>
      <pc:sldChg chg="del">
        <pc:chgData name="Marcello Mariani" userId="1e342699-93ad-4e2e-93b0-0f6a2c00c4b8" providerId="ADAL" clId="{0F226A04-3CA4-4FF8-B0B8-00A7E80425E2}" dt="2025-02-14T09:48:47.549" v="0" actId="47"/>
        <pc:sldMkLst>
          <pc:docMk/>
          <pc:sldMk cId="1191807900" sldId="358"/>
        </pc:sldMkLst>
      </pc:sldChg>
      <pc:sldChg chg="del">
        <pc:chgData name="Marcello Mariani" userId="1e342699-93ad-4e2e-93b0-0f6a2c00c4b8" providerId="ADAL" clId="{0F226A04-3CA4-4FF8-B0B8-00A7E80425E2}" dt="2025-02-14T09:48:47.549" v="0" actId="47"/>
        <pc:sldMkLst>
          <pc:docMk/>
          <pc:sldMk cId="311188212" sldId="359"/>
        </pc:sldMkLst>
      </pc:sldChg>
      <pc:sldMasterChg chg="delSldLayout">
        <pc:chgData name="Marcello Mariani" userId="1e342699-93ad-4e2e-93b0-0f6a2c00c4b8" providerId="ADAL" clId="{0F226A04-3CA4-4FF8-B0B8-00A7E80425E2}" dt="2025-02-14T09:48:47.549" v="0" actId="47"/>
        <pc:sldMasterMkLst>
          <pc:docMk/>
          <pc:sldMasterMk cId="1404919433" sldId="2147483648"/>
        </pc:sldMasterMkLst>
        <pc:sldLayoutChg chg="del">
          <pc:chgData name="Marcello Mariani" userId="1e342699-93ad-4e2e-93b0-0f6a2c00c4b8" providerId="ADAL" clId="{0F226A04-3CA4-4FF8-B0B8-00A7E80425E2}" dt="2025-02-14T09:48:47.549" v="0" actId="47"/>
          <pc:sldLayoutMkLst>
            <pc:docMk/>
            <pc:sldMasterMk cId="1404919433" sldId="2147483648"/>
            <pc:sldLayoutMk cId="3454923411" sldId="214748375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94E89A-86F6-9149-A99F-9B08F5E12F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04012F1-5B0F-2A43-A808-62116CA736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C6AC55-2EDB-BF42-AB26-F4C700CA4CF3}" type="datetimeFigureOut">
              <a:rPr lang="en-US" smtClean="0"/>
              <a:t>2/14/2025</a:t>
            </a:fld>
            <a:endParaRPr lang="en-US"/>
          </a:p>
        </p:txBody>
      </p:sp>
      <p:sp>
        <p:nvSpPr>
          <p:cNvPr id="4" name="Footer Placeholder 3">
            <a:extLst>
              <a:ext uri="{FF2B5EF4-FFF2-40B4-BE49-F238E27FC236}">
                <a16:creationId xmlns:a16="http://schemas.microsoft.com/office/drawing/2014/main" id="{B0371E5A-3F96-F940-9DEF-7C4FC1DC4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84D3A2F-9F71-AA47-A87E-8650225C2A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CDE10B-5658-2B43-A14A-58734813756A}" type="slidenum">
              <a:rPr lang="en-US" smtClean="0"/>
              <a:t>‹#›</a:t>
            </a:fld>
            <a:endParaRPr lang="en-US"/>
          </a:p>
        </p:txBody>
      </p:sp>
    </p:spTree>
    <p:extLst>
      <p:ext uri="{BB962C8B-B14F-4D97-AF65-F5344CB8AC3E}">
        <p14:creationId xmlns:p14="http://schemas.microsoft.com/office/powerpoint/2010/main" val="11736297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BF0118-6228-3548-A04B-A1F812AE9592}" type="datetimeFigureOut">
              <a:rPr lang="en-US" smtClean="0"/>
              <a:t>2/14/2025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4E414-3FE9-8140-9FC1-27F6721ECE4A}" type="slidenum">
              <a:rPr lang="en-US" smtClean="0"/>
              <a:t>‹#›</a:t>
            </a:fld>
            <a:endParaRPr lang="en-US"/>
          </a:p>
        </p:txBody>
      </p:sp>
    </p:spTree>
    <p:extLst>
      <p:ext uri="{BB962C8B-B14F-4D97-AF65-F5344CB8AC3E}">
        <p14:creationId xmlns:p14="http://schemas.microsoft.com/office/powerpoint/2010/main" val="345057024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53C900AF-378A-4835-5CDF-BF8BD35CA425}"/>
              </a:ext>
            </a:extLst>
          </p:cNvPr>
          <p:cNvSpPr>
            <a:spLocks noGrp="1" noChangeArrowheads="1"/>
          </p:cNvSpPr>
          <p:nvPr>
            <p:ph type="sldNum" sz="quarter" idx="5"/>
          </p:nvPr>
        </p:nvSpPr>
        <p:spPr>
          <a:noFill/>
        </p:spPr>
        <p:txBody>
          <a:bodyPr/>
          <a:lstStyle>
            <a:lvl1pPr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1685E80C-F837-4BAE-957B-DAE5AEDB368D}" type="slidenum">
              <a:rPr lang="en-US" altLang="en-US">
                <a:solidFill>
                  <a:schemeClr val="tx1"/>
                </a:solidFill>
              </a:rPr>
              <a:pPr>
                <a:lnSpc>
                  <a:spcPct val="100000"/>
                </a:lnSpc>
                <a:spcBef>
                  <a:spcPct val="0"/>
                </a:spcBef>
                <a:buClrTx/>
                <a:buFontTx/>
                <a:buNone/>
              </a:pPr>
              <a:t>1</a:t>
            </a:fld>
            <a:endParaRPr lang="en-US" altLang="en-US">
              <a:solidFill>
                <a:schemeClr val="tx1"/>
              </a:solidFill>
            </a:endParaRPr>
          </a:p>
        </p:txBody>
      </p:sp>
      <p:sp>
        <p:nvSpPr>
          <p:cNvPr id="10243" name="Rectangle 2">
            <a:extLst>
              <a:ext uri="{FF2B5EF4-FFF2-40B4-BE49-F238E27FC236}">
                <a16:creationId xmlns:a16="http://schemas.microsoft.com/office/drawing/2014/main" id="{773AE509-8826-2ED1-3558-51BDEF8F1114}"/>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484CE56C-5CA4-9816-B32F-2EFA8C12439C}"/>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ED3972CF-4D5A-AB1B-1C52-9FB6C042CFA4}"/>
              </a:ext>
            </a:extLst>
          </p:cNvPr>
          <p:cNvSpPr>
            <a:spLocks noGrp="1" noChangeArrowheads="1"/>
          </p:cNvSpPr>
          <p:nvPr>
            <p:ph type="sldNum" sz="quarter" idx="5"/>
          </p:nvPr>
        </p:nvSpPr>
        <p:spPr>
          <a:noFill/>
        </p:spPr>
        <p:txBody>
          <a:bodyPr/>
          <a:lstStyle>
            <a:lvl1pPr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CBF7F33A-7795-4D01-A21A-7B73F35E4EA4}" type="slidenum">
              <a:rPr lang="en-US" altLang="en-US">
                <a:solidFill>
                  <a:schemeClr val="tx1"/>
                </a:solidFill>
              </a:rPr>
              <a:pPr>
                <a:lnSpc>
                  <a:spcPct val="100000"/>
                </a:lnSpc>
                <a:spcBef>
                  <a:spcPct val="0"/>
                </a:spcBef>
                <a:buClrTx/>
                <a:buFontTx/>
                <a:buNone/>
              </a:pPr>
              <a:t>2</a:t>
            </a:fld>
            <a:endParaRPr lang="en-US" altLang="en-US">
              <a:solidFill>
                <a:schemeClr val="tx1"/>
              </a:solidFill>
            </a:endParaRPr>
          </a:p>
        </p:txBody>
      </p:sp>
      <p:sp>
        <p:nvSpPr>
          <p:cNvPr id="12291" name="Rectangle 2">
            <a:extLst>
              <a:ext uri="{FF2B5EF4-FFF2-40B4-BE49-F238E27FC236}">
                <a16:creationId xmlns:a16="http://schemas.microsoft.com/office/drawing/2014/main" id="{E729094B-5370-8CC9-EA86-1A80814A9264}"/>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8A7DE1C3-893C-7B6B-AC29-EB26BF29BC01}"/>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7401CD61-7B9C-1DDD-6FA3-4C3075DBD458}"/>
              </a:ext>
            </a:extLst>
          </p:cNvPr>
          <p:cNvSpPr>
            <a:spLocks noGrp="1" noChangeArrowheads="1"/>
          </p:cNvSpPr>
          <p:nvPr>
            <p:ph type="sldNum" sz="quarter" idx="5"/>
          </p:nvPr>
        </p:nvSpPr>
        <p:spPr>
          <a:noFill/>
        </p:spPr>
        <p:txBody>
          <a:bodyPr/>
          <a:lstStyle>
            <a:lvl1pPr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9BB59E33-C0A9-4ECF-A204-A276316798A0}" type="slidenum">
              <a:rPr lang="en-US" altLang="en-US">
                <a:solidFill>
                  <a:schemeClr val="tx1"/>
                </a:solidFill>
              </a:rPr>
              <a:pPr>
                <a:lnSpc>
                  <a:spcPct val="100000"/>
                </a:lnSpc>
                <a:spcBef>
                  <a:spcPct val="0"/>
                </a:spcBef>
                <a:buClrTx/>
                <a:buFontTx/>
                <a:buNone/>
              </a:pPr>
              <a:t>3</a:t>
            </a:fld>
            <a:endParaRPr lang="en-US" altLang="en-US">
              <a:solidFill>
                <a:schemeClr val="tx1"/>
              </a:solidFill>
            </a:endParaRPr>
          </a:p>
        </p:txBody>
      </p:sp>
      <p:sp>
        <p:nvSpPr>
          <p:cNvPr id="14339" name="Rectangle 2">
            <a:extLst>
              <a:ext uri="{FF2B5EF4-FFF2-40B4-BE49-F238E27FC236}">
                <a16:creationId xmlns:a16="http://schemas.microsoft.com/office/drawing/2014/main" id="{62F3363A-3308-BAB9-EE27-42F01D8A65E6}"/>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4FE34175-4CD6-14E6-68F8-DCF86C50BA3A}"/>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A1D77F7E-07C5-3F57-409B-4E4603B33D3D}"/>
              </a:ext>
            </a:extLst>
          </p:cNvPr>
          <p:cNvSpPr>
            <a:spLocks noGrp="1" noChangeArrowheads="1"/>
          </p:cNvSpPr>
          <p:nvPr>
            <p:ph type="sldNum" sz="quarter" idx="5"/>
          </p:nvPr>
        </p:nvSpPr>
        <p:spPr>
          <a:noFill/>
        </p:spPr>
        <p:txBody>
          <a:bodyPr/>
          <a:lstStyle>
            <a:lvl1pPr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8519BB7E-5B9E-454D-8BD4-8557D0988320}" type="slidenum">
              <a:rPr lang="en-US" altLang="en-US">
                <a:solidFill>
                  <a:schemeClr val="tx1"/>
                </a:solidFill>
              </a:rPr>
              <a:pPr>
                <a:lnSpc>
                  <a:spcPct val="100000"/>
                </a:lnSpc>
                <a:spcBef>
                  <a:spcPct val="0"/>
                </a:spcBef>
                <a:buClrTx/>
                <a:buFontTx/>
                <a:buNone/>
              </a:pPr>
              <a:t>4</a:t>
            </a:fld>
            <a:endParaRPr lang="en-US" altLang="en-US">
              <a:solidFill>
                <a:schemeClr val="tx1"/>
              </a:solidFill>
            </a:endParaRPr>
          </a:p>
        </p:txBody>
      </p:sp>
      <p:sp>
        <p:nvSpPr>
          <p:cNvPr id="16387" name="Rectangle 2">
            <a:extLst>
              <a:ext uri="{FF2B5EF4-FFF2-40B4-BE49-F238E27FC236}">
                <a16:creationId xmlns:a16="http://schemas.microsoft.com/office/drawing/2014/main" id="{F40D9C6D-8A90-F20A-8EF0-B5F054D26C31}"/>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4BF3EF33-8F07-AF7C-E1D1-33E9205CE800}"/>
              </a:ext>
            </a:extLst>
          </p:cNvPr>
          <p:cNvSpPr>
            <a:spLocks noGrp="1" noChangeArrowheads="1"/>
          </p:cNvSpPr>
          <p:nvPr>
            <p:ph type="body" idx="1"/>
          </p:nvPr>
        </p:nvSpPr>
        <p:spPr>
          <a:noFill/>
        </p:spPr>
        <p:txBody>
          <a:bodyPr/>
          <a:lstStyle/>
          <a:p>
            <a:pPr eaLnBrk="1" hangingPunct="1">
              <a:spcBef>
                <a:spcPct val="0"/>
              </a:spcBef>
            </a:pPr>
            <a:r>
              <a:rPr lang="it-IT" altLang="en-US" sz="700" b="1"/>
              <a:t>La sorgente ha la funzione di generare un plasma da cui estrarre la specie drogante da impiantare. Tutto cio’ a partire da un fissato gas sorgente:</a:t>
            </a:r>
          </a:p>
          <a:p>
            <a:pPr eaLnBrk="1" hangingPunct="1">
              <a:spcBef>
                <a:spcPct val="0"/>
              </a:spcBef>
            </a:pPr>
            <a:r>
              <a:rPr lang="it-IT" altLang="en-US" sz="700" b="1"/>
              <a:t>Trifluoruro di boro (BF3);Fosfina (PH3);Arsina (AsH3). </a:t>
            </a:r>
          </a:p>
          <a:p>
            <a:pPr eaLnBrk="1" hangingPunct="1">
              <a:spcBef>
                <a:spcPct val="0"/>
              </a:spcBef>
            </a:pPr>
            <a:r>
              <a:rPr lang="it-IT" altLang="en-US" sz="700" b="1"/>
              <a:t>Il meccanismo di funzionamento e’ il seguente.  Il gas viene inettato attraverso una lineadirettamente all’interno della sorgente (fig. 24). Un filamento in tungsteno (20V; 200A)genera termoelettroni che collidono con le molecole del gas producendo la dissociazionenei suoi costituenti atomici piu’ molecole di massa minore, il tutto con differenti gradi di ionizzazione (fig. 25).</a:t>
            </a:r>
          </a:p>
          <a:p>
            <a:pPr algn="just" eaLnBrk="1" hangingPunct="1">
              <a:spcBef>
                <a:spcPct val="0"/>
              </a:spcBef>
            </a:pPr>
            <a:r>
              <a:rPr lang="it-IT" altLang="en-US" sz="700" b="1"/>
              <a:t>Il filamento puo’ essere schermato da un catodo che ha funzione di emettere elettroni secondari sotto il bombardameto da quelli emessi dal filamento (fig. 26). Inoltre le sorgenti possono essere dotate di uno o due filamenti (fig 24). Gli elettroni secondari verranno accelerati verso le pareti della camera da un potenziale positivo, definito Arc voltage (+80V) e respinti da un Repeller in</a:t>
            </a:r>
          </a:p>
          <a:p>
            <a:pPr algn="just" eaLnBrk="1" hangingPunct="1">
              <a:spcBef>
                <a:spcPct val="0"/>
              </a:spcBef>
            </a:pPr>
            <a:r>
              <a:rPr lang="it-IT" altLang="en-US" sz="700" b="1"/>
              <a:t>modo da confinarli in prossimita’ del catodo. Per aumentare la probabilita’ di urto dell’elettrone con una molecola di gas esso viene costretto a percorrere un tragitto a spirale da un campo magnetico (fig. 27 e 28).   </a:t>
            </a:r>
          </a:p>
          <a:p>
            <a:pPr algn="just" eaLnBrk="1" hangingPunct="1">
              <a:spcBef>
                <a:spcPct val="0"/>
              </a:spcBef>
            </a:pPr>
            <a:endParaRPr lang="it-IT" altLang="en-US" sz="700" b="1"/>
          </a:p>
          <a:p>
            <a:pPr algn="just" eaLnBrk="1" hangingPunct="1">
              <a:spcBef>
                <a:spcPct val="0"/>
              </a:spcBef>
            </a:pPr>
            <a:r>
              <a:rPr lang="it-IT" altLang="en-US" sz="800" b="1"/>
              <a:t>Gli ioni generati all’interno dell’Arc Chamber vengono estratti da una differenza di potenziale</a:t>
            </a:r>
          </a:p>
          <a:p>
            <a:pPr algn="just" eaLnBrk="1" hangingPunct="1">
              <a:spcBef>
                <a:spcPct val="0"/>
              </a:spcBef>
            </a:pPr>
            <a:r>
              <a:rPr lang="it-IT" altLang="en-US" sz="800" b="1"/>
              <a:t>applicata tra la camera stessa ed un elettrodo estrattore che e’ posizionato di fronte</a:t>
            </a:r>
          </a:p>
          <a:p>
            <a:pPr algn="just" eaLnBrk="1" hangingPunct="1">
              <a:spcBef>
                <a:spcPct val="0"/>
              </a:spcBef>
            </a:pPr>
            <a:r>
              <a:rPr lang="it-IT" altLang="en-US" sz="800" b="1"/>
              <a:t>ad una fenditura della camera. </a:t>
            </a:r>
          </a:p>
          <a:p>
            <a:pPr algn="just" eaLnBrk="1" hangingPunct="1">
              <a:spcBef>
                <a:spcPct val="0"/>
              </a:spcBef>
            </a:pPr>
            <a:r>
              <a:rPr lang="it-IT" altLang="en-US" sz="800" b="1"/>
              <a:t>Il potenziale applicato e’ generalmente compreso tra 20 ed 80 KV e fornisce una energia allo</a:t>
            </a:r>
          </a:p>
          <a:p>
            <a:pPr algn="just" eaLnBrk="1" hangingPunct="1">
              <a:spcBef>
                <a:spcPct val="0"/>
              </a:spcBef>
            </a:pPr>
            <a:r>
              <a:rPr lang="it-IT" altLang="en-US" sz="800" b="1"/>
              <a:t>ione che spesso e’ quella finale del processo di impiantazione (eventualmente una seconda</a:t>
            </a:r>
          </a:p>
          <a:p>
            <a:pPr algn="just" eaLnBrk="1" hangingPunct="1">
              <a:spcBef>
                <a:spcPct val="0"/>
              </a:spcBef>
            </a:pPr>
            <a:r>
              <a:rPr lang="it-IT" altLang="en-US" sz="800" b="1"/>
              <a:t>accelerazione al fascio viene fornita dalla colonna acceleratrice). Sull’elettrodo e’ applicata una</a:t>
            </a:r>
          </a:p>
          <a:p>
            <a:pPr algn="just" eaLnBrk="1" hangingPunct="1">
              <a:spcBef>
                <a:spcPct val="0"/>
              </a:spcBef>
            </a:pPr>
            <a:r>
              <a:rPr lang="it-IT" altLang="en-US" sz="800" b="1"/>
              <a:t>Front Slit che ha la funzione di focalizzare il fascio ed immediatamente prima di essa e’</a:t>
            </a:r>
          </a:p>
          <a:p>
            <a:pPr algn="just" eaLnBrk="1" hangingPunct="1">
              <a:spcBef>
                <a:spcPct val="0"/>
              </a:spcBef>
            </a:pPr>
            <a:r>
              <a:rPr lang="it-IT" altLang="en-US" sz="800" b="1"/>
              <a:t>presente un secondo elettrodo detto soppressore. La sua funzione e’ quella di impedire agli</a:t>
            </a:r>
          </a:p>
          <a:p>
            <a:pPr algn="just" eaLnBrk="1" hangingPunct="1">
              <a:spcBef>
                <a:spcPct val="0"/>
              </a:spcBef>
            </a:pPr>
            <a:r>
              <a:rPr lang="it-IT" altLang="en-US" sz="800" b="1"/>
              <a:t>elettroni che si generano a causa degli urti degli ioni sulla front slit di poter tornare indietro</a:t>
            </a:r>
          </a:p>
          <a:p>
            <a:pPr algn="just" eaLnBrk="1" hangingPunct="1">
              <a:spcBef>
                <a:spcPct val="0"/>
              </a:spcBef>
            </a:pPr>
            <a:r>
              <a:rPr lang="it-IT" altLang="en-US" sz="800" b="1"/>
              <a:t>verso la sorgente e generare raggi X. A tal fine il soppressore opera generando un potenziale</a:t>
            </a:r>
          </a:p>
          <a:p>
            <a:pPr algn="just" eaLnBrk="1" hangingPunct="1">
              <a:spcBef>
                <a:spcPct val="0"/>
              </a:spcBef>
            </a:pPr>
            <a:r>
              <a:rPr lang="it-IT" altLang="en-US" sz="800" b="1"/>
              <a:t>piu’ negativo (-2 KV) rispetto all’elettrodo estrattore (fig. 29). Gli elettrodi estrattore e</a:t>
            </a:r>
          </a:p>
          <a:p>
            <a:pPr algn="just" eaLnBrk="1" hangingPunct="1">
              <a:spcBef>
                <a:spcPct val="0"/>
              </a:spcBef>
            </a:pPr>
            <a:r>
              <a:rPr lang="it-IT" altLang="en-US" sz="800" b="1"/>
              <a:t>soppressore sono meccanicamente vincolati e possono variare la posizione in relazione alla</a:t>
            </a:r>
          </a:p>
          <a:p>
            <a:pPr algn="just" eaLnBrk="1" hangingPunct="1">
              <a:spcBef>
                <a:spcPct val="0"/>
              </a:spcBef>
            </a:pPr>
            <a:r>
              <a:rPr lang="it-IT" altLang="en-US" sz="800" b="1"/>
              <a:t>sorgente lungo i tre assi (manipolatore). Cio’ permette di focalizzare il fascio ionico un una</a:t>
            </a:r>
          </a:p>
          <a:p>
            <a:pPr algn="just" eaLnBrk="1" hangingPunct="1">
              <a:spcBef>
                <a:spcPct val="0"/>
              </a:spcBef>
            </a:pPr>
            <a:r>
              <a:rPr lang="it-IT" altLang="en-US" sz="800" b="1"/>
              <a:t>successiva fenditura (Defining aperture) collocata prima dell’analizzatore di massa (fig. 30).</a:t>
            </a:r>
            <a:endParaRPr lang="it-IT" altLang="en-US" sz="700" b="1"/>
          </a:p>
          <a:p>
            <a:pPr eaLnBrk="1" hangingPunct="1">
              <a:spcBef>
                <a:spcPct val="0"/>
              </a:spcBef>
            </a:pPr>
            <a:endParaRPr lang="it-IT" altLang="en-US" sz="700" b="1"/>
          </a:p>
          <a:p>
            <a:pPr eaLnBrk="1" hangingPunct="1">
              <a:spcBef>
                <a:spcPct val="0"/>
              </a:spcBef>
            </a:pPr>
            <a:endParaRPr lang="it-IT" altLang="en-US" sz="700" b="1"/>
          </a:p>
          <a:p>
            <a:pPr eaLnBrk="1" hangingPunct="1">
              <a:spcBef>
                <a:spcPct val="0"/>
              </a:spcBef>
            </a:pPr>
            <a:endParaRPr lang="it-IT" altLang="en-US" sz="700" b="1"/>
          </a:p>
          <a:p>
            <a:pPr eaLnBrk="1" hangingPunct="1">
              <a:lnSpc>
                <a:spcPct val="80000"/>
              </a:lnSpc>
            </a:pPr>
            <a:endParaRPr lang="en-US" altLang="en-US" sz="7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1D11A402-30B4-754D-AFE0-3EDE71CFE995}"/>
              </a:ext>
            </a:extLst>
          </p:cNvPr>
          <p:cNvSpPr>
            <a:spLocks noGrp="1" noChangeArrowheads="1"/>
          </p:cNvSpPr>
          <p:nvPr>
            <p:ph type="sldNum" sz="quarter" idx="5"/>
          </p:nvPr>
        </p:nvSpPr>
        <p:spPr>
          <a:noFill/>
        </p:spPr>
        <p:txBody>
          <a:bodyPr/>
          <a:lstStyle>
            <a:lvl1pPr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C3761C59-C44E-4D27-911D-CC86FDB4A21D}" type="slidenum">
              <a:rPr lang="en-US" altLang="en-US">
                <a:solidFill>
                  <a:schemeClr val="tx1"/>
                </a:solidFill>
              </a:rPr>
              <a:pPr>
                <a:lnSpc>
                  <a:spcPct val="100000"/>
                </a:lnSpc>
                <a:spcBef>
                  <a:spcPct val="0"/>
                </a:spcBef>
                <a:buClrTx/>
                <a:buFontTx/>
                <a:buNone/>
              </a:pPr>
              <a:t>5</a:t>
            </a:fld>
            <a:endParaRPr lang="en-US" altLang="en-US">
              <a:solidFill>
                <a:schemeClr val="tx1"/>
              </a:solidFill>
            </a:endParaRPr>
          </a:p>
        </p:txBody>
      </p:sp>
      <p:sp>
        <p:nvSpPr>
          <p:cNvPr id="18435" name="Rectangle 2">
            <a:extLst>
              <a:ext uri="{FF2B5EF4-FFF2-40B4-BE49-F238E27FC236}">
                <a16:creationId xmlns:a16="http://schemas.microsoft.com/office/drawing/2014/main" id="{4A0840F3-D1CC-1511-7508-1FB0CD3EDC2E}"/>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6FC8FEAE-B0DA-6970-5946-68C6BE3A288F}"/>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33E908D9-3452-B0EB-D72B-FA7F015713EC}"/>
              </a:ext>
            </a:extLst>
          </p:cNvPr>
          <p:cNvSpPr>
            <a:spLocks noGrp="1" noChangeArrowheads="1"/>
          </p:cNvSpPr>
          <p:nvPr>
            <p:ph type="sldNum" sz="quarter" idx="5"/>
          </p:nvPr>
        </p:nvSpPr>
        <p:spPr>
          <a:noFill/>
        </p:spPr>
        <p:txBody>
          <a:bodyPr/>
          <a:lstStyle>
            <a:lvl1pPr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7E8B536F-C0AD-45C0-A6AE-E1A9D897216A}" type="slidenum">
              <a:rPr lang="en-US" altLang="en-US">
                <a:solidFill>
                  <a:schemeClr val="tx1"/>
                </a:solidFill>
              </a:rPr>
              <a:pPr>
                <a:lnSpc>
                  <a:spcPct val="100000"/>
                </a:lnSpc>
                <a:spcBef>
                  <a:spcPct val="0"/>
                </a:spcBef>
                <a:buClrTx/>
                <a:buFontTx/>
                <a:buNone/>
              </a:pPr>
              <a:t>6</a:t>
            </a:fld>
            <a:endParaRPr lang="en-US" altLang="en-US">
              <a:solidFill>
                <a:schemeClr val="tx1"/>
              </a:solidFill>
            </a:endParaRPr>
          </a:p>
        </p:txBody>
      </p:sp>
      <p:sp>
        <p:nvSpPr>
          <p:cNvPr id="20483" name="Rectangle 2">
            <a:extLst>
              <a:ext uri="{FF2B5EF4-FFF2-40B4-BE49-F238E27FC236}">
                <a16:creationId xmlns:a16="http://schemas.microsoft.com/office/drawing/2014/main" id="{ACC986EC-7C02-0806-9D57-1C0BC7A462E0}"/>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5DE38CC2-996A-4CC2-3A27-41CF98BEBEF7}"/>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6D64EA44-7B9F-7C56-05A3-5684ADB9B3B6}"/>
              </a:ext>
            </a:extLst>
          </p:cNvPr>
          <p:cNvSpPr>
            <a:spLocks noGrp="1" noChangeArrowheads="1"/>
          </p:cNvSpPr>
          <p:nvPr>
            <p:ph type="sldNum" sz="quarter" idx="5"/>
          </p:nvPr>
        </p:nvSpPr>
        <p:spPr>
          <a:noFill/>
        </p:spPr>
        <p:txBody>
          <a:bodyPr/>
          <a:lstStyle>
            <a:lvl1pPr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B4724B03-6021-446F-ADD1-4A65990E6D46}" type="slidenum">
              <a:rPr lang="en-US" altLang="en-US">
                <a:solidFill>
                  <a:schemeClr val="tx1"/>
                </a:solidFill>
              </a:rPr>
              <a:pPr>
                <a:lnSpc>
                  <a:spcPct val="100000"/>
                </a:lnSpc>
                <a:spcBef>
                  <a:spcPct val="0"/>
                </a:spcBef>
                <a:buClrTx/>
                <a:buFontTx/>
                <a:buNone/>
              </a:pPr>
              <a:t>7</a:t>
            </a:fld>
            <a:endParaRPr lang="en-US" altLang="en-US">
              <a:solidFill>
                <a:schemeClr val="tx1"/>
              </a:solidFill>
            </a:endParaRPr>
          </a:p>
        </p:txBody>
      </p:sp>
      <p:sp>
        <p:nvSpPr>
          <p:cNvPr id="22531" name="Rectangle 2">
            <a:extLst>
              <a:ext uri="{FF2B5EF4-FFF2-40B4-BE49-F238E27FC236}">
                <a16:creationId xmlns:a16="http://schemas.microsoft.com/office/drawing/2014/main" id="{A4020D4D-45F3-48C5-5090-A8208569327E}"/>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7B970AB5-6420-9296-F781-238C2FDE3CD6}"/>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F3C05-965A-0B21-86B1-4FCF5F264DB6}"/>
            </a:ext>
          </a:extLst>
        </p:cNvPr>
        <p:cNvGrpSpPr/>
        <p:nvPr/>
      </p:nvGrpSpPr>
      <p:grpSpPr>
        <a:xfrm>
          <a:off x="0" y="0"/>
          <a:ext cx="0" cy="0"/>
          <a:chOff x="0" y="0"/>
          <a:chExt cx="0" cy="0"/>
        </a:xfrm>
      </p:grpSpPr>
      <p:sp>
        <p:nvSpPr>
          <p:cNvPr id="36866" name="Rectangle 7">
            <a:extLst>
              <a:ext uri="{FF2B5EF4-FFF2-40B4-BE49-F238E27FC236}">
                <a16:creationId xmlns:a16="http://schemas.microsoft.com/office/drawing/2014/main" id="{50902C89-64A4-1C16-6D57-286648B27D9E}"/>
              </a:ext>
            </a:extLst>
          </p:cNvPr>
          <p:cNvSpPr>
            <a:spLocks noGrp="1" noChangeArrowheads="1"/>
          </p:cNvSpPr>
          <p:nvPr>
            <p:ph type="sldNum" sz="quarter" idx="5"/>
          </p:nvPr>
        </p:nvSpPr>
        <p:spPr>
          <a:noFill/>
        </p:spPr>
        <p:txBody>
          <a:bodyPr/>
          <a:lstStyle>
            <a:lvl1pPr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6F956155-B976-4857-A467-F52796252228}" type="slidenum">
              <a:rPr lang="en-US" altLang="en-US">
                <a:solidFill>
                  <a:schemeClr val="tx1"/>
                </a:solidFill>
              </a:rPr>
              <a:pPr>
                <a:lnSpc>
                  <a:spcPct val="100000"/>
                </a:lnSpc>
                <a:spcBef>
                  <a:spcPct val="0"/>
                </a:spcBef>
                <a:buClrTx/>
                <a:buFontTx/>
                <a:buNone/>
              </a:pPr>
              <a:t>8</a:t>
            </a:fld>
            <a:endParaRPr lang="en-US" altLang="en-US">
              <a:solidFill>
                <a:schemeClr val="tx1"/>
              </a:solidFill>
            </a:endParaRPr>
          </a:p>
        </p:txBody>
      </p:sp>
      <p:sp>
        <p:nvSpPr>
          <p:cNvPr id="36867" name="Rectangle 2">
            <a:extLst>
              <a:ext uri="{FF2B5EF4-FFF2-40B4-BE49-F238E27FC236}">
                <a16:creationId xmlns:a16="http://schemas.microsoft.com/office/drawing/2014/main" id="{52F26824-B306-6651-A53C-F04C6A87A0A4}"/>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E67CF756-3C0A-B308-E166-E9CC0D04F3DD}"/>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4160175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E00FF-3431-0ED0-0C18-1F12E709C385}"/>
            </a:ext>
          </a:extLst>
        </p:cNvPr>
        <p:cNvGrpSpPr/>
        <p:nvPr/>
      </p:nvGrpSpPr>
      <p:grpSpPr>
        <a:xfrm>
          <a:off x="0" y="0"/>
          <a:ext cx="0" cy="0"/>
          <a:chOff x="0" y="0"/>
          <a:chExt cx="0" cy="0"/>
        </a:xfrm>
      </p:grpSpPr>
      <p:sp>
        <p:nvSpPr>
          <p:cNvPr id="38914" name="Rectangle 7">
            <a:extLst>
              <a:ext uri="{FF2B5EF4-FFF2-40B4-BE49-F238E27FC236}">
                <a16:creationId xmlns:a16="http://schemas.microsoft.com/office/drawing/2014/main" id="{B1E43EB8-00E1-7B91-7A14-B244A4238288}"/>
              </a:ext>
            </a:extLst>
          </p:cNvPr>
          <p:cNvSpPr>
            <a:spLocks noGrp="1" noChangeArrowheads="1"/>
          </p:cNvSpPr>
          <p:nvPr>
            <p:ph type="sldNum" sz="quarter" idx="5"/>
          </p:nvPr>
        </p:nvSpPr>
        <p:spPr>
          <a:noFill/>
        </p:spPr>
        <p:txBody>
          <a:bodyPr/>
          <a:lstStyle>
            <a:lvl1pPr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09620D81-5B8E-4DF9-9F0E-499EA03D0248}" type="slidenum">
              <a:rPr lang="en-US" altLang="en-US">
                <a:solidFill>
                  <a:schemeClr val="tx1"/>
                </a:solidFill>
              </a:rPr>
              <a:pPr>
                <a:lnSpc>
                  <a:spcPct val="100000"/>
                </a:lnSpc>
                <a:spcBef>
                  <a:spcPct val="0"/>
                </a:spcBef>
                <a:buClrTx/>
                <a:buFontTx/>
                <a:buNone/>
              </a:pPr>
              <a:t>9</a:t>
            </a:fld>
            <a:endParaRPr lang="en-US" altLang="en-US">
              <a:solidFill>
                <a:schemeClr val="tx1"/>
              </a:solidFill>
            </a:endParaRPr>
          </a:p>
        </p:txBody>
      </p:sp>
      <p:sp>
        <p:nvSpPr>
          <p:cNvPr id="38915" name="Rectangle 2">
            <a:extLst>
              <a:ext uri="{FF2B5EF4-FFF2-40B4-BE49-F238E27FC236}">
                <a16:creationId xmlns:a16="http://schemas.microsoft.com/office/drawing/2014/main" id="{F954B062-6484-D907-59FC-C4981D1B0079}"/>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21240827-2BC2-E96F-A7D6-8E71A0804409}"/>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7608900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F0F9B-7196-073B-7C14-C97344EE6717}"/>
            </a:ext>
          </a:extLst>
        </p:cNvPr>
        <p:cNvGrpSpPr/>
        <p:nvPr/>
      </p:nvGrpSpPr>
      <p:grpSpPr>
        <a:xfrm>
          <a:off x="0" y="0"/>
          <a:ext cx="0" cy="0"/>
          <a:chOff x="0" y="0"/>
          <a:chExt cx="0" cy="0"/>
        </a:xfrm>
      </p:grpSpPr>
      <p:sp>
        <p:nvSpPr>
          <p:cNvPr id="40962" name="Rectangle 7">
            <a:extLst>
              <a:ext uri="{FF2B5EF4-FFF2-40B4-BE49-F238E27FC236}">
                <a16:creationId xmlns:a16="http://schemas.microsoft.com/office/drawing/2014/main" id="{54E4D286-36C7-5F1E-20F1-A768E3A49544}"/>
              </a:ext>
            </a:extLst>
          </p:cNvPr>
          <p:cNvSpPr>
            <a:spLocks noGrp="1" noChangeArrowheads="1"/>
          </p:cNvSpPr>
          <p:nvPr>
            <p:ph type="sldNum" sz="quarter" idx="5"/>
          </p:nvPr>
        </p:nvSpPr>
        <p:spPr>
          <a:noFill/>
        </p:spPr>
        <p:txBody>
          <a:bodyPr/>
          <a:lstStyle>
            <a:lvl1pPr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5AEAE804-6C89-4E3B-8397-72281847B497}" type="slidenum">
              <a:rPr lang="en-US" altLang="en-US">
                <a:solidFill>
                  <a:schemeClr val="tx1"/>
                </a:solidFill>
              </a:rPr>
              <a:pPr>
                <a:lnSpc>
                  <a:spcPct val="100000"/>
                </a:lnSpc>
                <a:spcBef>
                  <a:spcPct val="0"/>
                </a:spcBef>
                <a:buClrTx/>
                <a:buFontTx/>
                <a:buNone/>
              </a:pPr>
              <a:t>10</a:t>
            </a:fld>
            <a:endParaRPr lang="en-US" altLang="en-US">
              <a:solidFill>
                <a:schemeClr val="tx1"/>
              </a:solidFill>
            </a:endParaRPr>
          </a:p>
        </p:txBody>
      </p:sp>
      <p:sp>
        <p:nvSpPr>
          <p:cNvPr id="40963" name="Rectangle 2">
            <a:extLst>
              <a:ext uri="{FF2B5EF4-FFF2-40B4-BE49-F238E27FC236}">
                <a16:creationId xmlns:a16="http://schemas.microsoft.com/office/drawing/2014/main" id="{DC1C4A91-5307-78FA-B70B-C498C112C5CD}"/>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457A9C0-C52D-94DA-295A-2C640258FFB8}"/>
              </a:ext>
            </a:extLst>
          </p:cNvPr>
          <p:cNvSpPr>
            <a:spLocks noGrp="1" noChangeArrowheads="1"/>
          </p:cNvSpPr>
          <p:nvPr>
            <p:ph type="body" idx="1"/>
          </p:nvPr>
        </p:nvSpPr>
        <p:spPr>
          <a:noFill/>
        </p:spPr>
        <p:txBody>
          <a:bodyPr/>
          <a:lstStyle/>
          <a:p>
            <a:pPr eaLnBrk="1" hangingPunct="1"/>
            <a:r>
              <a:rPr lang="en-GB" altLang="en-US"/>
              <a:t>Sottolineare che il numero e il tipo di interazioni dipendono fortemente dal tipo di impianto (es. angolato o no), dal tipo di ione, dal numero di eventi di channeling che si producono.</a:t>
            </a:r>
          </a:p>
          <a:p>
            <a:pPr eaLnBrk="1" hangingPunct="1"/>
            <a:r>
              <a:rPr lang="en-GB" altLang="en-US"/>
              <a:t>Solo simulazioni Montecarlo forniscono una previsione accurata dei profili dopo impianto.</a:t>
            </a:r>
            <a:endParaRPr lang="en-US" altLang="en-US"/>
          </a:p>
        </p:txBody>
      </p:sp>
    </p:spTree>
    <p:extLst>
      <p:ext uri="{BB962C8B-B14F-4D97-AF65-F5344CB8AC3E}">
        <p14:creationId xmlns:p14="http://schemas.microsoft.com/office/powerpoint/2010/main" val="1966599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A1C6D9CB-CD68-77D9-7B91-FFC64CD9AB32}"/>
              </a:ext>
            </a:extLst>
          </p:cNvPr>
          <p:cNvSpPr>
            <a:spLocks noGrp="1" noChangeArrowheads="1"/>
          </p:cNvSpPr>
          <p:nvPr>
            <p:ph type="sldNum" sz="quarter" idx="5"/>
          </p:nvPr>
        </p:nvSpPr>
        <p:spPr>
          <a:noFill/>
        </p:spPr>
        <p:txBody>
          <a:bodyPr/>
          <a:lstStyle>
            <a:lvl1pPr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85537783-7C02-4A7E-9BF9-2F79A1BE2121}" type="slidenum">
              <a:rPr lang="en-US" altLang="en-US">
                <a:solidFill>
                  <a:schemeClr val="tx1"/>
                </a:solidFill>
              </a:rPr>
              <a:pPr>
                <a:lnSpc>
                  <a:spcPct val="100000"/>
                </a:lnSpc>
                <a:spcBef>
                  <a:spcPct val="0"/>
                </a:spcBef>
                <a:buClrTx/>
                <a:buFontTx/>
                <a:buNone/>
              </a:pPr>
              <a:t>11</a:t>
            </a:fld>
            <a:endParaRPr lang="en-US" altLang="en-US">
              <a:solidFill>
                <a:schemeClr val="tx1"/>
              </a:solidFill>
            </a:endParaRPr>
          </a:p>
        </p:txBody>
      </p:sp>
      <p:sp>
        <p:nvSpPr>
          <p:cNvPr id="24579" name="Rectangle 2">
            <a:extLst>
              <a:ext uri="{FF2B5EF4-FFF2-40B4-BE49-F238E27FC236}">
                <a16:creationId xmlns:a16="http://schemas.microsoft.com/office/drawing/2014/main" id="{32617277-ACE5-4FD0-7E8C-4964F76A7E44}"/>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BAE2C7A2-25A2-6560-9407-36967DBC7A15}"/>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97CD5F66-3148-D67A-C9F7-166DA137A178}"/>
              </a:ext>
            </a:extLst>
          </p:cNvPr>
          <p:cNvSpPr>
            <a:spLocks noGrp="1" noChangeArrowheads="1"/>
          </p:cNvSpPr>
          <p:nvPr>
            <p:ph type="sldNum" sz="quarter" idx="5"/>
          </p:nvPr>
        </p:nvSpPr>
        <p:spPr>
          <a:noFill/>
        </p:spPr>
        <p:txBody>
          <a:bodyPr/>
          <a:lstStyle>
            <a:lvl1pPr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9E0BCB91-F4ED-4F94-828D-D9F008953305}" type="slidenum">
              <a:rPr lang="en-US" altLang="en-US">
                <a:solidFill>
                  <a:schemeClr val="tx1"/>
                </a:solidFill>
              </a:rPr>
              <a:pPr>
                <a:lnSpc>
                  <a:spcPct val="100000"/>
                </a:lnSpc>
                <a:spcBef>
                  <a:spcPct val="0"/>
                </a:spcBef>
                <a:buClrTx/>
                <a:buFontTx/>
                <a:buNone/>
              </a:pPr>
              <a:t>12</a:t>
            </a:fld>
            <a:endParaRPr lang="en-US" altLang="en-US">
              <a:solidFill>
                <a:schemeClr val="tx1"/>
              </a:solidFill>
            </a:endParaRPr>
          </a:p>
        </p:txBody>
      </p:sp>
      <p:sp>
        <p:nvSpPr>
          <p:cNvPr id="26627" name="Rectangle 2">
            <a:extLst>
              <a:ext uri="{FF2B5EF4-FFF2-40B4-BE49-F238E27FC236}">
                <a16:creationId xmlns:a16="http://schemas.microsoft.com/office/drawing/2014/main" id="{45AE6B08-5B1C-EE35-4961-9B7A16DDF18B}"/>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5004F1D5-C5DD-5175-A428-A8AEFEFE28BF}"/>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752E5D2B-B5FC-A52D-53C5-19C88F937F6D}"/>
              </a:ext>
            </a:extLst>
          </p:cNvPr>
          <p:cNvSpPr>
            <a:spLocks noGrp="1" noChangeArrowheads="1"/>
          </p:cNvSpPr>
          <p:nvPr>
            <p:ph type="sldNum" sz="quarter" idx="5"/>
          </p:nvPr>
        </p:nvSpPr>
        <p:spPr>
          <a:noFill/>
        </p:spPr>
        <p:txBody>
          <a:bodyPr/>
          <a:lstStyle>
            <a:lvl1pPr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9D49526E-2AD9-4BE0-90F8-FDE787D087D2}" type="slidenum">
              <a:rPr lang="en-US" altLang="en-US">
                <a:solidFill>
                  <a:schemeClr val="tx1"/>
                </a:solidFill>
              </a:rPr>
              <a:pPr>
                <a:lnSpc>
                  <a:spcPct val="100000"/>
                </a:lnSpc>
                <a:spcBef>
                  <a:spcPct val="0"/>
                </a:spcBef>
                <a:buClrTx/>
                <a:buFontTx/>
                <a:buNone/>
              </a:pPr>
              <a:t>13</a:t>
            </a:fld>
            <a:endParaRPr lang="en-US" altLang="en-US">
              <a:solidFill>
                <a:schemeClr val="tx1"/>
              </a:solidFill>
            </a:endParaRPr>
          </a:p>
        </p:txBody>
      </p:sp>
      <p:sp>
        <p:nvSpPr>
          <p:cNvPr id="28675" name="Rectangle 2">
            <a:extLst>
              <a:ext uri="{FF2B5EF4-FFF2-40B4-BE49-F238E27FC236}">
                <a16:creationId xmlns:a16="http://schemas.microsoft.com/office/drawing/2014/main" id="{F71AF6DD-2090-A4DE-F071-317067359BFE}"/>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ACB6F657-B1D4-E5D7-2272-0B4D05F39F00}"/>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0737FC23-3125-AD2D-14CD-B156560D6799}"/>
              </a:ext>
            </a:extLst>
          </p:cNvPr>
          <p:cNvSpPr>
            <a:spLocks noGrp="1" noChangeArrowheads="1"/>
          </p:cNvSpPr>
          <p:nvPr>
            <p:ph type="sldNum" sz="quarter" idx="5"/>
          </p:nvPr>
        </p:nvSpPr>
        <p:spPr>
          <a:noFill/>
        </p:spPr>
        <p:txBody>
          <a:bodyPr/>
          <a:lstStyle>
            <a:lvl1pPr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53EEE551-ED6F-440A-A8DD-962E4227AD68}" type="slidenum">
              <a:rPr lang="en-US" altLang="en-US">
                <a:solidFill>
                  <a:schemeClr val="tx1"/>
                </a:solidFill>
              </a:rPr>
              <a:pPr>
                <a:lnSpc>
                  <a:spcPct val="100000"/>
                </a:lnSpc>
                <a:spcBef>
                  <a:spcPct val="0"/>
                </a:spcBef>
                <a:buClrTx/>
                <a:buFontTx/>
                <a:buNone/>
              </a:pPr>
              <a:t>14</a:t>
            </a:fld>
            <a:endParaRPr lang="en-US" altLang="en-US">
              <a:solidFill>
                <a:schemeClr val="tx1"/>
              </a:solidFill>
            </a:endParaRPr>
          </a:p>
        </p:txBody>
      </p:sp>
      <p:sp>
        <p:nvSpPr>
          <p:cNvPr id="30723" name="Rectangle 2">
            <a:extLst>
              <a:ext uri="{FF2B5EF4-FFF2-40B4-BE49-F238E27FC236}">
                <a16:creationId xmlns:a16="http://schemas.microsoft.com/office/drawing/2014/main" id="{0FF3D5B1-607A-AD00-7F36-9406343899F6}"/>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7703CFA1-5457-ABCA-EB66-13258DA3770D}"/>
              </a:ext>
            </a:extLst>
          </p:cNvPr>
          <p:cNvSpPr>
            <a:spLocks noGrp="1" noChangeArrowheads="1"/>
          </p:cNvSpPr>
          <p:nvPr>
            <p:ph type="body" idx="1"/>
          </p:nvPr>
        </p:nvSpPr>
        <p:spPr>
          <a:noFill/>
        </p:spPr>
        <p:txBody>
          <a:bodyPr/>
          <a:lstStyle/>
          <a:p>
            <a:pPr eaLnBrk="1" hangingPunct="1"/>
            <a:r>
              <a:rPr lang="en-GB" altLang="en-US"/>
              <a:t>Spiegare cosa sono skewness e kurtosis</a:t>
            </a:r>
          </a:p>
          <a:p>
            <a:pPr eaLnBrk="1" hangingPunct="1"/>
            <a:r>
              <a:rPr lang="en-GB" altLang="en-US"/>
              <a:t>Sottolineare la forma della distribuzione del B: ioni leggeri “rimbalzano” all’indietro piu’ facilmente </a:t>
            </a:r>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ADE35A79-6501-B743-7620-31FE711F52DE}"/>
              </a:ext>
            </a:extLst>
          </p:cNvPr>
          <p:cNvSpPr>
            <a:spLocks noGrp="1" noChangeArrowheads="1"/>
          </p:cNvSpPr>
          <p:nvPr>
            <p:ph type="sldNum" sz="quarter" idx="5"/>
          </p:nvPr>
        </p:nvSpPr>
        <p:spPr>
          <a:noFill/>
        </p:spPr>
        <p:txBody>
          <a:bodyPr/>
          <a:lstStyle>
            <a:lvl1pPr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614CF3F2-4D88-464A-892D-2FB4B31FA2A8}" type="slidenum">
              <a:rPr lang="en-US" altLang="en-US">
                <a:solidFill>
                  <a:schemeClr val="tx1"/>
                </a:solidFill>
              </a:rPr>
              <a:pPr>
                <a:lnSpc>
                  <a:spcPct val="100000"/>
                </a:lnSpc>
                <a:spcBef>
                  <a:spcPct val="0"/>
                </a:spcBef>
                <a:buClrTx/>
                <a:buFontTx/>
                <a:buNone/>
              </a:pPr>
              <a:t>15</a:t>
            </a:fld>
            <a:endParaRPr lang="en-US" altLang="en-US">
              <a:solidFill>
                <a:schemeClr val="tx1"/>
              </a:solidFill>
            </a:endParaRPr>
          </a:p>
        </p:txBody>
      </p:sp>
      <p:sp>
        <p:nvSpPr>
          <p:cNvPr id="32771" name="Rectangle 2">
            <a:extLst>
              <a:ext uri="{FF2B5EF4-FFF2-40B4-BE49-F238E27FC236}">
                <a16:creationId xmlns:a16="http://schemas.microsoft.com/office/drawing/2014/main" id="{821FAAB2-3727-46AB-0371-BAF64A0F6CD8}"/>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DE9A6D5C-9BC2-B84C-0C0B-70329801802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B1340D53-A3F8-77C1-6C95-7D3ECB478C83}"/>
              </a:ext>
            </a:extLst>
          </p:cNvPr>
          <p:cNvSpPr>
            <a:spLocks noGrp="1" noChangeArrowheads="1"/>
          </p:cNvSpPr>
          <p:nvPr>
            <p:ph type="sldNum" sz="quarter" idx="5"/>
          </p:nvPr>
        </p:nvSpPr>
        <p:spPr>
          <a:noFill/>
        </p:spPr>
        <p:txBody>
          <a:bodyPr/>
          <a:lstStyle>
            <a:lvl1pPr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1FFAE601-D7A3-4B63-9C1C-BFD0EAA53C8D}" type="slidenum">
              <a:rPr lang="en-US" altLang="en-US">
                <a:solidFill>
                  <a:schemeClr val="tx1"/>
                </a:solidFill>
              </a:rPr>
              <a:pPr>
                <a:lnSpc>
                  <a:spcPct val="100000"/>
                </a:lnSpc>
                <a:spcBef>
                  <a:spcPct val="0"/>
                </a:spcBef>
                <a:buClrTx/>
                <a:buFontTx/>
                <a:buNone/>
              </a:pPr>
              <a:t>16</a:t>
            </a:fld>
            <a:endParaRPr lang="en-US" altLang="en-US">
              <a:solidFill>
                <a:schemeClr val="tx1"/>
              </a:solidFill>
            </a:endParaRPr>
          </a:p>
        </p:txBody>
      </p:sp>
      <p:sp>
        <p:nvSpPr>
          <p:cNvPr id="34819" name="Rectangle 2">
            <a:extLst>
              <a:ext uri="{FF2B5EF4-FFF2-40B4-BE49-F238E27FC236}">
                <a16:creationId xmlns:a16="http://schemas.microsoft.com/office/drawing/2014/main" id="{5F744B93-F6A8-822E-2AB0-539728BB50E5}"/>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9C01EC2E-AF37-6B72-A92D-07D91CCC352F}"/>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6D6D6FC8-BCE6-3A20-5D02-5A76F852DBD0}"/>
              </a:ext>
            </a:extLst>
          </p:cNvPr>
          <p:cNvSpPr>
            <a:spLocks noGrp="1" noChangeArrowheads="1"/>
          </p:cNvSpPr>
          <p:nvPr>
            <p:ph type="sldNum" sz="quarter" idx="5"/>
          </p:nvPr>
        </p:nvSpPr>
        <p:spPr>
          <a:noFill/>
        </p:spPr>
        <p:txBody>
          <a:bodyPr/>
          <a:lstStyle>
            <a:lvl1pPr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87EC807C-9E09-44B8-95BE-12180218B8F7}" type="slidenum">
              <a:rPr lang="en-US" altLang="en-US">
                <a:solidFill>
                  <a:schemeClr val="tx1"/>
                </a:solidFill>
              </a:rPr>
              <a:pPr>
                <a:lnSpc>
                  <a:spcPct val="100000"/>
                </a:lnSpc>
                <a:spcBef>
                  <a:spcPct val="0"/>
                </a:spcBef>
                <a:buClrTx/>
                <a:buFontTx/>
                <a:buNone/>
              </a:pPr>
              <a:t>17</a:t>
            </a:fld>
            <a:endParaRPr lang="en-US" altLang="en-US">
              <a:solidFill>
                <a:schemeClr val="tx1"/>
              </a:solidFill>
            </a:endParaRPr>
          </a:p>
        </p:txBody>
      </p:sp>
      <p:sp>
        <p:nvSpPr>
          <p:cNvPr id="43011" name="Rectangle 2">
            <a:extLst>
              <a:ext uri="{FF2B5EF4-FFF2-40B4-BE49-F238E27FC236}">
                <a16:creationId xmlns:a16="http://schemas.microsoft.com/office/drawing/2014/main" id="{A1562E95-94EA-EDFB-B0B8-978E0FA3E249}"/>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2B4DCF4F-5830-D1AA-3581-9F3D537D458F}"/>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65F828F6-A697-C7D1-C52B-D7D2BE00454F}"/>
              </a:ext>
            </a:extLst>
          </p:cNvPr>
          <p:cNvSpPr>
            <a:spLocks noGrp="1" noChangeArrowheads="1"/>
          </p:cNvSpPr>
          <p:nvPr>
            <p:ph type="sldNum" sz="quarter" idx="5"/>
          </p:nvPr>
        </p:nvSpPr>
        <p:spPr>
          <a:noFill/>
        </p:spPr>
        <p:txBody>
          <a:bodyPr/>
          <a:lstStyle>
            <a:lvl1pPr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D9BD752C-BCE9-45AE-82D4-3013D42D81B4}" type="slidenum">
              <a:rPr lang="en-US" altLang="en-US">
                <a:solidFill>
                  <a:schemeClr val="tx1"/>
                </a:solidFill>
              </a:rPr>
              <a:pPr>
                <a:lnSpc>
                  <a:spcPct val="100000"/>
                </a:lnSpc>
                <a:spcBef>
                  <a:spcPct val="0"/>
                </a:spcBef>
                <a:buClrTx/>
                <a:buFontTx/>
                <a:buNone/>
              </a:pPr>
              <a:t>18</a:t>
            </a:fld>
            <a:endParaRPr lang="en-US" altLang="en-US">
              <a:solidFill>
                <a:schemeClr val="tx1"/>
              </a:solidFill>
            </a:endParaRPr>
          </a:p>
        </p:txBody>
      </p:sp>
      <p:sp>
        <p:nvSpPr>
          <p:cNvPr id="48131" name="Rectangle 2">
            <a:extLst>
              <a:ext uri="{FF2B5EF4-FFF2-40B4-BE49-F238E27FC236}">
                <a16:creationId xmlns:a16="http://schemas.microsoft.com/office/drawing/2014/main" id="{CE955B15-DCF1-BCE6-55B3-3B3C9F51C5BF}"/>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E13155A4-4F34-1478-645A-F1DCB389F1A3}"/>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0C8824F8-B579-94EB-8084-F549B35A8525}"/>
              </a:ext>
            </a:extLst>
          </p:cNvPr>
          <p:cNvSpPr>
            <a:spLocks noGrp="1" noChangeArrowheads="1"/>
          </p:cNvSpPr>
          <p:nvPr>
            <p:ph type="sldNum" sz="quarter" idx="5"/>
          </p:nvPr>
        </p:nvSpPr>
        <p:spPr>
          <a:noFill/>
        </p:spPr>
        <p:txBody>
          <a:bodyPr/>
          <a:lstStyle>
            <a:lvl1pPr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FF4E76A4-FD7A-46E1-8646-C3917A9E5C77}" type="slidenum">
              <a:rPr lang="en-US" altLang="en-US">
                <a:solidFill>
                  <a:schemeClr val="tx1"/>
                </a:solidFill>
              </a:rPr>
              <a:pPr>
                <a:lnSpc>
                  <a:spcPct val="100000"/>
                </a:lnSpc>
                <a:spcBef>
                  <a:spcPct val="0"/>
                </a:spcBef>
                <a:buClrTx/>
                <a:buFontTx/>
                <a:buNone/>
              </a:pPr>
              <a:t>19</a:t>
            </a:fld>
            <a:endParaRPr lang="en-US" altLang="en-US">
              <a:solidFill>
                <a:schemeClr val="tx1"/>
              </a:solidFill>
            </a:endParaRPr>
          </a:p>
        </p:txBody>
      </p:sp>
      <p:sp>
        <p:nvSpPr>
          <p:cNvPr id="50179" name="Rectangle 2">
            <a:extLst>
              <a:ext uri="{FF2B5EF4-FFF2-40B4-BE49-F238E27FC236}">
                <a16:creationId xmlns:a16="http://schemas.microsoft.com/office/drawing/2014/main" id="{A429C3D1-FB05-61C4-8D9A-B03D2A7733FF}"/>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0E9A1AB4-2C60-B1D1-860F-E49E5CCC8F44}"/>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8C361370-3E78-AF4E-896F-136F0CC326D2}"/>
              </a:ext>
            </a:extLst>
          </p:cNvPr>
          <p:cNvSpPr>
            <a:spLocks noGrp="1" noChangeArrowheads="1"/>
          </p:cNvSpPr>
          <p:nvPr>
            <p:ph type="sldNum" sz="quarter" idx="5"/>
          </p:nvPr>
        </p:nvSpPr>
        <p:spPr>
          <a:noFill/>
        </p:spPr>
        <p:txBody>
          <a:bodyPr/>
          <a:lstStyle>
            <a:lvl1pPr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8BE8DB4C-E3C3-409B-A822-D3C46FDAF071}" type="slidenum">
              <a:rPr lang="en-US" altLang="en-US">
                <a:solidFill>
                  <a:schemeClr val="tx1"/>
                </a:solidFill>
              </a:rPr>
              <a:pPr>
                <a:lnSpc>
                  <a:spcPct val="100000"/>
                </a:lnSpc>
                <a:spcBef>
                  <a:spcPct val="0"/>
                </a:spcBef>
                <a:buClrTx/>
                <a:buFontTx/>
                <a:buNone/>
              </a:pPr>
              <a:t>20</a:t>
            </a:fld>
            <a:endParaRPr lang="en-US" altLang="en-US">
              <a:solidFill>
                <a:schemeClr val="tx1"/>
              </a:solidFill>
            </a:endParaRPr>
          </a:p>
        </p:txBody>
      </p:sp>
      <p:sp>
        <p:nvSpPr>
          <p:cNvPr id="52227" name="Rectangle 2">
            <a:extLst>
              <a:ext uri="{FF2B5EF4-FFF2-40B4-BE49-F238E27FC236}">
                <a16:creationId xmlns:a16="http://schemas.microsoft.com/office/drawing/2014/main" id="{52A7064B-8DA1-E34A-D821-39C911A8E904}"/>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F2C78D45-A19E-CD09-2978-656678E1653A}"/>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D4EE2777-0119-A112-5EE8-933DC570B63E}"/>
              </a:ext>
            </a:extLst>
          </p:cNvPr>
          <p:cNvSpPr>
            <a:spLocks noGrp="1" noChangeArrowheads="1"/>
          </p:cNvSpPr>
          <p:nvPr>
            <p:ph type="sldNum" sz="quarter" idx="5"/>
          </p:nvPr>
        </p:nvSpPr>
        <p:spPr>
          <a:noFill/>
        </p:spPr>
        <p:txBody>
          <a:bodyPr/>
          <a:lstStyle>
            <a:lvl1pPr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A545516F-62E6-47FD-81EA-33D3BED17BC9}" type="slidenum">
              <a:rPr lang="en-US" altLang="en-US">
                <a:solidFill>
                  <a:schemeClr val="tx1"/>
                </a:solidFill>
              </a:rPr>
              <a:pPr>
                <a:lnSpc>
                  <a:spcPct val="100000"/>
                </a:lnSpc>
                <a:spcBef>
                  <a:spcPct val="0"/>
                </a:spcBef>
                <a:buClrTx/>
                <a:buFontTx/>
                <a:buNone/>
              </a:pPr>
              <a:t>21</a:t>
            </a:fld>
            <a:endParaRPr lang="en-US" altLang="en-US">
              <a:solidFill>
                <a:schemeClr val="tx1"/>
              </a:solidFill>
            </a:endParaRPr>
          </a:p>
        </p:txBody>
      </p:sp>
      <p:sp>
        <p:nvSpPr>
          <p:cNvPr id="54275" name="Rectangle 2">
            <a:extLst>
              <a:ext uri="{FF2B5EF4-FFF2-40B4-BE49-F238E27FC236}">
                <a16:creationId xmlns:a16="http://schemas.microsoft.com/office/drawing/2014/main" id="{D99BB547-487F-36D1-36B7-D26F548EF633}"/>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54EC2E1D-C925-04CF-9015-E89C2B591C69}"/>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3F18F87F-C4B3-D616-C64F-88EC83E1F261}"/>
              </a:ext>
            </a:extLst>
          </p:cNvPr>
          <p:cNvSpPr>
            <a:spLocks noGrp="1" noChangeArrowheads="1"/>
          </p:cNvSpPr>
          <p:nvPr>
            <p:ph type="sldNum" sz="quarter" idx="5"/>
          </p:nvPr>
        </p:nvSpPr>
        <p:spPr>
          <a:noFill/>
        </p:spPr>
        <p:txBody>
          <a:bodyPr/>
          <a:lstStyle>
            <a:lvl1pPr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F48BBAC7-A3DA-443F-88E1-1C4E3ED62A83}" type="slidenum">
              <a:rPr lang="en-US" altLang="en-US">
                <a:solidFill>
                  <a:schemeClr val="tx1"/>
                </a:solidFill>
              </a:rPr>
              <a:pPr>
                <a:lnSpc>
                  <a:spcPct val="100000"/>
                </a:lnSpc>
                <a:spcBef>
                  <a:spcPct val="0"/>
                </a:spcBef>
                <a:buClrTx/>
                <a:buFontTx/>
                <a:buNone/>
              </a:pPr>
              <a:t>22</a:t>
            </a:fld>
            <a:endParaRPr lang="en-US" altLang="en-US">
              <a:solidFill>
                <a:schemeClr val="tx1"/>
              </a:solidFill>
            </a:endParaRPr>
          </a:p>
        </p:txBody>
      </p:sp>
      <p:sp>
        <p:nvSpPr>
          <p:cNvPr id="56323" name="Rectangle 2">
            <a:extLst>
              <a:ext uri="{FF2B5EF4-FFF2-40B4-BE49-F238E27FC236}">
                <a16:creationId xmlns:a16="http://schemas.microsoft.com/office/drawing/2014/main" id="{E96248B7-9085-54FA-8DA5-D7F51589F05F}"/>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80343809-5120-7954-F2A1-12F179F5ABEF}"/>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5F3F3BC7-B18D-5B0E-8874-A6FE848C209A}"/>
              </a:ext>
            </a:extLst>
          </p:cNvPr>
          <p:cNvSpPr>
            <a:spLocks noGrp="1" noChangeArrowheads="1"/>
          </p:cNvSpPr>
          <p:nvPr>
            <p:ph type="sldNum" sz="quarter" idx="5"/>
          </p:nvPr>
        </p:nvSpPr>
        <p:spPr>
          <a:noFill/>
        </p:spPr>
        <p:txBody>
          <a:bodyPr/>
          <a:lstStyle>
            <a:lvl1pPr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18FF86BF-E2CF-4AE9-BE04-30024F55FDC8}" type="slidenum">
              <a:rPr lang="en-US" altLang="en-US">
                <a:solidFill>
                  <a:schemeClr val="tx1"/>
                </a:solidFill>
              </a:rPr>
              <a:pPr>
                <a:lnSpc>
                  <a:spcPct val="100000"/>
                </a:lnSpc>
                <a:spcBef>
                  <a:spcPct val="0"/>
                </a:spcBef>
                <a:buClrTx/>
                <a:buFontTx/>
                <a:buNone/>
              </a:pPr>
              <a:t>23</a:t>
            </a:fld>
            <a:endParaRPr lang="en-US" altLang="en-US">
              <a:solidFill>
                <a:schemeClr val="tx1"/>
              </a:solidFill>
            </a:endParaRPr>
          </a:p>
        </p:txBody>
      </p:sp>
      <p:sp>
        <p:nvSpPr>
          <p:cNvPr id="58371" name="Rectangle 2">
            <a:extLst>
              <a:ext uri="{FF2B5EF4-FFF2-40B4-BE49-F238E27FC236}">
                <a16:creationId xmlns:a16="http://schemas.microsoft.com/office/drawing/2014/main" id="{D0633E24-DA4A-DDF6-43D4-556E4C6C525A}"/>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9D35AD19-F6D2-4163-EAB7-4E1D2E3D600C}"/>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86E47A3F-370F-EF5D-C92A-03FFEC5D460E}"/>
              </a:ext>
            </a:extLst>
          </p:cNvPr>
          <p:cNvSpPr>
            <a:spLocks noGrp="1" noChangeArrowheads="1"/>
          </p:cNvSpPr>
          <p:nvPr>
            <p:ph type="sldNum" sz="quarter" idx="5"/>
          </p:nvPr>
        </p:nvSpPr>
        <p:spPr>
          <a:noFill/>
        </p:spPr>
        <p:txBody>
          <a:bodyPr/>
          <a:lstStyle>
            <a:lvl1pPr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defTabSz="949325">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defTabSz="949325"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F4F74D1B-3385-49B6-8ED8-8277C042F77B}" type="slidenum">
              <a:rPr lang="en-US" altLang="en-US">
                <a:solidFill>
                  <a:schemeClr val="tx1"/>
                </a:solidFill>
              </a:rPr>
              <a:pPr>
                <a:lnSpc>
                  <a:spcPct val="100000"/>
                </a:lnSpc>
                <a:spcBef>
                  <a:spcPct val="0"/>
                </a:spcBef>
                <a:buClrTx/>
                <a:buFontTx/>
                <a:buNone/>
              </a:pPr>
              <a:t>26</a:t>
            </a:fld>
            <a:endParaRPr lang="en-US" altLang="en-US">
              <a:solidFill>
                <a:schemeClr val="tx1"/>
              </a:solidFill>
            </a:endParaRPr>
          </a:p>
        </p:txBody>
      </p:sp>
      <p:sp>
        <p:nvSpPr>
          <p:cNvPr id="45059" name="Rectangle 2">
            <a:extLst>
              <a:ext uri="{FF2B5EF4-FFF2-40B4-BE49-F238E27FC236}">
                <a16:creationId xmlns:a16="http://schemas.microsoft.com/office/drawing/2014/main" id="{975ADB30-48E4-2B35-74A5-3175841104AC}"/>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DB33998F-34CA-8D88-AD8D-897A3E0A0970}"/>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281805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gradFill>
          <a:gsLst>
            <a:gs pos="99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62FCE3E8-BF0D-133B-F370-3BA0557C7033}"/>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3EAB596-2816-934A-F43F-7E02A732003D}"/>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86000">
                <a:srgbClr val="F69525"/>
              </a:gs>
              <a:gs pos="54000">
                <a:srgbClr val="F1673E"/>
              </a:gs>
              <a:gs pos="100000">
                <a:srgbClr val="F8A71B"/>
              </a:gs>
              <a:gs pos="25000">
                <a:srgbClr val="ED3E55"/>
              </a:gs>
              <a:gs pos="0">
                <a:srgbClr val="EA226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29751910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BBF4D2F9-F0B4-525A-8A33-F23EB5E13904}"/>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EE7529FE-8674-66E7-70AC-189F17E5F94C}"/>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69000">
                <a:srgbClr val="0F5AFC"/>
              </a:gs>
              <a:gs pos="20000">
                <a:srgbClr val="2B42F6">
                  <a:alpha val="70400"/>
                </a:srgbClr>
              </a:gs>
              <a:gs pos="40000">
                <a:srgbClr val="1C4FF9">
                  <a:alpha val="82998"/>
                </a:srgbClr>
              </a:gs>
              <a:gs pos="0">
                <a:srgbClr val="2B42F6"/>
              </a:gs>
              <a:gs pos="100000">
                <a:srgbClr val="0563FE"/>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40444059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755C98A4-5CB0-07F1-AB96-342AE17A3C3E}"/>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207A1B12-2B36-1F30-8158-AA19470114CD}"/>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12954331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4">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065B3846-9287-A022-CEF6-D0A12D44506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694166E-BE08-AE5C-72B8-0E3A74F7D9F7}"/>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81500">
                <a:srgbClr val="2843F7"/>
              </a:gs>
              <a:gs pos="62000">
                <a:srgbClr val="1F4DF9">
                  <a:alpha val="82000"/>
                </a:srgbClr>
              </a:gs>
              <a:gs pos="20000">
                <a:srgbClr val="0F5BFC">
                  <a:alpha val="69804"/>
                </a:srgbClr>
              </a:gs>
              <a:gs pos="39000">
                <a:srgbClr val="1654FA">
                  <a:alpha val="77393"/>
                </a:srgbClr>
              </a:gs>
              <a:gs pos="0">
                <a:srgbClr val="0861FD"/>
              </a:gs>
              <a:gs pos="100000">
                <a:srgbClr val="303EF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2232692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5">
    <p:bg>
      <p:bgPr>
        <a:gradFill>
          <a:gsLst>
            <a:gs pos="0">
              <a:srgbClr val="0068FF"/>
            </a:gs>
            <a:gs pos="5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6828B200-B429-3B72-1A5F-4D98343150B2}"/>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ADDF1D4-1256-9276-BFC7-692D2AEA53F6}"/>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86000">
                <a:srgbClr val="242931"/>
              </a:gs>
              <a:gs pos="60000">
                <a:srgbClr val="171A1F"/>
              </a:gs>
              <a:gs pos="43000">
                <a:srgbClr val="0B0C0E">
                  <a:alpha val="95000"/>
                </a:srgbClr>
              </a:gs>
              <a:gs pos="24000">
                <a:srgbClr val="040405">
                  <a:alpha val="46000"/>
                </a:srgbClr>
              </a:gs>
              <a:gs pos="0">
                <a:srgbClr val="000F24">
                  <a:alpha val="35000"/>
                </a:srgbClr>
              </a:gs>
              <a:gs pos="100000">
                <a:srgbClr val="2C323C"/>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1810581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6">
    <p:bg>
      <p:bgPr>
        <a:gradFill>
          <a:gsLst>
            <a:gs pos="0">
              <a:srgbClr val="BD03F7"/>
            </a:gs>
            <a:gs pos="50000">
              <a:srgbClr val="000000"/>
            </a:gs>
            <a:gs pos="100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5D78915F-5B99-8821-195F-AFC656456ED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749FD661-319F-7662-B929-5B84BC187778}"/>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77000">
                <a:srgbClr val="07080A"/>
              </a:gs>
              <a:gs pos="59000">
                <a:srgbClr val="010102">
                  <a:alpha val="98534"/>
                </a:srgbClr>
              </a:gs>
              <a:gs pos="43000">
                <a:srgbClr val="14001B">
                  <a:alpha val="67565"/>
                </a:srgbClr>
              </a:gs>
              <a:gs pos="23000">
                <a:srgbClr val="260132">
                  <a:alpha val="15754"/>
                </a:srgbClr>
              </a:gs>
              <a:gs pos="0">
                <a:srgbClr val="39014B">
                  <a:alpha val="15000"/>
                </a:srgbClr>
              </a:gs>
              <a:gs pos="98000">
                <a:srgbClr val="0F1114"/>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7000784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6B02-6947-5249-AFBD-D9060B065257}"/>
              </a:ext>
            </a:extLst>
          </p:cNvPr>
          <p:cNvSpPr>
            <a:spLocks noGrp="1"/>
          </p:cNvSpPr>
          <p:nvPr>
            <p:ph type="title" hasCustomPrompt="1"/>
          </p:nvPr>
        </p:nvSpPr>
        <p:spPr/>
        <p:txBody>
          <a:bodyPr/>
          <a:lstStyle/>
          <a:p>
            <a:r>
              <a:rPr lang="en-US" dirty="0"/>
              <a:t>[Slide title]</a:t>
            </a:r>
          </a:p>
        </p:txBody>
      </p:sp>
      <p:sp>
        <p:nvSpPr>
          <p:cNvPr id="5" name="Text Placeholder 2">
            <a:extLst>
              <a:ext uri="{FF2B5EF4-FFF2-40B4-BE49-F238E27FC236}">
                <a16:creationId xmlns:a16="http://schemas.microsoft.com/office/drawing/2014/main" id="{32CFE74F-DEB7-DD4E-8A91-816727F725C3}"/>
              </a:ext>
            </a:extLst>
          </p:cNvPr>
          <p:cNvSpPr>
            <a:spLocks noGrp="1"/>
          </p:cNvSpPr>
          <p:nvPr>
            <p:ph type="body" sz="quarter" idx="10" hasCustomPrompt="1"/>
          </p:nvPr>
        </p:nvSpPr>
        <p:spPr>
          <a:xfrm>
            <a:off x="484630" y="1664207"/>
            <a:ext cx="11219688" cy="3531409"/>
          </a:xfrm>
        </p:spPr>
        <p:txBody>
          <a:bodyPr numCol="2"/>
          <a:lstStyle>
            <a:lvl1pPr marL="0" indent="0">
              <a:spcBef>
                <a:spcPts val="1800"/>
              </a:spcBef>
              <a:buFontTx/>
              <a:buNone/>
              <a:tabLst>
                <a:tab pos="5253038" algn="r"/>
              </a:tabLst>
              <a:defRPr b="1"/>
            </a:lvl1pPr>
            <a:lvl2pPr marL="0" indent="0">
              <a:buFontTx/>
              <a:buNone/>
              <a:tabLst>
                <a:tab pos="5253038" algn="r"/>
              </a:tabLst>
              <a:defRPr/>
            </a:lvl2pPr>
            <a:lvl3pPr marL="182880" indent="-182563">
              <a:buFont typeface="Verdana" panose="020B0604030504040204" pitchFamily="34" charset="0"/>
              <a:buChar char="–"/>
              <a:tabLst>
                <a:tab pos="5253038" algn="r"/>
              </a:tabLst>
              <a:defRPr/>
            </a:lvl3pPr>
            <a:lvl4pPr marL="365760" indent="-182563">
              <a:tabLst>
                <a:tab pos="5253038" algn="r"/>
              </a:tabLst>
              <a:defRPr/>
            </a:lvl4pPr>
            <a:lvl5pPr marL="548640" indent="-182563">
              <a:tabLst>
                <a:tab pos="5253038" algn="r"/>
              </a:tabLst>
              <a:defRPr/>
            </a:lvl5pPr>
            <a:lvl6pPr marL="731520" indent="-182563">
              <a:tabLst>
                <a:tab pos="5253038" algn="r"/>
              </a:tabLst>
              <a:defRPr/>
            </a:lvl6pPr>
            <a:lvl7pPr marL="914400" indent="-182563">
              <a:tabLst>
                <a:tab pos="5253038" algn="r"/>
              </a:tabLst>
              <a:defRPr/>
            </a:lvl7pPr>
            <a:lvl8pPr marL="1097280" indent="-182563">
              <a:tabLst>
                <a:tab pos="5253038" algn="r"/>
              </a:tabLst>
              <a:defRPr/>
            </a:lvl8pPr>
            <a:lvl9pPr marL="1280160" indent="-182563">
              <a:tabLst>
                <a:tab pos="5253038" algn="r"/>
              </a:tabLst>
              <a:defRPr/>
            </a:lvl9pPr>
          </a:lstStyle>
          <a:p>
            <a:pPr lvl="0"/>
            <a:r>
              <a:rPr lang="en-US" dirty="0"/>
              <a:t>[Section title]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Tree>
    <p:extLst>
      <p:ext uri="{BB962C8B-B14F-4D97-AF65-F5344CB8AC3E}">
        <p14:creationId xmlns:p14="http://schemas.microsoft.com/office/powerpoint/2010/main" val="438187272"/>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3688" userDrawn="1">
          <p15:clr>
            <a:srgbClr val="C35EA4"/>
          </p15:clr>
        </p15:guide>
        <p15:guide id="3" pos="3988" userDrawn="1">
          <p15:clr>
            <a:srgbClr val="C35EA4"/>
          </p15:clr>
        </p15:guide>
        <p15:guide id="4" orient="horz" pos="3274" userDrawn="1">
          <p15:clr>
            <a:srgbClr val="5ACBF0"/>
          </p15:clr>
        </p15:guide>
        <p15:guide id="5" orient="horz" pos="2528" userDrawn="1">
          <p15:clr>
            <a:srgbClr val="5ACBF0"/>
          </p15:clr>
        </p15:guide>
        <p15:guide id="6" orient="horz" pos="1790"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7435F-F363-DC4B-A5A7-E1BAD98772D4}"/>
              </a:ext>
            </a:extLst>
          </p:cNvPr>
          <p:cNvSpPr>
            <a:spLocks noGrp="1"/>
          </p:cNvSpPr>
          <p:nvPr>
            <p:ph type="title" hasCustomPrompt="1"/>
          </p:nvPr>
        </p:nvSpPr>
        <p:spPr/>
        <p:txBody>
          <a:bodyPr/>
          <a:lstStyle/>
          <a:p>
            <a:r>
              <a:rPr lang="en-US" dirty="0"/>
              <a:t>[Slide title]</a:t>
            </a:r>
          </a:p>
        </p:txBody>
      </p:sp>
      <p:sp>
        <p:nvSpPr>
          <p:cNvPr id="6" name="Text Placeholder 2">
            <a:extLst>
              <a:ext uri="{FF2B5EF4-FFF2-40B4-BE49-F238E27FC236}">
                <a16:creationId xmlns:a16="http://schemas.microsoft.com/office/drawing/2014/main" id="{3EC527AC-ABA0-E74E-9C6D-C4CD3736E92D}"/>
              </a:ext>
            </a:extLst>
          </p:cNvPr>
          <p:cNvSpPr>
            <a:spLocks noGrp="1"/>
          </p:cNvSpPr>
          <p:nvPr>
            <p:ph type="body" sz="quarter" idx="10" hasCustomPrompt="1"/>
          </p:nvPr>
        </p:nvSpPr>
        <p:spPr>
          <a:xfrm>
            <a:off x="48463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8" name="Text Placeholder 3">
            <a:extLst>
              <a:ext uri="{FF2B5EF4-FFF2-40B4-BE49-F238E27FC236}">
                <a16:creationId xmlns:a16="http://schemas.microsoft.com/office/drawing/2014/main" id="{A7EC4445-3CBA-A747-8031-53AA705FBA99}"/>
              </a:ext>
            </a:extLst>
          </p:cNvPr>
          <p:cNvSpPr>
            <a:spLocks noGrp="1"/>
          </p:cNvSpPr>
          <p:nvPr>
            <p:ph type="body" sz="quarter" idx="11" hasCustomPrompt="1"/>
          </p:nvPr>
        </p:nvSpPr>
        <p:spPr>
          <a:xfrm>
            <a:off x="48462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0" indent="0">
              <a:buNone/>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1]</a:t>
            </a:r>
          </a:p>
          <a:p>
            <a:pPr lvl="1"/>
            <a:r>
              <a:rPr lang="en-US" dirty="0"/>
              <a:t>Second level</a:t>
            </a:r>
          </a:p>
        </p:txBody>
      </p:sp>
      <p:sp>
        <p:nvSpPr>
          <p:cNvPr id="15" name="Text Placeholder 4">
            <a:extLst>
              <a:ext uri="{FF2B5EF4-FFF2-40B4-BE49-F238E27FC236}">
                <a16:creationId xmlns:a16="http://schemas.microsoft.com/office/drawing/2014/main" id="{8946F610-76A7-5446-96AC-602E3CAAE785}"/>
              </a:ext>
            </a:extLst>
          </p:cNvPr>
          <p:cNvSpPr>
            <a:spLocks noGrp="1"/>
          </p:cNvSpPr>
          <p:nvPr>
            <p:ph type="body" sz="quarter" idx="12" hasCustomPrompt="1"/>
          </p:nvPr>
        </p:nvSpPr>
        <p:spPr>
          <a:xfrm>
            <a:off x="341070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6" name="Text Placeholder 5">
            <a:extLst>
              <a:ext uri="{FF2B5EF4-FFF2-40B4-BE49-F238E27FC236}">
                <a16:creationId xmlns:a16="http://schemas.microsoft.com/office/drawing/2014/main" id="{FEFC5EA2-00E0-A245-A63B-5B59E722AFB4}"/>
              </a:ext>
            </a:extLst>
          </p:cNvPr>
          <p:cNvSpPr>
            <a:spLocks noGrp="1"/>
          </p:cNvSpPr>
          <p:nvPr>
            <p:ph type="body" sz="quarter" idx="13" hasCustomPrompt="1"/>
          </p:nvPr>
        </p:nvSpPr>
        <p:spPr>
          <a:xfrm>
            <a:off x="341070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2]</a:t>
            </a:r>
          </a:p>
          <a:p>
            <a:pPr lvl="1"/>
            <a:r>
              <a:rPr lang="en-US" dirty="0"/>
              <a:t>Second level</a:t>
            </a:r>
          </a:p>
        </p:txBody>
      </p:sp>
      <p:sp>
        <p:nvSpPr>
          <p:cNvPr id="17" name="Text Placeholder 6">
            <a:extLst>
              <a:ext uri="{FF2B5EF4-FFF2-40B4-BE49-F238E27FC236}">
                <a16:creationId xmlns:a16="http://schemas.microsoft.com/office/drawing/2014/main" id="{1894F4AA-2573-D44D-B083-CAB1BF8EC82E}"/>
              </a:ext>
            </a:extLst>
          </p:cNvPr>
          <p:cNvSpPr>
            <a:spLocks noGrp="1"/>
          </p:cNvSpPr>
          <p:nvPr>
            <p:ph type="body" sz="quarter" idx="14" hasCustomPrompt="1"/>
          </p:nvPr>
        </p:nvSpPr>
        <p:spPr>
          <a:xfrm>
            <a:off x="633678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8" name="Text Placeholder 7">
            <a:extLst>
              <a:ext uri="{FF2B5EF4-FFF2-40B4-BE49-F238E27FC236}">
                <a16:creationId xmlns:a16="http://schemas.microsoft.com/office/drawing/2014/main" id="{11CBF3DB-0F1A-B54C-AA3D-C37A3A8A5ACB}"/>
              </a:ext>
            </a:extLst>
          </p:cNvPr>
          <p:cNvSpPr>
            <a:spLocks noGrp="1"/>
          </p:cNvSpPr>
          <p:nvPr>
            <p:ph type="body" sz="quarter" idx="15" hasCustomPrompt="1"/>
          </p:nvPr>
        </p:nvSpPr>
        <p:spPr>
          <a:xfrm>
            <a:off x="633678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3]</a:t>
            </a:r>
          </a:p>
          <a:p>
            <a:pPr lvl="1"/>
            <a:r>
              <a:rPr lang="en-US" dirty="0"/>
              <a:t>Second level</a:t>
            </a:r>
          </a:p>
        </p:txBody>
      </p:sp>
      <p:sp>
        <p:nvSpPr>
          <p:cNvPr id="19" name="Text Placeholder 8">
            <a:extLst>
              <a:ext uri="{FF2B5EF4-FFF2-40B4-BE49-F238E27FC236}">
                <a16:creationId xmlns:a16="http://schemas.microsoft.com/office/drawing/2014/main" id="{3605597B-BBE1-A544-B4ED-CF6751DD4D67}"/>
              </a:ext>
            </a:extLst>
          </p:cNvPr>
          <p:cNvSpPr>
            <a:spLocks noGrp="1"/>
          </p:cNvSpPr>
          <p:nvPr>
            <p:ph type="body" sz="quarter" idx="16" hasCustomPrompt="1"/>
          </p:nvPr>
        </p:nvSpPr>
        <p:spPr>
          <a:xfrm>
            <a:off x="926287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0" name="Text Placeholder 9">
            <a:extLst>
              <a:ext uri="{FF2B5EF4-FFF2-40B4-BE49-F238E27FC236}">
                <a16:creationId xmlns:a16="http://schemas.microsoft.com/office/drawing/2014/main" id="{578E9298-440F-7047-8B92-E5AB87F27169}"/>
              </a:ext>
            </a:extLst>
          </p:cNvPr>
          <p:cNvSpPr>
            <a:spLocks noGrp="1"/>
          </p:cNvSpPr>
          <p:nvPr>
            <p:ph type="body" sz="quarter" idx="17" hasCustomPrompt="1"/>
          </p:nvPr>
        </p:nvSpPr>
        <p:spPr>
          <a:xfrm>
            <a:off x="9262870"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4]</a:t>
            </a:r>
          </a:p>
          <a:p>
            <a:pPr lvl="1"/>
            <a:r>
              <a:rPr lang="en-US" dirty="0"/>
              <a:t>Second level</a:t>
            </a:r>
          </a:p>
        </p:txBody>
      </p:sp>
      <p:sp>
        <p:nvSpPr>
          <p:cNvPr id="11" name="Text Placeholder 10">
            <a:extLst>
              <a:ext uri="{FF2B5EF4-FFF2-40B4-BE49-F238E27FC236}">
                <a16:creationId xmlns:a16="http://schemas.microsoft.com/office/drawing/2014/main" id="{1E7C40ED-C9AB-2C43-A669-99E57C177821}"/>
              </a:ext>
            </a:extLst>
          </p:cNvPr>
          <p:cNvSpPr>
            <a:spLocks noGrp="1"/>
          </p:cNvSpPr>
          <p:nvPr>
            <p:ph type="body" sz="quarter" idx="18" hasCustomPrompt="1"/>
          </p:nvPr>
        </p:nvSpPr>
        <p:spPr>
          <a:xfrm>
            <a:off x="48463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2" name="Text Placeholder 11">
            <a:extLst>
              <a:ext uri="{FF2B5EF4-FFF2-40B4-BE49-F238E27FC236}">
                <a16:creationId xmlns:a16="http://schemas.microsoft.com/office/drawing/2014/main" id="{D36828FA-3F81-CB44-91AD-DA092ADDB8A8}"/>
              </a:ext>
            </a:extLst>
          </p:cNvPr>
          <p:cNvSpPr>
            <a:spLocks noGrp="1"/>
          </p:cNvSpPr>
          <p:nvPr>
            <p:ph type="body" sz="quarter" idx="19" hasCustomPrompt="1"/>
          </p:nvPr>
        </p:nvSpPr>
        <p:spPr>
          <a:xfrm>
            <a:off x="48462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5]</a:t>
            </a:r>
          </a:p>
          <a:p>
            <a:pPr lvl="1"/>
            <a:r>
              <a:rPr lang="en-US" dirty="0"/>
              <a:t>Second level</a:t>
            </a:r>
          </a:p>
        </p:txBody>
      </p:sp>
      <p:sp>
        <p:nvSpPr>
          <p:cNvPr id="13" name="Text Placeholder 12">
            <a:extLst>
              <a:ext uri="{FF2B5EF4-FFF2-40B4-BE49-F238E27FC236}">
                <a16:creationId xmlns:a16="http://schemas.microsoft.com/office/drawing/2014/main" id="{CDBC1D25-1CFB-A244-A4C9-2F1DF22CD242}"/>
              </a:ext>
            </a:extLst>
          </p:cNvPr>
          <p:cNvSpPr>
            <a:spLocks noGrp="1"/>
          </p:cNvSpPr>
          <p:nvPr>
            <p:ph type="body" sz="quarter" idx="20" hasCustomPrompt="1"/>
          </p:nvPr>
        </p:nvSpPr>
        <p:spPr>
          <a:xfrm>
            <a:off x="341070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4" name="Text Placeholder 13">
            <a:extLst>
              <a:ext uri="{FF2B5EF4-FFF2-40B4-BE49-F238E27FC236}">
                <a16:creationId xmlns:a16="http://schemas.microsoft.com/office/drawing/2014/main" id="{7C92D7E9-91DB-B649-8B09-85B2662F9CA8}"/>
              </a:ext>
            </a:extLst>
          </p:cNvPr>
          <p:cNvSpPr>
            <a:spLocks noGrp="1"/>
          </p:cNvSpPr>
          <p:nvPr>
            <p:ph type="body" sz="quarter" idx="21" hasCustomPrompt="1"/>
          </p:nvPr>
        </p:nvSpPr>
        <p:spPr>
          <a:xfrm>
            <a:off x="341070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6]</a:t>
            </a:r>
          </a:p>
          <a:p>
            <a:pPr lvl="1"/>
            <a:r>
              <a:rPr lang="en-US" dirty="0"/>
              <a:t>Second level</a:t>
            </a:r>
          </a:p>
        </p:txBody>
      </p:sp>
      <p:sp>
        <p:nvSpPr>
          <p:cNvPr id="21" name="Text Placeholder 14">
            <a:extLst>
              <a:ext uri="{FF2B5EF4-FFF2-40B4-BE49-F238E27FC236}">
                <a16:creationId xmlns:a16="http://schemas.microsoft.com/office/drawing/2014/main" id="{D286FE2B-C182-024F-AA7B-9F04CDCB4F6C}"/>
              </a:ext>
            </a:extLst>
          </p:cNvPr>
          <p:cNvSpPr>
            <a:spLocks noGrp="1"/>
          </p:cNvSpPr>
          <p:nvPr>
            <p:ph type="body" sz="quarter" idx="22" hasCustomPrompt="1"/>
          </p:nvPr>
        </p:nvSpPr>
        <p:spPr>
          <a:xfrm>
            <a:off x="633678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2" name="Text Placeholder 15">
            <a:extLst>
              <a:ext uri="{FF2B5EF4-FFF2-40B4-BE49-F238E27FC236}">
                <a16:creationId xmlns:a16="http://schemas.microsoft.com/office/drawing/2014/main" id="{015032BD-5EF0-8446-B31A-2D78987795DE}"/>
              </a:ext>
            </a:extLst>
          </p:cNvPr>
          <p:cNvSpPr>
            <a:spLocks noGrp="1"/>
          </p:cNvSpPr>
          <p:nvPr>
            <p:ph type="body" sz="quarter" idx="23" hasCustomPrompt="1"/>
          </p:nvPr>
        </p:nvSpPr>
        <p:spPr>
          <a:xfrm>
            <a:off x="633678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7]</a:t>
            </a:r>
          </a:p>
          <a:p>
            <a:pPr lvl="1"/>
            <a:r>
              <a:rPr lang="en-US" dirty="0"/>
              <a:t>Second level</a:t>
            </a:r>
          </a:p>
        </p:txBody>
      </p:sp>
      <p:sp>
        <p:nvSpPr>
          <p:cNvPr id="23" name="Text Placeholder 16">
            <a:extLst>
              <a:ext uri="{FF2B5EF4-FFF2-40B4-BE49-F238E27FC236}">
                <a16:creationId xmlns:a16="http://schemas.microsoft.com/office/drawing/2014/main" id="{8922695D-E594-B546-99BF-694BA1406423}"/>
              </a:ext>
            </a:extLst>
          </p:cNvPr>
          <p:cNvSpPr>
            <a:spLocks noGrp="1"/>
          </p:cNvSpPr>
          <p:nvPr>
            <p:ph type="body" sz="quarter" idx="24" hasCustomPrompt="1"/>
          </p:nvPr>
        </p:nvSpPr>
        <p:spPr>
          <a:xfrm>
            <a:off x="926287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4" name="Text Placeholder 17">
            <a:extLst>
              <a:ext uri="{FF2B5EF4-FFF2-40B4-BE49-F238E27FC236}">
                <a16:creationId xmlns:a16="http://schemas.microsoft.com/office/drawing/2014/main" id="{9F19735E-9211-6147-B1AD-455673F9026B}"/>
              </a:ext>
            </a:extLst>
          </p:cNvPr>
          <p:cNvSpPr>
            <a:spLocks noGrp="1"/>
          </p:cNvSpPr>
          <p:nvPr>
            <p:ph type="body" sz="quarter" idx="25" hasCustomPrompt="1"/>
          </p:nvPr>
        </p:nvSpPr>
        <p:spPr>
          <a:xfrm>
            <a:off x="9262870"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8]</a:t>
            </a:r>
          </a:p>
          <a:p>
            <a:pPr lvl="1"/>
            <a:r>
              <a:rPr lang="en-US" dirty="0"/>
              <a:t>Second level</a:t>
            </a:r>
          </a:p>
        </p:txBody>
      </p:sp>
    </p:spTree>
    <p:extLst>
      <p:ext uri="{BB962C8B-B14F-4D97-AF65-F5344CB8AC3E}">
        <p14:creationId xmlns:p14="http://schemas.microsoft.com/office/powerpoint/2010/main" val="2548277075"/>
      </p:ext>
    </p:extLst>
  </p:cSld>
  <p:clrMapOvr>
    <a:masterClrMapping/>
  </p:clrMapOvr>
  <p:extLst>
    <p:ext uri="{DCECCB84-F9BA-43D5-87BE-67443E8EF086}">
      <p15:sldGuideLst xmlns:p15="http://schemas.microsoft.com/office/powerpoint/2012/main">
        <p15:guide id="2" pos="1844" userDrawn="1">
          <p15:clr>
            <a:srgbClr val="C35EA4"/>
          </p15:clr>
        </p15:guide>
        <p15:guide id="3" pos="2144" userDrawn="1">
          <p15:clr>
            <a:srgbClr val="C35EA4"/>
          </p15:clr>
        </p15:guide>
        <p15:guide id="4" pos="3688" userDrawn="1">
          <p15:clr>
            <a:srgbClr val="C35EA4"/>
          </p15:clr>
        </p15:guide>
        <p15:guide id="5" pos="3988" userDrawn="1">
          <p15:clr>
            <a:srgbClr val="C35EA4"/>
          </p15:clr>
        </p15:guide>
        <p15:guide id="6" pos="5530" userDrawn="1">
          <p15:clr>
            <a:srgbClr val="C35EA4"/>
          </p15:clr>
        </p15:guide>
        <p15:guide id="7" pos="5832" userDrawn="1">
          <p15:clr>
            <a:srgbClr val="C35EA4"/>
          </p15:clr>
        </p15:guide>
        <p15:guide id="8" orient="horz" pos="2528" userDrawn="1">
          <p15:clr>
            <a:srgbClr val="5ACBF0"/>
          </p15:clr>
        </p15:guide>
        <p15:guide id="9" orient="horz" pos="1046"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Gradient 1">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13281843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Gradient 2">
    <p:bg>
      <p:bgPr>
        <a:gradFill>
          <a:gsLst>
            <a:gs pos="100000">
              <a:srgbClr val="BD03F7"/>
            </a:gs>
            <a:gs pos="50000">
              <a:srgbClr val="3539F4"/>
            </a:gs>
            <a:gs pos="0">
              <a:srgbClr val="0068FF"/>
            </a:gs>
          </a:gsLst>
          <a:lin ang="1254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0830712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Gradient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2929129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Gradient 4">
    <p:bg>
      <p:bgPr>
        <a:gradFill>
          <a:gsLst>
            <a:gs pos="100000">
              <a:srgbClr val="01AB01"/>
            </a:gs>
            <a:gs pos="50000">
              <a:srgbClr val="0068FF"/>
            </a:gs>
            <a:gs pos="0">
              <a:srgbClr val="3539F4"/>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468062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377214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530" userDrawn="1">
          <p15:clr>
            <a:srgbClr val="C35EA4"/>
          </p15:clr>
        </p15:guide>
        <p15:guide id="2" orient="horz" pos="2160" userDrawn="1">
          <p15:clr>
            <a:srgbClr val="5ACBF0"/>
          </p15:clr>
        </p15:guide>
        <p15:guide id="3" orient="horz" pos="2342"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p:nvPr>
        </p:nvSpPr>
        <p:spPr>
          <a:xfrm>
            <a:off x="484629" y="1664208"/>
            <a:ext cx="11221595" cy="43428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5" name="Text Placeholder 6">
            <a:extLst>
              <a:ext uri="{FF2B5EF4-FFF2-40B4-BE49-F238E27FC236}">
                <a16:creationId xmlns:a16="http://schemas.microsoft.com/office/drawing/2014/main" id="{324DBC0A-09C6-8D5B-7217-D71586B96521}"/>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923336257"/>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3" name="Text Placeholder 6">
            <a:extLst>
              <a:ext uri="{FF2B5EF4-FFF2-40B4-BE49-F238E27FC236}">
                <a16:creationId xmlns:a16="http://schemas.microsoft.com/office/drawing/2014/main" id="{223BF356-CF1D-4355-C776-ED3A225B591C}"/>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57535452"/>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D1EE69-3DA9-384B-BE69-3C35C5627FA1}"/>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633679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57A58F2F-CEF9-C6DC-893F-9FC18D2F3F7A}"/>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E8FF44B-DA0D-BCCF-6D23-F5FF84CDB7E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12164743"/>
      </p:ext>
    </p:extLst>
  </p:cSld>
  <p:clrMapOvr>
    <a:masterClrMapping/>
  </p:clrMapOvr>
  <p:extLst>
    <p:ext uri="{DCECCB84-F9BA-43D5-87BE-67443E8EF086}">
      <p15:sldGuideLst xmlns:p15="http://schemas.microsoft.com/office/powerpoint/2012/main">
        <p15:guide id="4" pos="3688" userDrawn="1">
          <p15:clr>
            <a:srgbClr val="C35EA4"/>
          </p15:clr>
        </p15:guide>
        <p15:guide id="5" pos="3988"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24E9832-BC9B-2645-B809-4008C9354C49}"/>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389118"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B9352E71-0FBC-B57C-BA1C-F3123777E3E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087B9522-8FAC-44DF-B41B-8A11FB1BD484}"/>
              </a:ext>
            </a:extLst>
          </p:cNvPr>
          <p:cNvSpPr>
            <a:spLocks noGrp="1"/>
          </p:cNvSpPr>
          <p:nvPr>
            <p:ph type="body" sz="quarter" idx="12"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469634042"/>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E7E91BE-77A9-C842-93FA-10844AAA64EA}"/>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341071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633679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5">
            <a:extLst>
              <a:ext uri="{FF2B5EF4-FFF2-40B4-BE49-F238E27FC236}">
                <a16:creationId xmlns:a16="http://schemas.microsoft.com/office/drawing/2014/main" id="{5BC9E542-5C7A-5F45-986F-1849A865FCEA}"/>
              </a:ext>
            </a:extLst>
          </p:cNvPr>
          <p:cNvSpPr>
            <a:spLocks noGrp="1"/>
          </p:cNvSpPr>
          <p:nvPr>
            <p:ph sz="quarter" idx="12"/>
          </p:nvPr>
        </p:nvSpPr>
        <p:spPr>
          <a:xfrm>
            <a:off x="926287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A6DBE3F-E9DB-07F7-7400-D6B010DF7E4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D16EA0E-7621-054B-BF38-8AB8F8EA5409}"/>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51973460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790" userDrawn="1">
          <p15:clr>
            <a:srgbClr val="5ACBF0"/>
          </p15:clr>
        </p15:guide>
        <p15:guide id="12" orient="horz" pos="2528" userDrawn="1">
          <p15:clr>
            <a:srgbClr val="5ACBF0"/>
          </p15:clr>
        </p15:guide>
        <p15:guide id="13" orient="horz" pos="3274"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389117" y="1664208"/>
            <a:ext cx="7317107"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C3081E74-ED83-D851-4859-957E17BECE4B}"/>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A6E3B703-8571-63E4-0440-637BDB438B4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31711836"/>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35F428F-22C9-3744-B14E-A4E54764A19D}"/>
              </a:ext>
            </a:extLst>
          </p:cNvPr>
          <p:cNvSpPr>
            <a:spLocks noGrp="1"/>
          </p:cNvSpPr>
          <p:nvPr>
            <p:ph type="title" hasCustomPrompt="1"/>
          </p:nvPr>
        </p:nvSpPr>
        <p:spPr/>
        <p:txBody>
          <a:bodyPr/>
          <a:lstStyle/>
          <a:p>
            <a:r>
              <a:rPr lang="en-US" dirty="0"/>
              <a:t>[Slide title]</a:t>
            </a:r>
          </a:p>
        </p:txBody>
      </p:sp>
      <p:sp>
        <p:nvSpPr>
          <p:cNvPr id="12" name="Content Placeholder 2">
            <a:extLst>
              <a:ext uri="{FF2B5EF4-FFF2-40B4-BE49-F238E27FC236}">
                <a16:creationId xmlns:a16="http://schemas.microsoft.com/office/drawing/2014/main" id="{98ADAA52-EED1-B14F-994F-29110053C3AE}"/>
              </a:ext>
            </a:extLst>
          </p:cNvPr>
          <p:cNvSpPr>
            <a:spLocks noGrp="1"/>
          </p:cNvSpPr>
          <p:nvPr>
            <p:ph sz="half" idx="1"/>
          </p:nvPr>
        </p:nvSpPr>
        <p:spPr>
          <a:xfrm>
            <a:off x="484630" y="1664208"/>
            <a:ext cx="7315200"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a:extLst>
              <a:ext uri="{FF2B5EF4-FFF2-40B4-BE49-F238E27FC236}">
                <a16:creationId xmlns:a16="http://schemas.microsoft.com/office/drawing/2014/main" id="{BDFAA7A0-0806-4F40-A79B-E26EC931336B}"/>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0ACE562-9D20-A180-5CD3-97067FCEA4CC}"/>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0EE0415F-39CF-6AAB-F30F-6CF8D85C09E9}"/>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449703550"/>
      </p:ext>
    </p:extLst>
  </p:cSld>
  <p:clrMapOvr>
    <a:masterClrMapping/>
  </p:clrMapOvr>
  <p:extLst>
    <p:ext uri="{DCECCB84-F9BA-43D5-87BE-67443E8EF086}">
      <p15:sldGuideLst xmlns:p15="http://schemas.microsoft.com/office/powerpoint/2012/main">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ray Block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B6CCDB3-9A66-C84B-90F0-6AE8C64C327F}"/>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28"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233F031B-6175-1A38-B01C-C8A79AF57A16}"/>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E22E2A2-679D-C1C7-BB3B-DA0CFCEAD92A}"/>
              </a:ext>
            </a:extLst>
          </p:cNvPr>
          <p:cNvSpPr>
            <a:spLocks noGrp="1"/>
          </p:cNvSpPr>
          <p:nvPr>
            <p:ph type="body" sz="quarter" idx="11" hasCustomPrompt="1"/>
          </p:nvPr>
        </p:nvSpPr>
        <p:spPr>
          <a:xfrm>
            <a:off x="486537" y="6153150"/>
            <a:ext cx="6828663"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0510650"/>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y Bloc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B0DB582-5590-B143-9777-AB3E64FCAB81}"/>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C7B07B83-B265-0408-22AB-54965C51ADD3}"/>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B61D57F-AFB7-D6A0-BC4A-D1E5DEA07C57}"/>
              </a:ext>
            </a:extLst>
          </p:cNvPr>
          <p:cNvSpPr>
            <a:spLocks noGrp="1"/>
          </p:cNvSpPr>
          <p:nvPr>
            <p:ph type="body" sz="quarter" idx="11" hasCustomPrompt="1"/>
          </p:nvPr>
        </p:nvSpPr>
        <p:spPr>
          <a:xfrm>
            <a:off x="486537" y="6153150"/>
            <a:ext cx="6828661"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41092425"/>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y Bloc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5E33A794-6327-B840-D041-4032796B828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163518686"/>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ay Bloc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1CF95E6C-B783-1A08-BA51-DB5AF13F871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93364974"/>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Gray Block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3E262BF-36BA-AC48-9A67-EBD60A9FA4DD}"/>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7"/>
            <a:ext cx="7316345" cy="1470337"/>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84630"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4">
            <a:extLst>
              <a:ext uri="{FF2B5EF4-FFF2-40B4-BE49-F238E27FC236}">
                <a16:creationId xmlns:a16="http://schemas.microsoft.com/office/drawing/2014/main" id="{91366E9D-86B5-9B4D-B0BF-0B797DA7375E}"/>
              </a:ext>
            </a:extLst>
          </p:cNvPr>
          <p:cNvSpPr>
            <a:spLocks noGrp="1"/>
          </p:cNvSpPr>
          <p:nvPr>
            <p:ph sz="quarter" idx="10"/>
          </p:nvPr>
        </p:nvSpPr>
        <p:spPr>
          <a:xfrm>
            <a:off x="4389118"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5">
            <a:extLst>
              <a:ext uri="{FF2B5EF4-FFF2-40B4-BE49-F238E27FC236}">
                <a16:creationId xmlns:a16="http://schemas.microsoft.com/office/drawing/2014/main" id="{8E8F459D-0AFA-9340-8D7B-D52F0F78D16C}"/>
              </a:ext>
            </a:extLst>
          </p:cNvPr>
          <p:cNvSpPr>
            <a:spLocks noGrp="1"/>
          </p:cNvSpPr>
          <p:nvPr>
            <p:ph sz="quarter" idx="11"/>
          </p:nvPr>
        </p:nvSpPr>
        <p:spPr>
          <a:xfrm>
            <a:off x="8293606"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EED5E02-7F26-6B4D-B42F-9DBCE5F4AE47}"/>
              </a:ext>
            </a:extLst>
          </p:cNvPr>
          <p:cNvSpPr>
            <a:spLocks noGrp="1"/>
          </p:cNvSpPr>
          <p:nvPr>
            <p:ph type="body" sz="quarter" idx="12"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A7EA39C-96F6-243D-C427-1670BC8A3BE2}"/>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20243599"/>
      </p:ext>
    </p:extLst>
  </p:cSld>
  <p:clrMapOvr>
    <a:masterClrMapping/>
  </p:clrMapOvr>
  <p:extLst>
    <p:ext uri="{DCECCB84-F9BA-43D5-87BE-67443E8EF086}">
      <p15:sldGuideLst xmlns:p15="http://schemas.microsoft.com/office/powerpoint/2012/main">
        <p15:guide id="5" pos="4914" userDrawn="1">
          <p15:clr>
            <a:srgbClr val="C35EA4"/>
          </p15:clr>
        </p15:guide>
        <p15:guide id="7" pos="5222" userDrawn="1">
          <p15:clr>
            <a:srgbClr val="C35EA4"/>
          </p15:clr>
        </p15:guide>
        <p15:guide id="8" orient="horz" pos="1046" userDrawn="1">
          <p15:clr>
            <a:srgbClr val="5ACBF0"/>
          </p15:clr>
        </p15:guide>
        <p15:guide id="9" pos="2762" userDrawn="1">
          <p15:clr>
            <a:srgbClr val="C35EA4"/>
          </p15:clr>
        </p15:guide>
        <p15:guide id="10" pos="2454" userDrawn="1">
          <p15:clr>
            <a:srgbClr val="C35EA4"/>
          </p15:clr>
        </p15:guide>
        <p15:guide id="11" orient="horz" pos="2342" userDrawn="1">
          <p15:clr>
            <a:srgbClr val="5ACBF0"/>
          </p15:clr>
        </p15:guide>
        <p15:guide id="12" orient="horz" pos="1976" userDrawn="1">
          <p15:clr>
            <a:srgbClr val="5ACBF0"/>
          </p15:clr>
        </p15:guide>
        <p15:guide id="13" orient="horz" pos="2160"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ig Statem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06AA918-9B9E-0742-85A2-22071D36F6F1}"/>
              </a:ext>
            </a:extLst>
          </p:cNvPr>
          <p:cNvSpPr>
            <a:spLocks noGrp="1"/>
          </p:cNvSpPr>
          <p:nvPr>
            <p:ph type="title" hasCustomPrompt="1"/>
          </p:nvPr>
        </p:nvSpPr>
        <p:spPr/>
        <p:txBody>
          <a:bodyPr/>
          <a:lstStyle/>
          <a:p>
            <a:r>
              <a:rPr lang="en-US" dirty="0"/>
              <a:t>[Optional 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hasCustomPrompt="1"/>
          </p:nvPr>
        </p:nvSpPr>
        <p:spPr>
          <a:xfrm>
            <a:off x="484630" y="1664208"/>
            <a:ext cx="8293608" cy="4346067"/>
          </a:xfrm>
        </p:spPr>
        <p:txBody>
          <a:bodyPr/>
          <a:lstStyle>
            <a:lvl1pPr marL="0" indent="0">
              <a:lnSpc>
                <a:spcPct val="90000"/>
              </a:lnSpc>
              <a:spcBef>
                <a:spcPts val="0"/>
              </a:spcBef>
              <a:spcAft>
                <a:spcPts val="1200"/>
              </a:spcAft>
              <a:buFontTx/>
              <a:buNone/>
              <a:defRPr sz="6000" spc="-100" baseline="0"/>
            </a:lvl1pPr>
            <a:lvl2pPr marL="0" indent="0">
              <a:spcBef>
                <a:spcPts val="0"/>
              </a:spcBef>
              <a:buFontTx/>
              <a:buNone/>
              <a:defRPr/>
            </a:lvl2pPr>
            <a:lvl3pPr marL="182880" indent="-182880">
              <a:buFont typeface="Verdana" panose="020B0604030504040204" pitchFamily="34" charset="0"/>
              <a:buChar char="–"/>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Text Placeholder 6">
            <a:extLst>
              <a:ext uri="{FF2B5EF4-FFF2-40B4-BE49-F238E27FC236}">
                <a16:creationId xmlns:a16="http://schemas.microsoft.com/office/drawing/2014/main" id="{666A6A1C-9F01-E7C8-2434-0B1DA07E2DBF}"/>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6286216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46" userDrawn="1">
          <p15:clr>
            <a:srgbClr val="5ACBF0"/>
          </p15:clr>
        </p15:guide>
        <p15:guide id="2" pos="5530" userDrawn="1">
          <p15:clr>
            <a:srgbClr val="C35EA4"/>
          </p15:clr>
        </p15:guide>
        <p15:guide id="3" orient="horz" pos="1790" userDrawn="1">
          <p15:clr>
            <a:srgbClr val="5ACBF0"/>
          </p15:clr>
        </p15:guide>
        <p15:guide id="4" orient="horz" pos="2528" userDrawn="1">
          <p15:clr>
            <a:srgbClr val="5ACBF0"/>
          </p15:clr>
        </p15:guide>
        <p15:guide id="5" orient="horz" pos="3274"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Photo 1">
    <p:spTree>
      <p:nvGrpSpPr>
        <p:cNvPr id="1" name=""/>
        <p:cNvGrpSpPr/>
        <p:nvPr/>
      </p:nvGrpSpPr>
      <p:grpSpPr>
        <a:xfrm>
          <a:off x="0" y="0"/>
          <a:ext cx="0" cy="0"/>
          <a:chOff x="0" y="0"/>
          <a:chExt cx="0" cy="0"/>
        </a:xfrm>
      </p:grpSpPr>
      <p:sp>
        <p:nvSpPr>
          <p:cNvPr id="6" name="Rectangle">
            <a:extLst>
              <a:ext uri="{FF2B5EF4-FFF2-40B4-BE49-F238E27FC236}">
                <a16:creationId xmlns:a16="http://schemas.microsoft.com/office/drawing/2014/main" id="{166C6E5A-3ECC-8C8B-1F79-9615AC5E7104}"/>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0215D570-9305-036E-CFE1-4E7CF566E43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5E901853-85AC-6A21-F66D-437FE4F6B208}"/>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1A7970E8-A9A2-1659-B39C-1E3FABDC3E33}"/>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61777742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Photo 1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8F4F4368-3D86-6BC8-B4B9-E42857539847}"/>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47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C0640255-E06C-9CA7-3C97-79F52E92B89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6DBA3495-BE29-A801-E1F1-B5DB12D938B5}"/>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73FF0E75-801E-2774-9809-E0D627DEB0A5}"/>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311552693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64"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Photo 2">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125A3CA9-909C-F8E6-CE7D-094B54E28B3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36B38DE3-4C1B-768F-FFFC-EE4579D88098}"/>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2435911040"/>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Photo 2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F8E94517-991E-90A3-337D-FC0405B2D025}"/>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AED62E86-583F-5B1D-5C1F-0A903CC8E236}"/>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869579156"/>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nd Photo 3">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842ADCD7-5E21-10AE-F0EE-1DD4E95AC11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91B75714-6535-FC6B-D032-D7C36B74E7E4}"/>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048051692"/>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and Photo 3 - White Logo">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FFA0DD6E-2A72-F958-97BE-5B15257FEB5E}"/>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18D2FD1E-9F5C-1B68-069E-C7DBD5E2A1E2}"/>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233255733"/>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and Three Photo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807BEDD-FEC5-B14D-9AD2-0694B5CAAB23}"/>
              </a:ext>
            </a:extLst>
          </p:cNvPr>
          <p:cNvSpPr>
            <a:spLocks noGrp="1"/>
          </p:cNvSpPr>
          <p:nvPr>
            <p:ph type="title" hasCustomPrompt="1"/>
          </p:nvPr>
        </p:nvSpPr>
        <p:spPr/>
        <p:txBody>
          <a:bodyPr/>
          <a:lstStyle/>
          <a:p>
            <a:r>
              <a:rPr lang="en-US" dirty="0"/>
              <a:t>[Slide title]</a:t>
            </a:r>
          </a:p>
        </p:txBody>
      </p:sp>
      <p:sp>
        <p:nvSpPr>
          <p:cNvPr id="5" name="Picture Placeholder 2">
            <a:extLst>
              <a:ext uri="{FF2B5EF4-FFF2-40B4-BE49-F238E27FC236}">
                <a16:creationId xmlns:a16="http://schemas.microsoft.com/office/drawing/2014/main" id="{C7F0E676-3481-6E4A-891A-6557B314C4C4}"/>
              </a:ext>
            </a:extLst>
          </p:cNvPr>
          <p:cNvSpPr>
            <a:spLocks noGrp="1"/>
          </p:cNvSpPr>
          <p:nvPr>
            <p:ph type="pic" sz="quarter" idx="10"/>
          </p:nvPr>
        </p:nvSpPr>
        <p:spPr>
          <a:xfrm>
            <a:off x="484630"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7" name="Content Placeholder 3">
            <a:extLst>
              <a:ext uri="{FF2B5EF4-FFF2-40B4-BE49-F238E27FC236}">
                <a16:creationId xmlns:a16="http://schemas.microsoft.com/office/drawing/2014/main" id="{843D9716-4D0C-4544-82A3-C6920ADF7255}"/>
              </a:ext>
            </a:extLst>
          </p:cNvPr>
          <p:cNvSpPr>
            <a:spLocks noGrp="1"/>
          </p:cNvSpPr>
          <p:nvPr>
            <p:ph sz="quarter" idx="11"/>
          </p:nvPr>
        </p:nvSpPr>
        <p:spPr>
          <a:xfrm>
            <a:off x="484630"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4">
            <a:extLst>
              <a:ext uri="{FF2B5EF4-FFF2-40B4-BE49-F238E27FC236}">
                <a16:creationId xmlns:a16="http://schemas.microsoft.com/office/drawing/2014/main" id="{539B1119-DC97-6440-B2AD-634248A2E751}"/>
              </a:ext>
            </a:extLst>
          </p:cNvPr>
          <p:cNvSpPr>
            <a:spLocks noGrp="1"/>
          </p:cNvSpPr>
          <p:nvPr>
            <p:ph type="pic" sz="quarter" idx="12"/>
          </p:nvPr>
        </p:nvSpPr>
        <p:spPr>
          <a:xfrm>
            <a:off x="4389118"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3" name="Content Placeholder 5">
            <a:extLst>
              <a:ext uri="{FF2B5EF4-FFF2-40B4-BE49-F238E27FC236}">
                <a16:creationId xmlns:a16="http://schemas.microsoft.com/office/drawing/2014/main" id="{B3928CDD-06EF-B84A-A301-BFAF46E60BEC}"/>
              </a:ext>
            </a:extLst>
          </p:cNvPr>
          <p:cNvSpPr>
            <a:spLocks noGrp="1"/>
          </p:cNvSpPr>
          <p:nvPr>
            <p:ph sz="quarter" idx="13"/>
          </p:nvPr>
        </p:nvSpPr>
        <p:spPr>
          <a:xfrm>
            <a:off x="4389118"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Picture Placeholder 6">
            <a:extLst>
              <a:ext uri="{FF2B5EF4-FFF2-40B4-BE49-F238E27FC236}">
                <a16:creationId xmlns:a16="http://schemas.microsoft.com/office/drawing/2014/main" id="{C932B8B0-B55F-D842-A6C0-39B4BB9798F7}"/>
              </a:ext>
            </a:extLst>
          </p:cNvPr>
          <p:cNvSpPr>
            <a:spLocks noGrp="1"/>
          </p:cNvSpPr>
          <p:nvPr>
            <p:ph type="pic" sz="quarter" idx="14"/>
          </p:nvPr>
        </p:nvSpPr>
        <p:spPr>
          <a:xfrm>
            <a:off x="8293606"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7" name="Content Placeholder 7">
            <a:extLst>
              <a:ext uri="{FF2B5EF4-FFF2-40B4-BE49-F238E27FC236}">
                <a16:creationId xmlns:a16="http://schemas.microsoft.com/office/drawing/2014/main" id="{59708AC6-8387-2D46-860C-F1B497D62571}"/>
              </a:ext>
            </a:extLst>
          </p:cNvPr>
          <p:cNvSpPr>
            <a:spLocks noGrp="1"/>
          </p:cNvSpPr>
          <p:nvPr>
            <p:ph sz="quarter" idx="15"/>
          </p:nvPr>
        </p:nvSpPr>
        <p:spPr>
          <a:xfrm>
            <a:off x="8293606"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6">
            <a:extLst>
              <a:ext uri="{FF2B5EF4-FFF2-40B4-BE49-F238E27FC236}">
                <a16:creationId xmlns:a16="http://schemas.microsoft.com/office/drawing/2014/main" id="{7DDD333C-5605-149D-8F92-EC10DC7A6F89}"/>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Tree>
    <p:extLst>
      <p:ext uri="{BB962C8B-B14F-4D97-AF65-F5344CB8AC3E}">
        <p14:creationId xmlns:p14="http://schemas.microsoft.com/office/powerpoint/2010/main" val="2595290207"/>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2" userDrawn="1">
          <p15:clr>
            <a:srgbClr val="C35EA4"/>
          </p15:clr>
        </p15:guide>
        <p15:guide id="7" pos="5222" userDrawn="1">
          <p15:clr>
            <a:srgbClr val="C35EA4"/>
          </p15:clr>
        </p15:guide>
        <p15:guide id="8" orient="horz" pos="1046" userDrawn="1">
          <p15:clr>
            <a:srgbClr val="5ACBF0"/>
          </p15:clr>
        </p15:guide>
        <p15:guide id="10" orient="horz" pos="2528" userDrawn="1">
          <p15:clr>
            <a:srgbClr val="5ACBF0"/>
          </p15:clr>
        </p15:guide>
        <p15:guide id="11" orient="horz" pos="2346" userDrawn="1">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Four Photo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D2029B6-C7BC-4F4D-88B3-8F8DBFC24D0D}"/>
              </a:ext>
            </a:extLst>
          </p:cNvPr>
          <p:cNvSpPr>
            <a:spLocks noGrp="1"/>
          </p:cNvSpPr>
          <p:nvPr>
            <p:ph type="title" hasCustomPrompt="1"/>
          </p:nvPr>
        </p:nvSpPr>
        <p:spPr/>
        <p:txBody>
          <a:bodyPr/>
          <a:lstStyle/>
          <a:p>
            <a:r>
              <a:rPr lang="en-US" dirty="0"/>
              <a:t>[Slide title]</a:t>
            </a:r>
          </a:p>
        </p:txBody>
      </p:sp>
      <p:sp>
        <p:nvSpPr>
          <p:cNvPr id="7" name="Picture Placeholder 2">
            <a:extLst>
              <a:ext uri="{FF2B5EF4-FFF2-40B4-BE49-F238E27FC236}">
                <a16:creationId xmlns:a16="http://schemas.microsoft.com/office/drawing/2014/main" id="{EA08CE2E-64E0-F542-AC32-8BBB99D092DC}"/>
              </a:ext>
            </a:extLst>
          </p:cNvPr>
          <p:cNvSpPr>
            <a:spLocks noGrp="1"/>
          </p:cNvSpPr>
          <p:nvPr>
            <p:ph type="pic" sz="quarter" idx="10"/>
          </p:nvPr>
        </p:nvSpPr>
        <p:spPr>
          <a:xfrm>
            <a:off x="48463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3" name="Content Placeholder 3">
            <a:extLst>
              <a:ext uri="{FF2B5EF4-FFF2-40B4-BE49-F238E27FC236}">
                <a16:creationId xmlns:a16="http://schemas.microsoft.com/office/drawing/2014/main" id="{F2A87E07-D230-4A2B-90EB-BAFE34A4ADA3}"/>
              </a:ext>
            </a:extLst>
          </p:cNvPr>
          <p:cNvSpPr>
            <a:spLocks noGrp="1"/>
          </p:cNvSpPr>
          <p:nvPr>
            <p:ph sz="half" idx="1"/>
          </p:nvPr>
        </p:nvSpPr>
        <p:spPr>
          <a:xfrm>
            <a:off x="48463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4">
            <a:extLst>
              <a:ext uri="{FF2B5EF4-FFF2-40B4-BE49-F238E27FC236}">
                <a16:creationId xmlns:a16="http://schemas.microsoft.com/office/drawing/2014/main" id="{D6BCD29D-466C-EE40-8EED-8348616E3365}"/>
              </a:ext>
            </a:extLst>
          </p:cNvPr>
          <p:cNvSpPr>
            <a:spLocks noGrp="1"/>
          </p:cNvSpPr>
          <p:nvPr>
            <p:ph type="pic" sz="quarter" idx="13"/>
          </p:nvPr>
        </p:nvSpPr>
        <p:spPr>
          <a:xfrm>
            <a:off x="341071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4" name="Content Placeholder 5">
            <a:extLst>
              <a:ext uri="{FF2B5EF4-FFF2-40B4-BE49-F238E27FC236}">
                <a16:creationId xmlns:a16="http://schemas.microsoft.com/office/drawing/2014/main" id="{CFF30D3B-DD55-43C0-9A96-3AC11E01121D}"/>
              </a:ext>
            </a:extLst>
          </p:cNvPr>
          <p:cNvSpPr>
            <a:spLocks noGrp="1"/>
          </p:cNvSpPr>
          <p:nvPr>
            <p:ph sz="half" idx="2"/>
          </p:nvPr>
        </p:nvSpPr>
        <p:spPr>
          <a:xfrm>
            <a:off x="341071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Picture Placeholder 6">
            <a:extLst>
              <a:ext uri="{FF2B5EF4-FFF2-40B4-BE49-F238E27FC236}">
                <a16:creationId xmlns:a16="http://schemas.microsoft.com/office/drawing/2014/main" id="{A4744E8C-2782-1D41-8388-9116FADF1D19}"/>
              </a:ext>
            </a:extLst>
          </p:cNvPr>
          <p:cNvSpPr>
            <a:spLocks noGrp="1"/>
          </p:cNvSpPr>
          <p:nvPr>
            <p:ph type="pic" sz="quarter" idx="14"/>
          </p:nvPr>
        </p:nvSpPr>
        <p:spPr>
          <a:xfrm>
            <a:off x="633679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1" name="Content Placeholder 7">
            <a:extLst>
              <a:ext uri="{FF2B5EF4-FFF2-40B4-BE49-F238E27FC236}">
                <a16:creationId xmlns:a16="http://schemas.microsoft.com/office/drawing/2014/main" id="{3E7CE142-0CA8-FE44-AEBE-6EA0C0C59560}"/>
              </a:ext>
            </a:extLst>
          </p:cNvPr>
          <p:cNvSpPr>
            <a:spLocks noGrp="1"/>
          </p:cNvSpPr>
          <p:nvPr>
            <p:ph sz="quarter" idx="11"/>
          </p:nvPr>
        </p:nvSpPr>
        <p:spPr>
          <a:xfrm>
            <a:off x="633679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8">
            <a:extLst>
              <a:ext uri="{FF2B5EF4-FFF2-40B4-BE49-F238E27FC236}">
                <a16:creationId xmlns:a16="http://schemas.microsoft.com/office/drawing/2014/main" id="{6099DDD5-D089-AD4F-B4E2-5303AA3DBDDA}"/>
              </a:ext>
            </a:extLst>
          </p:cNvPr>
          <p:cNvSpPr>
            <a:spLocks noGrp="1"/>
          </p:cNvSpPr>
          <p:nvPr>
            <p:ph type="pic" sz="quarter" idx="15"/>
          </p:nvPr>
        </p:nvSpPr>
        <p:spPr>
          <a:xfrm>
            <a:off x="926287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9" name="Content Placeholder 9">
            <a:extLst>
              <a:ext uri="{FF2B5EF4-FFF2-40B4-BE49-F238E27FC236}">
                <a16:creationId xmlns:a16="http://schemas.microsoft.com/office/drawing/2014/main" id="{5BC9E542-5C7A-5F45-986F-1849A865FCEA}"/>
              </a:ext>
            </a:extLst>
          </p:cNvPr>
          <p:cNvSpPr>
            <a:spLocks noGrp="1"/>
          </p:cNvSpPr>
          <p:nvPr>
            <p:ph sz="quarter" idx="12"/>
          </p:nvPr>
        </p:nvSpPr>
        <p:spPr>
          <a:xfrm>
            <a:off x="926287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E3EA358-26F8-903C-E58A-AC5F0E9C82A2}"/>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55B1645-A968-D5C8-FE73-1F781F99C76C}"/>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15463495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976" userDrawn="1">
          <p15:clr>
            <a:srgbClr val="5ACBF0"/>
          </p15:clr>
        </p15:guide>
        <p15:guide id="12" orient="horz" pos="2158"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A704BE5C-6B80-9B0F-1ED5-15FF3358E42B}"/>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1ACD6B16-8BBF-0711-BDA3-94662772CCDB}"/>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390203051"/>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 Gray">
    <p:bg>
      <p:bgPr>
        <a:solidFill>
          <a:srgbClr val="F2F2F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D9205506-CA75-1055-2CE1-68050A1A7B1E}"/>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C5EC4519-B474-13F5-AA61-40DB2F5A6093}"/>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4262528"/>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74432715"/>
      </p:ext>
    </p:extLst>
  </p:cSld>
  <p:clrMapOvr>
    <a:masterClrMapping/>
  </p:clrMapOvr>
  <p:extLst>
    <p:ext uri="{DCECCB84-F9BA-43D5-87BE-67443E8EF086}">
      <p15:sldGuideLst xmlns:p15="http://schemas.microsoft.com/office/powerpoint/2012/main">
        <p15:guide id="1" orient="horz" pos="1046" userDrawn="1">
          <p15:clr>
            <a:srgbClr val="5ACBF0"/>
          </p15:clr>
        </p15:guide>
        <p15:guide id="2" orient="horz" pos="676" userDrawn="1">
          <p15:clr>
            <a:srgbClr val="5ACBF0"/>
          </p15:clr>
        </p15:guide>
        <p15:guide id="3" orient="horz" pos="1418" userDrawn="1">
          <p15:clr>
            <a:srgbClr val="5ACBF0"/>
          </p15:clr>
        </p15:guide>
        <p15:guide id="4" orient="horz" pos="1788" userDrawn="1">
          <p15:clr>
            <a:srgbClr val="5ACBF0"/>
          </p15:clr>
        </p15:guide>
        <p15:guide id="5" orient="horz" pos="2160" userDrawn="1">
          <p15:clr>
            <a:srgbClr val="5ACBF0"/>
          </p15:clr>
        </p15:guide>
        <p15:guide id="6" orient="horz" pos="2530" userDrawn="1">
          <p15:clr>
            <a:srgbClr val="5ACBF0"/>
          </p15:clr>
        </p15:guide>
        <p15:guide id="7" orient="horz" pos="2902" userDrawn="1">
          <p15:clr>
            <a:srgbClr val="5ACBF0"/>
          </p15:clr>
        </p15:guide>
        <p15:guide id="8" orient="horz" pos="3272" userDrawn="1">
          <p15:clr>
            <a:srgbClr val="5ACBF0"/>
          </p15:clr>
        </p15:guide>
        <p15:guide id="9" orient="horz" pos="3644" userDrawn="1">
          <p15:clr>
            <a:srgbClr val="5ACBF0"/>
          </p15:clr>
        </p15:guide>
        <p15:guide id="10" pos="614" userDrawn="1">
          <p15:clr>
            <a:srgbClr val="C35EA4"/>
          </p15:clr>
        </p15:guide>
        <p15:guide id="11" pos="922" userDrawn="1">
          <p15:clr>
            <a:srgbClr val="C35EA4"/>
          </p15:clr>
        </p15:guide>
        <p15:guide id="12" pos="1228" userDrawn="1">
          <p15:clr>
            <a:srgbClr val="C35EA4"/>
          </p15:clr>
        </p15:guide>
        <p15:guide id="13" pos="1536" userDrawn="1">
          <p15:clr>
            <a:srgbClr val="C35EA4"/>
          </p15:clr>
        </p15:guide>
        <p15:guide id="14" pos="1842" userDrawn="1">
          <p15:clr>
            <a:srgbClr val="C35EA4"/>
          </p15:clr>
        </p15:guide>
        <p15:guide id="15" pos="2150" userDrawn="1">
          <p15:clr>
            <a:srgbClr val="C35EA4"/>
          </p15:clr>
        </p15:guide>
        <p15:guide id="16" pos="2458" userDrawn="1">
          <p15:clr>
            <a:srgbClr val="C35EA4"/>
          </p15:clr>
        </p15:guide>
        <p15:guide id="17" pos="2764" userDrawn="1">
          <p15:clr>
            <a:srgbClr val="C35EA4"/>
          </p15:clr>
        </p15:guide>
        <p15:guide id="18" pos="3072" userDrawn="1">
          <p15:clr>
            <a:srgbClr val="C35EA4"/>
          </p15:clr>
        </p15:guide>
        <p15:guide id="19" pos="3378" userDrawn="1">
          <p15:clr>
            <a:srgbClr val="C35EA4"/>
          </p15:clr>
        </p15:guide>
        <p15:guide id="20" pos="3686" userDrawn="1">
          <p15:clr>
            <a:srgbClr val="C35EA4"/>
          </p15:clr>
        </p15:guide>
        <p15:guide id="21" pos="3994" userDrawn="1">
          <p15:clr>
            <a:srgbClr val="C35EA4"/>
          </p15:clr>
        </p15:guide>
        <p15:guide id="22" pos="4300" userDrawn="1">
          <p15:clr>
            <a:srgbClr val="C35EA4"/>
          </p15:clr>
        </p15:guide>
        <p15:guide id="23" pos="4608" userDrawn="1">
          <p15:clr>
            <a:srgbClr val="C35EA4"/>
          </p15:clr>
        </p15:guide>
        <p15:guide id="24" pos="4914" userDrawn="1">
          <p15:clr>
            <a:srgbClr val="C35EA4"/>
          </p15:clr>
        </p15:guide>
        <p15:guide id="25" pos="5222" userDrawn="1">
          <p15:clr>
            <a:srgbClr val="C35EA4"/>
          </p15:clr>
        </p15:guide>
        <p15:guide id="26" pos="5530" userDrawn="1">
          <p15:clr>
            <a:srgbClr val="C35EA4"/>
          </p15:clr>
        </p15:guide>
        <p15:guide id="27" pos="5836" userDrawn="1">
          <p15:clr>
            <a:srgbClr val="C35EA4"/>
          </p15:clr>
        </p15:guide>
        <p15:guide id="28" pos="6144" userDrawn="1">
          <p15:clr>
            <a:srgbClr val="C35EA4"/>
          </p15:clr>
        </p15:guide>
        <p15:guide id="29" pos="6450" userDrawn="1">
          <p15:clr>
            <a:srgbClr val="C35EA4"/>
          </p15:clr>
        </p15:guide>
        <p15:guide id="30" pos="6758" userDrawn="1">
          <p15:clr>
            <a:srgbClr val="C35EA4"/>
          </p15:clr>
        </p15:guide>
        <p15:guide id="31" pos="7066" userDrawn="1">
          <p15:clr>
            <a:srgbClr val="C35E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0160C290-CB1C-4634-2F50-C609362A9FDE}"/>
              </a:ext>
            </a:extLst>
          </p:cNvPr>
          <p:cNvSpPr>
            <a:spLocks noEditPoints="1"/>
          </p:cNvSpPr>
          <p:nvPr userDrawn="1"/>
        </p:nvSpPr>
        <p:spPr bwMode="black">
          <a:xfrm>
            <a:off x="481330" y="4764913"/>
            <a:ext cx="2057400" cy="438912"/>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Legal">
            <a:extLst>
              <a:ext uri="{FF2B5EF4-FFF2-40B4-BE49-F238E27FC236}">
                <a16:creationId xmlns:a16="http://schemas.microsoft.com/office/drawing/2014/main" id="{E3581ACC-E272-F645-9FF0-9812EE8F4B27}"/>
              </a:ext>
            </a:extLst>
          </p:cNvPr>
          <p:cNvSpPr txBox="1"/>
          <p:nvPr userDrawn="1"/>
        </p:nvSpPr>
        <p:spPr>
          <a:xfrm>
            <a:off x="484631" y="5480917"/>
            <a:ext cx="7318231"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28293188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End Slide - Dark Mode">
    <p:bg>
      <p:bgPr>
        <a:solidFill>
          <a:srgbClr val="000000"/>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75CAAB07-BDBC-78DE-C0D5-F0BBD454C857}"/>
              </a:ext>
            </a:extLst>
          </p:cNvPr>
          <p:cNvSpPr>
            <a:spLocks noEditPoints="1"/>
          </p:cNvSpPr>
          <p:nvPr userDrawn="1"/>
        </p:nvSpPr>
        <p:spPr bwMode="black">
          <a:xfrm>
            <a:off x="481330" y="4764913"/>
            <a:ext cx="2057400" cy="438912"/>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Legal">
            <a:extLst>
              <a:ext uri="{FF2B5EF4-FFF2-40B4-BE49-F238E27FC236}">
                <a16:creationId xmlns:a16="http://schemas.microsoft.com/office/drawing/2014/main" id="{E3581ACC-E272-F645-9FF0-9812EE8F4B27}"/>
              </a:ext>
            </a:extLst>
          </p:cNvPr>
          <p:cNvSpPr txBox="1"/>
          <p:nvPr userDrawn="1"/>
        </p:nvSpPr>
        <p:spPr>
          <a:xfrm>
            <a:off x="484631" y="5480917"/>
            <a:ext cx="7318231"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10816990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8">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Picture Placeholder 1">
            <a:extLst>
              <a:ext uri="{FF2B5EF4-FFF2-40B4-BE49-F238E27FC236}">
                <a16:creationId xmlns:a16="http://schemas.microsoft.com/office/drawing/2014/main" id="{C437124C-7DAC-2C73-3A3B-40CE8EA5DBD5}"/>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5C44B333-9790-3AFF-A453-DCF924E3ABDE}"/>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0247030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9">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3B7A7532-530A-AE40-D3BD-209CF0F78AEF}"/>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3AFAB3B8-ED81-63FA-3A5F-FF49E1F1D19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88896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10">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200E0F8-78E2-9BB1-6926-FD1F124C9D81}"/>
              </a:ext>
            </a:extLst>
          </p:cNvPr>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5D595160-99B1-A89B-8594-F51B441E17ED}"/>
              </a:ext>
              <a:ext uri="{C183D7F6-B498-43B3-948B-1728B52AA6E4}">
                <adec:decorative xmlns:adec="http://schemas.microsoft.com/office/drawing/2017/decorative" val="1"/>
              </a:ext>
            </a:extLst>
          </p:cNvPr>
          <p:cNvSpPr>
            <a:spLocks noGrp="1" noChangeAspect="1"/>
          </p:cNvSpPr>
          <p:nvPr>
            <p:ph type="pic" sz="quarter" idx="10"/>
          </p:nvPr>
        </p:nvSpPr>
        <p:spPr>
          <a:xfrm>
            <a:off x="4129067" y="0"/>
            <a:ext cx="8062934" cy="6858000"/>
          </a:xfrm>
          <a:custGeom>
            <a:avLst/>
            <a:gdLst>
              <a:gd name="connsiteX0" fmla="*/ 2974923 w 8062934"/>
              <a:gd name="connsiteY0" fmla="*/ 0 h 6858000"/>
              <a:gd name="connsiteX1" fmla="*/ 8062934 w 8062934"/>
              <a:gd name="connsiteY1" fmla="*/ 0 h 6858000"/>
              <a:gd name="connsiteX2" fmla="*/ 8062934 w 8062934"/>
              <a:gd name="connsiteY2" fmla="*/ 2506177 h 6858000"/>
              <a:gd name="connsiteX3" fmla="*/ 6634525 w 8062934"/>
              <a:gd name="connsiteY3" fmla="*/ 6858000 h 6858000"/>
              <a:gd name="connsiteX4" fmla="*/ 0 w 8062934"/>
              <a:gd name="connsiteY4" fmla="*/ 6858000 h 6858000"/>
              <a:gd name="connsiteX5" fmla="*/ 3005247 w 8062934"/>
              <a:gd name="connsiteY5" fmla="*/ 681322 h 6858000"/>
              <a:gd name="connsiteX6" fmla="*/ 2974923 w 8062934"/>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62934" h="6858000">
                <a:moveTo>
                  <a:pt x="2974923" y="0"/>
                </a:moveTo>
                <a:lnTo>
                  <a:pt x="8062934" y="0"/>
                </a:lnTo>
                <a:lnTo>
                  <a:pt x="8062934" y="2506177"/>
                </a:lnTo>
                <a:cubicBezTo>
                  <a:pt x="7844283" y="4060742"/>
                  <a:pt x="7351123" y="5527344"/>
                  <a:pt x="6634525" y="6858000"/>
                </a:cubicBezTo>
                <a:lnTo>
                  <a:pt x="0" y="6858000"/>
                </a:lnTo>
                <a:cubicBezTo>
                  <a:pt x="1827407" y="5420187"/>
                  <a:pt x="3005247" y="3185899"/>
                  <a:pt x="3005247" y="681322"/>
                </a:cubicBezTo>
                <a:cubicBezTo>
                  <a:pt x="3005247" y="451016"/>
                  <a:pt x="2994075" y="223909"/>
                  <a:pt x="297492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0ADE40D-11F3-616A-9D17-ABE99492FC3B}"/>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38665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11">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6" name="Picture Placeholder 1">
            <a:extLst>
              <a:ext uri="{FF2B5EF4-FFF2-40B4-BE49-F238E27FC236}">
                <a16:creationId xmlns:a16="http://schemas.microsoft.com/office/drawing/2014/main" id="{D1DA3984-0649-EF6B-93D6-4362C78F3990}"/>
              </a:ext>
              <a:ext uri="{C183D7F6-B498-43B3-948B-1728B52AA6E4}">
                <adec:decorative xmlns:adec="http://schemas.microsoft.com/office/drawing/2017/decorative" val="1"/>
              </a:ext>
            </a:extLst>
          </p:cNvPr>
          <p:cNvSpPr>
            <a:spLocks noGrp="1" noChangeAspect="1"/>
          </p:cNvSpPr>
          <p:nvPr>
            <p:ph type="pic" sz="quarter" idx="10"/>
          </p:nvPr>
        </p:nvSpPr>
        <p:spPr>
          <a:xfrm>
            <a:off x="2110255" y="1"/>
            <a:ext cx="10081745" cy="6857999"/>
          </a:xfrm>
          <a:custGeom>
            <a:avLst/>
            <a:gdLst>
              <a:gd name="connsiteX0" fmla="*/ 0 w 10081744"/>
              <a:gd name="connsiteY0" fmla="*/ 0 h 6857999"/>
              <a:gd name="connsiteX1" fmla="*/ 8559051 w 10081744"/>
              <a:gd name="connsiteY1" fmla="*/ 0 h 6857999"/>
              <a:gd name="connsiteX2" fmla="*/ 8851903 w 10081744"/>
              <a:gd name="connsiteY2" fmla="*/ 558191 h 6857999"/>
              <a:gd name="connsiteX3" fmla="*/ 10081744 w 10081744"/>
              <a:gd name="connsiteY3" fmla="*/ 5231463 h 6857999"/>
              <a:gd name="connsiteX4" fmla="*/ 10081744 w 10081744"/>
              <a:gd name="connsiteY4" fmla="*/ 6857999 h 6857999"/>
              <a:gd name="connsiteX5" fmla="*/ 4871814 w 10081744"/>
              <a:gd name="connsiteY5" fmla="*/ 6857999 h 6857999"/>
              <a:gd name="connsiteX6" fmla="*/ 285207 w 10081744"/>
              <a:gd name="connsiteY6" fmla="*/ 4384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81744" h="6857999">
                <a:moveTo>
                  <a:pt x="0" y="0"/>
                </a:moveTo>
                <a:lnTo>
                  <a:pt x="8559051" y="0"/>
                </a:lnTo>
                <a:lnTo>
                  <a:pt x="8851903" y="558191"/>
                </a:lnTo>
                <a:cubicBezTo>
                  <a:pt x="9500368" y="1893651"/>
                  <a:pt x="9905495" y="3459087"/>
                  <a:pt x="10081744" y="5231463"/>
                </a:cubicBezTo>
                <a:lnTo>
                  <a:pt x="10081744" y="6857999"/>
                </a:lnTo>
                <a:lnTo>
                  <a:pt x="4871814" y="6857999"/>
                </a:lnTo>
                <a:cubicBezTo>
                  <a:pt x="4749469" y="2691750"/>
                  <a:pt x="3189110" y="549532"/>
                  <a:pt x="285207" y="43841"/>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86C8C10B-1893-1583-BDCB-563AC873AA9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832914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12">
    <p:bg>
      <p:bgPr>
        <a:gradFill>
          <a:gsLst>
            <a:gs pos="0">
              <a:srgbClr val="0068FF"/>
            </a:gs>
            <a:gs pos="4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8A53DC1-6337-429E-77CC-E9E5416EA5B5}"/>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68000">
                <a:srgbClr val="242931"/>
              </a:gs>
              <a:gs pos="0">
                <a:srgbClr val="000F24">
                  <a:alpha val="35000"/>
                </a:srgbClr>
              </a:gs>
              <a:gs pos="100000">
                <a:srgbClr val="313843"/>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8" name="Picture Placeholder 1">
            <a:extLst>
              <a:ext uri="{FF2B5EF4-FFF2-40B4-BE49-F238E27FC236}">
                <a16:creationId xmlns:a16="http://schemas.microsoft.com/office/drawing/2014/main" id="{FD11DAF6-BD41-A48B-811D-A1C1CBA6EAB1}"/>
              </a:ext>
              <a:ext uri="{C183D7F6-B498-43B3-948B-1728B52AA6E4}">
                <adec:decorative xmlns:adec="http://schemas.microsoft.com/office/drawing/2017/decorative" val="1"/>
              </a:ext>
            </a:extLst>
          </p:cNvPr>
          <p:cNvSpPr>
            <a:spLocks noGrp="1" noChangeAspect="1"/>
          </p:cNvSpPr>
          <p:nvPr>
            <p:ph type="pic" sz="quarter" idx="10"/>
          </p:nvPr>
        </p:nvSpPr>
        <p:spPr>
          <a:xfrm>
            <a:off x="4165094" y="0"/>
            <a:ext cx="8026906" cy="6858000"/>
          </a:xfrm>
          <a:custGeom>
            <a:avLst/>
            <a:gdLst>
              <a:gd name="connsiteX0" fmla="*/ 6026013 w 8026904"/>
              <a:gd name="connsiteY0" fmla="*/ 0 h 6857998"/>
              <a:gd name="connsiteX1" fmla="*/ 8026904 w 8026904"/>
              <a:gd name="connsiteY1" fmla="*/ 0 h 6857998"/>
              <a:gd name="connsiteX2" fmla="*/ 8026904 w 8026904"/>
              <a:gd name="connsiteY2" fmla="*/ 5193867 h 6857998"/>
              <a:gd name="connsiteX3" fmla="*/ 6050869 w 8026904"/>
              <a:gd name="connsiteY3" fmla="*/ 6565084 h 6857998"/>
              <a:gd name="connsiteX4" fmla="*/ 5860742 w 8026904"/>
              <a:gd name="connsiteY4" fmla="*/ 6857998 h 6857998"/>
              <a:gd name="connsiteX5" fmla="*/ 0 w 8026904"/>
              <a:gd name="connsiteY5" fmla="*/ 6857998 h 6857998"/>
              <a:gd name="connsiteX6" fmla="*/ 101434 w 8026904"/>
              <a:gd name="connsiteY6" fmla="*/ 6409967 h 6857998"/>
              <a:gd name="connsiteX7" fmla="*/ 542017 w 8026904"/>
              <a:gd name="connsiteY7" fmla="*/ 5099087 h 6857998"/>
              <a:gd name="connsiteX8" fmla="*/ 2500042 w 8026904"/>
              <a:gd name="connsiteY8" fmla="*/ 2194236 h 6857998"/>
              <a:gd name="connsiteX9" fmla="*/ 5405407 w 8026904"/>
              <a:gd name="connsiteY9" fmla="*/ 236236 h 6857998"/>
              <a:gd name="connsiteX10" fmla="*/ 6026013 w 8026904"/>
              <a:gd name="connsiteY10"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26904" h="6857998">
                <a:moveTo>
                  <a:pt x="6026013" y="0"/>
                </a:moveTo>
                <a:lnTo>
                  <a:pt x="8026904" y="0"/>
                </a:lnTo>
                <a:lnTo>
                  <a:pt x="8026904" y="5193867"/>
                </a:lnTo>
                <a:cubicBezTo>
                  <a:pt x="7220904" y="5412243"/>
                  <a:pt x="6526488" y="5904839"/>
                  <a:pt x="6050869" y="6565084"/>
                </a:cubicBezTo>
                <a:lnTo>
                  <a:pt x="5860742" y="6857998"/>
                </a:lnTo>
                <a:lnTo>
                  <a:pt x="0" y="6857998"/>
                </a:lnTo>
                <a:lnTo>
                  <a:pt x="101434" y="6409967"/>
                </a:lnTo>
                <a:cubicBezTo>
                  <a:pt x="214270" y="5964434"/>
                  <a:pt x="361265" y="5526670"/>
                  <a:pt x="542017" y="5099087"/>
                </a:cubicBezTo>
                <a:cubicBezTo>
                  <a:pt x="1002588" y="4010304"/>
                  <a:pt x="1661773" y="3032971"/>
                  <a:pt x="2500042" y="2194236"/>
                </a:cubicBezTo>
                <a:cubicBezTo>
                  <a:pt x="3338788" y="1355502"/>
                  <a:pt x="4316134" y="696802"/>
                  <a:pt x="5405407" y="236236"/>
                </a:cubicBezTo>
                <a:cubicBezTo>
                  <a:pt x="5609736" y="149553"/>
                  <a:pt x="5816922" y="70966"/>
                  <a:pt x="602601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D030DDB7-FB01-2390-8CB9-13BE639ED05C}"/>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407957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13">
    <p:bg>
      <p:bgPr>
        <a:gradFill>
          <a:gsLst>
            <a:gs pos="0">
              <a:srgbClr val="BD03F7"/>
            </a:gs>
            <a:gs pos="25000">
              <a:srgbClr val="000000"/>
            </a:gs>
            <a:gs pos="75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8" name="Picture Placeholder 1">
            <a:extLst>
              <a:ext uri="{FF2B5EF4-FFF2-40B4-BE49-F238E27FC236}">
                <a16:creationId xmlns:a16="http://schemas.microsoft.com/office/drawing/2014/main" id="{3B62A672-3C49-9CD1-DF1A-D03BF9427383}"/>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09736AE2-F7BD-A33D-B25E-5FC752607BAB}"/>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521997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14">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1" y="1662384"/>
            <a:ext cx="5367507"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1" y="4606750"/>
            <a:ext cx="5367507"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8C7E6489-8994-5B82-C352-B6CEFB1B5EF8}"/>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7F2A3E5-5A29-7BCC-2E85-124997C0531A}"/>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45656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4" orient="horz" pos="808">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15">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1662384"/>
            <a:ext cx="5367528"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4606750"/>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Picture Placeholder 1">
            <a:extLst>
              <a:ext uri="{FF2B5EF4-FFF2-40B4-BE49-F238E27FC236}">
                <a16:creationId xmlns:a16="http://schemas.microsoft.com/office/drawing/2014/main" id="{0ABF8673-84C0-EF57-C8E2-AB6E6ABA3C85}"/>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358D5E2-08E3-563A-E477-E855F424A28D}"/>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652299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5" orient="horz" pos="808">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0061D-9574-4939-A01E-F10237BE4C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029E39-42F5-49B7-A1B1-F32359F6261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D52597E-4C24-F99D-61FF-62E6779DB427}"/>
              </a:ext>
            </a:extLst>
          </p:cNvPr>
          <p:cNvSpPr>
            <a:spLocks noGrp="1" noChangeArrowheads="1"/>
          </p:cNvSpPr>
          <p:nvPr>
            <p:ph type="sldNum" sz="quarter" idx="10"/>
          </p:nvPr>
        </p:nvSpPr>
        <p:spPr>
          <a:ln/>
        </p:spPr>
        <p:txBody>
          <a:bodyPr/>
          <a:lstStyle>
            <a:lvl1pPr>
              <a:defRPr/>
            </a:lvl1pPr>
          </a:lstStyle>
          <a:p>
            <a:r>
              <a:rPr lang="en-US" altLang="en-US"/>
              <a:t>Page </a:t>
            </a:r>
            <a:fld id="{92772D14-5A26-4603-83FB-4701676E78B7}" type="slidenum">
              <a:rPr lang="en-US" altLang="en-US"/>
              <a:pPr/>
              <a:t>‹#›</a:t>
            </a:fld>
            <a:endParaRPr lang="en-US" altLang="en-US"/>
          </a:p>
        </p:txBody>
      </p:sp>
    </p:spTree>
    <p:extLst>
      <p:ext uri="{BB962C8B-B14F-4D97-AF65-F5344CB8AC3E}">
        <p14:creationId xmlns:p14="http://schemas.microsoft.com/office/powerpoint/2010/main" val="82351480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itle and Subtitle with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42900"/>
            <a:ext cx="11277600" cy="859999"/>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EAA98F0A-2D28-4A84-9EAB-DBF27057C8F9}" type="datetime4">
              <a:rPr lang="en-US" smtClean="0"/>
              <a:t>February 14, 2025</a:t>
            </a:fld>
            <a:endParaRPr lang="en-US"/>
          </a:p>
        </p:txBody>
      </p:sp>
      <p:sp>
        <p:nvSpPr>
          <p:cNvPr id="5" name="Footer Placeholder 4"/>
          <p:cNvSpPr>
            <a:spLocks noGrp="1"/>
          </p:cNvSpPr>
          <p:nvPr>
            <p:ph type="ftr" sz="quarter" idx="11"/>
          </p:nvPr>
        </p:nvSpPr>
        <p:spPr/>
        <p:txBody>
          <a:bodyPr/>
          <a:lstStyle/>
          <a:p>
            <a:r>
              <a:rPr lang="en-US"/>
              <a:t>Micron Confidential</a:t>
            </a:r>
          </a:p>
        </p:txBody>
      </p:sp>
      <p:sp>
        <p:nvSpPr>
          <p:cNvPr id="6" name="Slide Number Placeholder 5"/>
          <p:cNvSpPr>
            <a:spLocks noGrp="1"/>
          </p:cNvSpPr>
          <p:nvPr>
            <p:ph type="sldNum" sz="quarter" idx="12"/>
          </p:nvPr>
        </p:nvSpPr>
        <p:spPr/>
        <p:txBody>
          <a:bodyPr/>
          <a:lstStyle/>
          <a:p>
            <a:fld id="{B7E7695C-FCF1-4AA0-9B93-7941FED13DC4}" type="slidenum">
              <a:rPr lang="en-US" smtClean="0"/>
              <a:t>‹#›</a:t>
            </a:fld>
            <a:endParaRPr lang="en-US"/>
          </a:p>
        </p:txBody>
      </p:sp>
      <p:sp>
        <p:nvSpPr>
          <p:cNvPr id="7" name="Text Placeholder 8"/>
          <p:cNvSpPr>
            <a:spLocks noGrp="1"/>
          </p:cNvSpPr>
          <p:nvPr>
            <p:ph type="body" sz="quarter" idx="13"/>
          </p:nvPr>
        </p:nvSpPr>
        <p:spPr>
          <a:xfrm>
            <a:off x="457200" y="1216887"/>
            <a:ext cx="11277600" cy="361950"/>
          </a:xfrm>
          <a:prstGeom prst="rect">
            <a:avLst/>
          </a:prstGeom>
          <a:noFill/>
        </p:spPr>
        <p:txBody>
          <a:bodyPr anchor="t">
            <a:noAutofit/>
          </a:bodyPr>
          <a:lstStyle>
            <a:lvl1pPr marL="0" indent="0" algn="l">
              <a:buNone/>
              <a:defRPr sz="2000">
                <a:solidFill>
                  <a:srgbClr val="58595B"/>
                </a:solidFill>
              </a:defRPr>
            </a:lvl1pPr>
          </a:lstStyle>
          <a:p>
            <a:pPr lvl="0"/>
            <a:r>
              <a:rPr lang="en-US"/>
              <a:t>Edit Master text styles</a:t>
            </a:r>
          </a:p>
        </p:txBody>
      </p:sp>
      <p:sp>
        <p:nvSpPr>
          <p:cNvPr id="9" name="Content Placeholder 2"/>
          <p:cNvSpPr>
            <a:spLocks noGrp="1"/>
          </p:cNvSpPr>
          <p:nvPr>
            <p:ph sz="half" idx="1"/>
          </p:nvPr>
        </p:nvSpPr>
        <p:spPr>
          <a:xfrm>
            <a:off x="457200" y="1750979"/>
            <a:ext cx="11277600" cy="4483566"/>
          </a:xfrm>
          <a:prstGeom prst="rect">
            <a:avLst/>
          </a:prstGeo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7034911"/>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2CCDC3B6-7807-A248-F592-2281D445747D}"/>
              </a:ext>
            </a:extLst>
          </p:cNvPr>
          <p:cNvSpPr>
            <a:spLocks noChangeAspect="1" noEditPoints="1"/>
          </p:cNvSpPr>
          <p:nvPr userDrawn="1"/>
        </p:nvSpPr>
        <p:spPr bwMode="black">
          <a:xfrm>
            <a:off x="10497310" y="6530955"/>
            <a:ext cx="704088" cy="152674"/>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Placeholder 1">
            <a:extLst>
              <a:ext uri="{FF2B5EF4-FFF2-40B4-BE49-F238E27FC236}">
                <a16:creationId xmlns:a16="http://schemas.microsoft.com/office/drawing/2014/main" id="{36D3E94B-F75A-43E2-84AB-FDF386CCE555}"/>
              </a:ext>
            </a:extLst>
          </p:cNvPr>
          <p:cNvSpPr>
            <a:spLocks noGrp="1"/>
          </p:cNvSpPr>
          <p:nvPr>
            <p:ph type="title"/>
          </p:nvPr>
        </p:nvSpPr>
        <p:spPr>
          <a:xfrm>
            <a:off x="484630" y="484632"/>
            <a:ext cx="11219688" cy="530352"/>
          </a:xfrm>
          <a:prstGeom prst="rect">
            <a:avLst/>
          </a:prstGeom>
          <a:noFill/>
        </p:spPr>
        <p:txBody>
          <a:bodyPr vert="horz" lIns="0" tIns="0" rIns="0" bIns="0" rtlCol="0" anchor="t" anchorCtr="0">
            <a:noAutofit/>
          </a:bodyPr>
          <a:lstStyle/>
          <a:p>
            <a:r>
              <a:rPr lang="en-US" dirty="0"/>
              <a:t>[Slide title]</a:t>
            </a:r>
          </a:p>
        </p:txBody>
      </p:sp>
      <p:sp>
        <p:nvSpPr>
          <p:cNvPr id="3" name="Text Placeholder 2">
            <a:extLst>
              <a:ext uri="{FF2B5EF4-FFF2-40B4-BE49-F238E27FC236}">
                <a16:creationId xmlns:a16="http://schemas.microsoft.com/office/drawing/2014/main" id="{FC54B348-3077-4F00-B031-9D2252B7D36C}"/>
              </a:ext>
            </a:extLst>
          </p:cNvPr>
          <p:cNvSpPr>
            <a:spLocks noGrp="1"/>
          </p:cNvSpPr>
          <p:nvPr>
            <p:ph type="body" idx="1"/>
          </p:nvPr>
        </p:nvSpPr>
        <p:spPr>
          <a:xfrm>
            <a:off x="484630" y="1664208"/>
            <a:ext cx="11219688" cy="4709160"/>
          </a:xfrm>
          <a:prstGeom prst="rect">
            <a:avLst/>
          </a:prstGeom>
        </p:spPr>
        <p:txBody>
          <a:bodyPr vert="horz" lIns="0" tIns="0" rIns="0" bIns="0" spcCol="484632"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Line">
            <a:extLst>
              <a:ext uri="{FF2B5EF4-FFF2-40B4-BE49-F238E27FC236}">
                <a16:creationId xmlns:a16="http://schemas.microsoft.com/office/drawing/2014/main" id="{2FEDB0E9-33C1-634D-B4A1-F95167FF5C8C}"/>
              </a:ext>
              <a:ext uri="{C183D7F6-B498-43B3-948B-1728B52AA6E4}">
                <adec:decorative xmlns:adec="http://schemas.microsoft.com/office/drawing/2017/decorative" val="1"/>
              </a:ext>
            </a:extLst>
          </p:cNvPr>
          <p:cNvCxnSpPr>
            <a:cxnSpLocks/>
          </p:cNvCxnSpPr>
          <p:nvPr userDrawn="1"/>
        </p:nvCxnSpPr>
        <p:spPr bwMode="black">
          <a:xfrm>
            <a:off x="11384280" y="6501384"/>
            <a:ext cx="0" cy="228600"/>
          </a:xfrm>
          <a:prstGeom prst="line">
            <a:avLst/>
          </a:prstGeom>
          <a:ln w="6350" cap="flat">
            <a:solidFill>
              <a:schemeClr val="tx1"/>
            </a:solidFill>
            <a:miter lim="800000"/>
          </a:ln>
        </p:spPr>
        <p:style>
          <a:lnRef idx="1">
            <a:srgbClr val="6638B5"/>
          </a:lnRef>
          <a:fillRef idx="0">
            <a:srgbClr val="6638B5"/>
          </a:fillRef>
          <a:effectRef idx="0">
            <a:srgbClr val="000000"/>
          </a:effectRef>
          <a:fontRef idx="minor">
            <a:schemeClr val="lt1"/>
          </a:fontRef>
        </p:style>
      </p:cxnSp>
      <p:sp>
        <p:nvSpPr>
          <p:cNvPr id="14" name="Slide Number">
            <a:extLst>
              <a:ext uri="{FF2B5EF4-FFF2-40B4-BE49-F238E27FC236}">
                <a16:creationId xmlns:a16="http://schemas.microsoft.com/office/drawing/2014/main" id="{EA8DD315-CF33-C241-97D4-D478012B5F0C}"/>
              </a:ext>
            </a:extLst>
          </p:cNvPr>
          <p:cNvSpPr txBox="1">
            <a:spLocks/>
          </p:cNvSpPr>
          <p:nvPr userDrawn="1"/>
        </p:nvSpPr>
        <p:spPr>
          <a:xfrm>
            <a:off x="11475718" y="6527044"/>
            <a:ext cx="228600" cy="182880"/>
          </a:xfrm>
          <a:prstGeom prst="rect">
            <a:avLst/>
          </a:prstGeom>
        </p:spPr>
        <p:txBody>
          <a:bodyPr vert="horz" wrap="none" lIns="0" tIns="0" rIns="0" bIns="0" rtlCol="0" anchor="b" anchorCtr="0"/>
          <a:lstStyle>
            <a:defPPr>
              <a:defRPr lang="en-US"/>
            </a:defPPr>
            <a:lvl1pPr marL="0" algn="r" defTabSz="914400" rtl="0" eaLnBrk="1" latinLnBrk="0" hangingPunct="1">
              <a:defRPr lang="en-US" sz="1000" b="0"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64D2CC-5576-0F4B-B534-EEBFC94C4859}" type="slidenum">
              <a:rPr lang="en-US" smtClean="0">
                <a:solidFill>
                  <a:schemeClr val="tx1"/>
                </a:solidFill>
              </a:rPr>
              <a:pPr/>
              <a:t>‹#›</a:t>
            </a:fld>
            <a:endParaRPr lang="en-US" dirty="0">
              <a:solidFill>
                <a:schemeClr val="tx1"/>
              </a:solidFill>
            </a:endParaRPr>
          </a:p>
        </p:txBody>
      </p:sp>
    </p:spTree>
    <p:extLst>
      <p:ext uri="{BB962C8B-B14F-4D97-AF65-F5344CB8AC3E}">
        <p14:creationId xmlns:p14="http://schemas.microsoft.com/office/powerpoint/2010/main" val="1404919433"/>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71" r:id="rId3"/>
    <p:sldLayoutId id="2147483672" r:id="rId4"/>
    <p:sldLayoutId id="2147483724" r:id="rId5"/>
    <p:sldLayoutId id="2147483713" r:id="rId6"/>
    <p:sldLayoutId id="2147483663" r:id="rId7"/>
    <p:sldLayoutId id="2147483709" r:id="rId8"/>
    <p:sldLayoutId id="2147483736" r:id="rId9"/>
    <p:sldLayoutId id="2147483676" r:id="rId10"/>
    <p:sldLayoutId id="2147483677" r:id="rId11"/>
    <p:sldLayoutId id="2147483679" r:id="rId12"/>
    <p:sldLayoutId id="2147483737" r:id="rId13"/>
    <p:sldLayoutId id="2147483740" r:id="rId14"/>
    <p:sldLayoutId id="2147483741" r:id="rId15"/>
    <p:sldLayoutId id="2147483652" r:id="rId16"/>
    <p:sldLayoutId id="2147483658" r:id="rId17"/>
    <p:sldLayoutId id="2147483659" r:id="rId18"/>
    <p:sldLayoutId id="2147483660" r:id="rId19"/>
    <p:sldLayoutId id="2147483661" r:id="rId20"/>
    <p:sldLayoutId id="2147483686" r:id="rId21"/>
    <p:sldLayoutId id="2147483687" r:id="rId22"/>
    <p:sldLayoutId id="2147483725" r:id="rId23"/>
    <p:sldLayoutId id="2147483727" r:id="rId24"/>
    <p:sldLayoutId id="2147483688" r:id="rId25"/>
    <p:sldLayoutId id="2147483682" r:id="rId26"/>
    <p:sldLayoutId id="2147483666" r:id="rId27"/>
    <p:sldLayoutId id="2147483730" r:id="rId28"/>
    <p:sldLayoutId id="2147483662" r:id="rId29"/>
    <p:sldLayoutId id="2147483732" r:id="rId30"/>
    <p:sldLayoutId id="2147483667" r:id="rId31"/>
    <p:sldLayoutId id="2147483733" r:id="rId32"/>
    <p:sldLayoutId id="2147483680" r:id="rId33"/>
    <p:sldLayoutId id="2147483681" r:id="rId34"/>
    <p:sldLayoutId id="2147483654" r:id="rId35"/>
    <p:sldLayoutId id="2147483729" r:id="rId36"/>
    <p:sldLayoutId id="2147483655" r:id="rId37"/>
    <p:sldLayoutId id="2147483669" r:id="rId38"/>
    <p:sldLayoutId id="2147483738" r:id="rId39"/>
    <p:sldLayoutId id="2147483743" r:id="rId40"/>
    <p:sldLayoutId id="2147483744" r:id="rId41"/>
    <p:sldLayoutId id="2147483745" r:id="rId42"/>
    <p:sldLayoutId id="2147483746" r:id="rId43"/>
    <p:sldLayoutId id="2147483747" r:id="rId44"/>
    <p:sldLayoutId id="2147483748" r:id="rId45"/>
    <p:sldLayoutId id="2147483749" r:id="rId46"/>
    <p:sldLayoutId id="2147483750" r:id="rId47"/>
    <p:sldLayoutId id="2147483751" r:id="rId48"/>
    <p:sldLayoutId id="2147483752" r:id="rId49"/>
  </p:sldLayoutIdLs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Verdana"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02" userDrawn="1">
          <p15:clr>
            <a:srgbClr val="F26B43"/>
          </p15:clr>
        </p15:guide>
        <p15:guide id="3" pos="7374" userDrawn="1">
          <p15:clr>
            <a:srgbClr val="F26B43"/>
          </p15:clr>
        </p15:guide>
        <p15:guide id="4" orient="horz" pos="4014" userDrawn="1">
          <p15:clr>
            <a:srgbClr val="F26B43"/>
          </p15:clr>
        </p15:guide>
        <p15:guide id="5" orient="horz" pos="30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8.xml"/></Relationships>
</file>

<file path=ppt/slides/_rels/slide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3.xml"/><Relationship Id="rId1" Type="http://schemas.openxmlformats.org/officeDocument/2006/relationships/slideLayout" Target="../slideLayouts/slideLayout48.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8.xml"/><Relationship Id="rId5" Type="http://schemas.openxmlformats.org/officeDocument/2006/relationships/image" Target="../media/image12.w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6.xml"/><Relationship Id="rId1" Type="http://schemas.openxmlformats.org/officeDocument/2006/relationships/slideLayout" Target="../slideLayouts/slideLayout48.xml"/><Relationship Id="rId5" Type="http://schemas.openxmlformats.org/officeDocument/2006/relationships/image" Target="../media/image14.wmf"/><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7.xml"/><Relationship Id="rId1" Type="http://schemas.openxmlformats.org/officeDocument/2006/relationships/slideLayout" Target="../slideLayouts/slideLayout48.xml"/><Relationship Id="rId4" Type="http://schemas.openxmlformats.org/officeDocument/2006/relationships/image" Target="../media/image15.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8.xml"/><Relationship Id="rId1" Type="http://schemas.openxmlformats.org/officeDocument/2006/relationships/slideLayout" Target="../slideLayouts/slideLayout48.xml"/><Relationship Id="rId4" Type="http://schemas.openxmlformats.org/officeDocument/2006/relationships/image" Target="../media/image16.wmf"/></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9.wmf"/><Relationship Id="rId2" Type="http://schemas.openxmlformats.org/officeDocument/2006/relationships/notesSlide" Target="../notesSlides/notesSlide9.xml"/><Relationship Id="rId1" Type="http://schemas.openxmlformats.org/officeDocument/2006/relationships/slideLayout" Target="../slideLayouts/slideLayout48.xml"/><Relationship Id="rId6" Type="http://schemas.openxmlformats.org/officeDocument/2006/relationships/oleObject" Target="../embeddings/oleObject6.bin"/><Relationship Id="rId5" Type="http://schemas.openxmlformats.org/officeDocument/2006/relationships/image" Target="../media/image18.wmf"/><Relationship Id="rId4"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10.xml"/><Relationship Id="rId1" Type="http://schemas.openxmlformats.org/officeDocument/2006/relationships/slideLayout" Target="../slideLayouts/slideLayout48.xml"/><Relationship Id="rId6" Type="http://schemas.openxmlformats.org/officeDocument/2006/relationships/image" Target="../media/image21.wmf"/><Relationship Id="rId5" Type="http://schemas.openxmlformats.org/officeDocument/2006/relationships/oleObject" Target="../embeddings/oleObject8.bin"/><Relationship Id="rId10" Type="http://schemas.openxmlformats.org/officeDocument/2006/relationships/image" Target="../media/image23.wmf"/><Relationship Id="rId4" Type="http://schemas.openxmlformats.org/officeDocument/2006/relationships/image" Target="../media/image20.wmf"/><Relationship Id="rId9" Type="http://schemas.openxmlformats.org/officeDocument/2006/relationships/oleObject" Target="../embeddings/oleObject10.bin"/></Relationships>
</file>

<file path=ppt/slides/_rels/slide11.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notesSlide" Target="../notesSlides/notesSlide11.xml"/><Relationship Id="rId1" Type="http://schemas.openxmlformats.org/officeDocument/2006/relationships/slideLayout" Target="../slideLayouts/slideLayout48.xml"/><Relationship Id="rId6" Type="http://schemas.openxmlformats.org/officeDocument/2006/relationships/image" Target="../media/image25.wmf"/><Relationship Id="rId5" Type="http://schemas.openxmlformats.org/officeDocument/2006/relationships/oleObject" Target="../embeddings/oleObject12.bin"/><Relationship Id="rId4" Type="http://schemas.openxmlformats.org/officeDocument/2006/relationships/image" Target="../media/image24.wmf"/></Relationships>
</file>

<file path=ppt/slides/_rels/slide12.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oleObject" Target="../embeddings/oleObject14.bin"/><Relationship Id="rId7" Type="http://schemas.openxmlformats.org/officeDocument/2006/relationships/oleObject" Target="../embeddings/oleObject16.bin"/><Relationship Id="rId2" Type="http://schemas.openxmlformats.org/officeDocument/2006/relationships/notesSlide" Target="../notesSlides/notesSlide12.xml"/><Relationship Id="rId1" Type="http://schemas.openxmlformats.org/officeDocument/2006/relationships/slideLayout" Target="../slideLayouts/slideLayout48.xml"/><Relationship Id="rId6" Type="http://schemas.openxmlformats.org/officeDocument/2006/relationships/image" Target="../media/image28.wmf"/><Relationship Id="rId5" Type="http://schemas.openxmlformats.org/officeDocument/2006/relationships/oleObject" Target="../embeddings/oleObject15.bin"/><Relationship Id="rId4" Type="http://schemas.openxmlformats.org/officeDocument/2006/relationships/image" Target="../media/image27.wmf"/></Relationships>
</file>

<file path=ppt/slides/_rels/slide13.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oleObject" Target="../embeddings/oleObject17.bin"/><Relationship Id="rId7" Type="http://schemas.openxmlformats.org/officeDocument/2006/relationships/oleObject" Target="../embeddings/oleObject19.bin"/><Relationship Id="rId12" Type="http://schemas.openxmlformats.org/officeDocument/2006/relationships/image" Target="../media/image34.wmf"/><Relationship Id="rId2" Type="http://schemas.openxmlformats.org/officeDocument/2006/relationships/notesSlide" Target="../notesSlides/notesSlide13.xml"/><Relationship Id="rId1" Type="http://schemas.openxmlformats.org/officeDocument/2006/relationships/slideLayout" Target="../slideLayouts/slideLayout48.xml"/><Relationship Id="rId6" Type="http://schemas.openxmlformats.org/officeDocument/2006/relationships/image" Target="../media/image31.wmf"/><Relationship Id="rId11" Type="http://schemas.openxmlformats.org/officeDocument/2006/relationships/oleObject" Target="../embeddings/oleObject21.bin"/><Relationship Id="rId5" Type="http://schemas.openxmlformats.org/officeDocument/2006/relationships/oleObject" Target="../embeddings/oleObject18.bin"/><Relationship Id="rId10" Type="http://schemas.openxmlformats.org/officeDocument/2006/relationships/image" Target="../media/image33.wmf"/><Relationship Id="rId4" Type="http://schemas.openxmlformats.org/officeDocument/2006/relationships/image" Target="../media/image30.wmf"/><Relationship Id="rId9" Type="http://schemas.openxmlformats.org/officeDocument/2006/relationships/oleObject" Target="../embeddings/oleObject20.bin"/></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48.xml"/><Relationship Id="rId5" Type="http://schemas.openxmlformats.org/officeDocument/2006/relationships/image" Target="../media/image36.wmf"/><Relationship Id="rId4" Type="http://schemas.openxmlformats.org/officeDocument/2006/relationships/oleObject" Target="../embeddings/oleObject22.bin"/></Relationships>
</file>

<file path=ppt/slides/_rels/slide15.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image" Target="../media/image37.png"/><Relationship Id="rId7" Type="http://schemas.openxmlformats.org/officeDocument/2006/relationships/oleObject" Target="../embeddings/oleObject23.bin"/><Relationship Id="rId2" Type="http://schemas.openxmlformats.org/officeDocument/2006/relationships/notesSlide" Target="../notesSlides/notesSlide15.xml"/><Relationship Id="rId1" Type="http://schemas.openxmlformats.org/officeDocument/2006/relationships/slideLayout" Target="../slideLayouts/slideLayout4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notesSlide" Target="../notesSlides/notesSlide16.xml"/><Relationship Id="rId1" Type="http://schemas.openxmlformats.org/officeDocument/2006/relationships/slideLayout" Target="../slideLayouts/slideLayout48.xml"/><Relationship Id="rId4" Type="http://schemas.openxmlformats.org/officeDocument/2006/relationships/image" Target="../media/image41.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17.xml"/><Relationship Id="rId1" Type="http://schemas.openxmlformats.org/officeDocument/2006/relationships/slideLayout" Target="../slideLayouts/slideLayout48.xml"/><Relationship Id="rId4" Type="http://schemas.openxmlformats.org/officeDocument/2006/relationships/image" Target="../media/image42.w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8.xml"/></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48.xml"/><Relationship Id="rId5" Type="http://schemas.openxmlformats.org/officeDocument/2006/relationships/image" Target="../media/image45.wmf"/><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0.xml"/><Relationship Id="rId1" Type="http://schemas.openxmlformats.org/officeDocument/2006/relationships/slideLayout" Target="../slideLayouts/slideLayout48.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21.xml"/><Relationship Id="rId1" Type="http://schemas.openxmlformats.org/officeDocument/2006/relationships/slideLayout" Target="../slideLayouts/slideLayout48.xml"/><Relationship Id="rId4" Type="http://schemas.openxmlformats.org/officeDocument/2006/relationships/image" Target="../media/image47.w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8.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notesSlide" Target="../notesSlides/notesSlide23.xml"/><Relationship Id="rId1" Type="http://schemas.openxmlformats.org/officeDocument/2006/relationships/slideLayout" Target="../slideLayouts/slideLayout48.xml"/><Relationship Id="rId6" Type="http://schemas.openxmlformats.org/officeDocument/2006/relationships/image" Target="../media/image49.wmf"/><Relationship Id="rId5" Type="http://schemas.openxmlformats.org/officeDocument/2006/relationships/oleObject" Target="../embeddings/oleObject28.bin"/><Relationship Id="rId4" Type="http://schemas.openxmlformats.org/officeDocument/2006/relationships/image" Target="../media/image48.wmf"/></Relationships>
</file>

<file path=ppt/slides/_rels/slide24.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oleObject" Target="../embeddings/oleObject29.bin"/><Relationship Id="rId1" Type="http://schemas.openxmlformats.org/officeDocument/2006/relationships/slideLayout" Target="../slideLayouts/slideLayout48.xml"/><Relationship Id="rId5" Type="http://schemas.openxmlformats.org/officeDocument/2006/relationships/image" Target="../media/image51.wmf"/><Relationship Id="rId4" Type="http://schemas.openxmlformats.org/officeDocument/2006/relationships/oleObject" Target="../embeddings/oleObject30.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8.xml"/></Relationships>
</file>

<file path=ppt/slides/_rels/slide27.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4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9.xml"/></Relationships>
</file>

<file path=ppt/slides/_rels/slide3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9.xml"/></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49.xml"/></Relationships>
</file>

<file path=ppt/slides/_rels/slide3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49.xml"/><Relationship Id="rId4" Type="http://schemas.openxmlformats.org/officeDocument/2006/relationships/image" Target="../media/image60.png"/></Relationships>
</file>

<file path=ppt/slides/_rels/slide34.xml.rels><?xml version="1.0" encoding="UTF-8" standalone="yes"?>
<Relationships xmlns="http://schemas.openxmlformats.org/package/2006/relationships"><Relationship Id="rId3" Type="http://schemas.openxmlformats.org/officeDocument/2006/relationships/hyperlink" Target="https://hothardware.com/news/intel-details-advanced-10nm-node" TargetMode="External"/><Relationship Id="rId2" Type="http://schemas.openxmlformats.org/officeDocument/2006/relationships/image" Target="../media/image61.png"/><Relationship Id="rId1" Type="http://schemas.openxmlformats.org/officeDocument/2006/relationships/slideLayout" Target="../slideLayouts/slideLayout49.xml"/><Relationship Id="rId6" Type="http://schemas.openxmlformats.org/officeDocument/2006/relationships/hyperlink" Target="http://www.maltiel-consulting.com/Unit-cell_wordline-WL-pitch-Hynix%2044-31nm.jpg" TargetMode="External"/><Relationship Id="rId5" Type="http://schemas.microsoft.com/office/2007/relationships/hdphoto" Target="../media/hdphoto1.wdp"/><Relationship Id="rId4" Type="http://schemas.openxmlformats.org/officeDocument/2006/relationships/image" Target="../media/image62.png"/></Relationships>
</file>

<file path=ppt/slides/_rels/slide3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49.xml"/></Relationships>
</file>

<file path=ppt/slides/_rels/slide3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4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8" name="Rectangle 12">
            <a:extLst>
              <a:ext uri="{FF2B5EF4-FFF2-40B4-BE49-F238E27FC236}">
                <a16:creationId xmlns:a16="http://schemas.microsoft.com/office/drawing/2014/main" id="{603D3CD7-1F14-BC6F-8144-77A9A2929EA1}"/>
              </a:ext>
            </a:extLst>
          </p:cNvPr>
          <p:cNvSpPr>
            <a:spLocks noGrp="1" noChangeArrowheads="1"/>
          </p:cNvSpPr>
          <p:nvPr>
            <p:ph type="ctrTitle"/>
          </p:nvPr>
        </p:nvSpPr>
        <p:spPr/>
        <p:txBody>
          <a:bodyPr/>
          <a:lstStyle/>
          <a:p>
            <a:pPr eaLnBrk="1" hangingPunct="1"/>
            <a:r>
              <a:rPr lang="en-US" altLang="en-US" dirty="0"/>
              <a:t>Ion implantation</a:t>
            </a:r>
          </a:p>
        </p:txBody>
      </p:sp>
      <p:sp>
        <p:nvSpPr>
          <p:cNvPr id="2" name="Subtitle 1">
            <a:extLst>
              <a:ext uri="{FF2B5EF4-FFF2-40B4-BE49-F238E27FC236}">
                <a16:creationId xmlns:a16="http://schemas.microsoft.com/office/drawing/2014/main" id="{CDC19BE7-888C-450A-8D93-7496144FA608}"/>
              </a:ext>
            </a:extLst>
          </p:cNvPr>
          <p:cNvSpPr>
            <a:spLocks noGrp="1"/>
          </p:cNvSpPr>
          <p:nvPr>
            <p:ph type="subTitle" idx="1"/>
          </p:nvPr>
        </p:nvSpPr>
        <p:spPr/>
        <p:txBody>
          <a:bodyPr/>
          <a:lstStyle/>
          <a:p>
            <a:endParaRPr 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3">
            <a:extLst>
              <a:ext uri="{FF2B5EF4-FFF2-40B4-BE49-F238E27FC236}">
                <a16:creationId xmlns:a16="http://schemas.microsoft.com/office/drawing/2014/main" id="{6FD0B601-B510-D8E4-6274-091D2FC47300}"/>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33F630D3-99C3-495D-A6D7-2720CB7225F9}" type="slidenum">
              <a:rPr lang="en-US" altLang="en-US"/>
              <a:pPr>
                <a:lnSpc>
                  <a:spcPct val="100000"/>
                </a:lnSpc>
                <a:spcBef>
                  <a:spcPct val="0"/>
                </a:spcBef>
                <a:buClr>
                  <a:srgbClr val="F68933"/>
                </a:buClr>
                <a:buFontTx/>
                <a:buNone/>
              </a:pPr>
              <a:t>2</a:t>
            </a:fld>
            <a:endParaRPr lang="en-US" altLang="en-US"/>
          </a:p>
        </p:txBody>
      </p:sp>
      <p:sp>
        <p:nvSpPr>
          <p:cNvPr id="11267" name="Rectangle 2">
            <a:extLst>
              <a:ext uri="{FF2B5EF4-FFF2-40B4-BE49-F238E27FC236}">
                <a16:creationId xmlns:a16="http://schemas.microsoft.com/office/drawing/2014/main" id="{D55BDD2D-89AA-F2E3-FFC7-D8AE9E6A42F5}"/>
              </a:ext>
            </a:extLst>
          </p:cNvPr>
          <p:cNvSpPr>
            <a:spLocks noGrp="1" noChangeArrowheads="1"/>
          </p:cNvSpPr>
          <p:nvPr>
            <p:ph type="title"/>
          </p:nvPr>
        </p:nvSpPr>
        <p:spPr/>
        <p:txBody>
          <a:bodyPr/>
          <a:lstStyle/>
          <a:p>
            <a:pPr eaLnBrk="1" hangingPunct="1"/>
            <a:r>
              <a:rPr lang="en-GB" altLang="en-US"/>
              <a:t>Ion Implantation</a:t>
            </a:r>
            <a:endParaRPr lang="en-US" altLang="en-US"/>
          </a:p>
        </p:txBody>
      </p:sp>
      <p:sp>
        <p:nvSpPr>
          <p:cNvPr id="11268" name="Text Box 4">
            <a:extLst>
              <a:ext uri="{FF2B5EF4-FFF2-40B4-BE49-F238E27FC236}">
                <a16:creationId xmlns:a16="http://schemas.microsoft.com/office/drawing/2014/main" id="{D6626F0D-097C-B5DF-C7A1-460B1BAC7BDF}"/>
              </a:ext>
            </a:extLst>
          </p:cNvPr>
          <p:cNvSpPr txBox="1">
            <a:spLocks noChangeArrowheads="1"/>
          </p:cNvSpPr>
          <p:nvPr/>
        </p:nvSpPr>
        <p:spPr bwMode="auto">
          <a:xfrm>
            <a:off x="2090739" y="1814514"/>
            <a:ext cx="7951787" cy="2908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solidFill>
                  <a:schemeClr val="tx2"/>
                </a:solidFill>
              </a:rPr>
              <a:t>Ion implantation is the mainstream doping method in semiconductor industry:</a:t>
            </a:r>
          </a:p>
          <a:p>
            <a:pPr eaLnBrk="1" hangingPunct="1">
              <a:spcBef>
                <a:spcPct val="50000"/>
              </a:spcBef>
              <a:buFont typeface="Times" panose="02020603050405020304" pitchFamily="18" charset="0"/>
              <a:buChar char="•"/>
            </a:pPr>
            <a:r>
              <a:rPr lang="en-GB" altLang="en-US" sz="2000"/>
              <a:t>Precise dose control</a:t>
            </a:r>
          </a:p>
          <a:p>
            <a:pPr eaLnBrk="1" hangingPunct="1">
              <a:spcBef>
                <a:spcPct val="50000"/>
              </a:spcBef>
              <a:buFont typeface="Times" panose="02020603050405020304" pitchFamily="18" charset="0"/>
              <a:buChar char="•"/>
            </a:pPr>
            <a:r>
              <a:rPr lang="en-GB" altLang="en-US" sz="2000"/>
              <a:t>Easier masking</a:t>
            </a:r>
          </a:p>
          <a:p>
            <a:pPr eaLnBrk="1" hangingPunct="1">
              <a:spcBef>
                <a:spcPct val="50000"/>
              </a:spcBef>
              <a:buFont typeface="Times" panose="02020603050405020304" pitchFamily="18" charset="0"/>
              <a:buChar char="•"/>
            </a:pPr>
            <a:r>
              <a:rPr lang="en-GB" altLang="en-US" sz="2000"/>
              <a:t>Large range of doses  (from 10</a:t>
            </a:r>
            <a:r>
              <a:rPr lang="en-GB" altLang="en-US" sz="2000" baseline="30000"/>
              <a:t>11</a:t>
            </a:r>
            <a:r>
              <a:rPr lang="en-GB" altLang="en-US" sz="2000"/>
              <a:t> to 10</a:t>
            </a:r>
            <a:r>
              <a:rPr lang="en-GB" altLang="en-US" sz="2000" baseline="30000"/>
              <a:t>16 </a:t>
            </a:r>
            <a:r>
              <a:rPr lang="en-GB" altLang="en-US" sz="2000"/>
              <a:t>atcm</a:t>
            </a:r>
            <a:r>
              <a:rPr lang="en-GB" altLang="en-US" sz="2000" baseline="30000"/>
              <a:t>-2)</a:t>
            </a:r>
          </a:p>
          <a:p>
            <a:pPr eaLnBrk="1" hangingPunct="1">
              <a:spcBef>
                <a:spcPct val="50000"/>
              </a:spcBef>
              <a:buFont typeface="Times" panose="02020603050405020304" pitchFamily="18" charset="0"/>
              <a:buChar char="•"/>
            </a:pPr>
            <a:r>
              <a:rPr lang="en-GB" altLang="en-US" sz="2000"/>
              <a:t>Accurate depth control</a:t>
            </a:r>
          </a:p>
          <a:p>
            <a:pPr eaLnBrk="1" hangingPunct="1">
              <a:spcBef>
                <a:spcPct val="50000"/>
              </a:spcBef>
              <a:buFont typeface="Times" panose="02020603050405020304" pitchFamily="18" charset="0"/>
              <a:buChar char="•"/>
            </a:pPr>
            <a:endParaRPr lang="en-US" altLang="en-US"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a:extLst>
              <a:ext uri="{FF2B5EF4-FFF2-40B4-BE49-F238E27FC236}">
                <a16:creationId xmlns:a16="http://schemas.microsoft.com/office/drawing/2014/main" id="{A67A24E0-5A8B-39AB-B588-BB8F05438104}"/>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013983BF-B16C-43E5-BF9A-B450834E2DF9}" type="slidenum">
              <a:rPr lang="en-US" altLang="en-US"/>
              <a:pPr>
                <a:lnSpc>
                  <a:spcPct val="100000"/>
                </a:lnSpc>
                <a:spcBef>
                  <a:spcPct val="0"/>
                </a:spcBef>
                <a:buClr>
                  <a:srgbClr val="F68933"/>
                </a:buClr>
                <a:buFontTx/>
                <a:buNone/>
              </a:pPr>
              <a:t>3</a:t>
            </a:fld>
            <a:endParaRPr lang="en-US" altLang="en-US"/>
          </a:p>
        </p:txBody>
      </p:sp>
      <p:sp>
        <p:nvSpPr>
          <p:cNvPr id="13315" name="Rectangle 2">
            <a:extLst>
              <a:ext uri="{FF2B5EF4-FFF2-40B4-BE49-F238E27FC236}">
                <a16:creationId xmlns:a16="http://schemas.microsoft.com/office/drawing/2014/main" id="{F51E34AF-6C3E-ACED-EFAA-A9C1D660E28E}"/>
              </a:ext>
            </a:extLst>
          </p:cNvPr>
          <p:cNvSpPr>
            <a:spLocks noGrp="1" noChangeArrowheads="1"/>
          </p:cNvSpPr>
          <p:nvPr>
            <p:ph type="title"/>
          </p:nvPr>
        </p:nvSpPr>
        <p:spPr/>
        <p:txBody>
          <a:bodyPr/>
          <a:lstStyle/>
          <a:p>
            <a:pPr eaLnBrk="1" hangingPunct="1"/>
            <a:r>
              <a:rPr lang="en-GB" altLang="en-US"/>
              <a:t>Implanters</a:t>
            </a:r>
            <a:endParaRPr lang="en-US" altLang="en-US"/>
          </a:p>
        </p:txBody>
      </p:sp>
      <p:sp>
        <p:nvSpPr>
          <p:cNvPr id="13316" name="Segnaposto numero diapositiva 3">
            <a:extLst>
              <a:ext uri="{FF2B5EF4-FFF2-40B4-BE49-F238E27FC236}">
                <a16:creationId xmlns:a16="http://schemas.microsoft.com/office/drawing/2014/main" id="{1B5C84B7-871E-820B-CDC7-D4EBFB1B38C3}"/>
              </a:ext>
            </a:extLst>
          </p:cNvPr>
          <p:cNvSpPr txBox="1">
            <a:spLocks noGrp="1"/>
          </p:cNvSpPr>
          <p:nvPr/>
        </p:nvSpPr>
        <p:spPr bwMode="gray">
          <a:xfrm>
            <a:off x="10317164" y="6708775"/>
            <a:ext cx="350837" cy="16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0"/>
              </a:spcBef>
              <a:buClrTx/>
              <a:buFontTx/>
              <a:buNone/>
            </a:pPr>
            <a:fld id="{60B9B8BF-A099-4E0D-B900-512313E5BE12}" type="slidenum">
              <a:rPr lang="en-US" altLang="en-US" sz="800">
                <a:solidFill>
                  <a:schemeClr val="bg1"/>
                </a:solidFill>
                <a:latin typeface="Lucida Sans Unicode" panose="020B0602030504020204" pitchFamily="34" charset="0"/>
              </a:rPr>
              <a:pPr algn="ctr">
                <a:lnSpc>
                  <a:spcPct val="100000"/>
                </a:lnSpc>
                <a:spcBef>
                  <a:spcPct val="0"/>
                </a:spcBef>
                <a:buClrTx/>
                <a:buFontTx/>
                <a:buNone/>
              </a:pPr>
              <a:t>3</a:t>
            </a:fld>
            <a:endParaRPr lang="en-US" altLang="en-US" sz="800">
              <a:solidFill>
                <a:schemeClr val="bg1"/>
              </a:solidFill>
              <a:latin typeface="Lucida Sans Unicode" panose="020B0602030504020204" pitchFamily="34" charset="0"/>
            </a:endParaRPr>
          </a:p>
        </p:txBody>
      </p:sp>
      <p:sp>
        <p:nvSpPr>
          <p:cNvPr id="13317" name="Segnaposto piè di pagina 4">
            <a:extLst>
              <a:ext uri="{FF2B5EF4-FFF2-40B4-BE49-F238E27FC236}">
                <a16:creationId xmlns:a16="http://schemas.microsoft.com/office/drawing/2014/main" id="{6F043172-E621-7E95-9CAE-0BF8F775391F}"/>
              </a:ext>
            </a:extLst>
          </p:cNvPr>
          <p:cNvSpPr txBox="1">
            <a:spLocks noGrp="1"/>
          </p:cNvSpPr>
          <p:nvPr/>
        </p:nvSpPr>
        <p:spPr bwMode="gray">
          <a:xfrm>
            <a:off x="4864100" y="6708775"/>
            <a:ext cx="2438400"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0"/>
              </a:spcBef>
              <a:buClrTx/>
              <a:buFontTx/>
              <a:buNone/>
            </a:pPr>
            <a:r>
              <a:rPr lang="en-US" altLang="en-US" sz="800" b="1">
                <a:solidFill>
                  <a:schemeClr val="bg1"/>
                </a:solidFill>
                <a:latin typeface="Lucida Sans Unicode" panose="020B0602030504020204" pitchFamily="34" charset="0"/>
              </a:rPr>
              <a:t>Micron Confidential</a:t>
            </a:r>
          </a:p>
        </p:txBody>
      </p:sp>
      <p:sp>
        <p:nvSpPr>
          <p:cNvPr id="13318" name="Segnaposto data 5">
            <a:extLst>
              <a:ext uri="{FF2B5EF4-FFF2-40B4-BE49-F238E27FC236}">
                <a16:creationId xmlns:a16="http://schemas.microsoft.com/office/drawing/2014/main" id="{BC6F06C6-3A4C-DEFD-3C70-734BCF5B5CE6}"/>
              </a:ext>
            </a:extLst>
          </p:cNvPr>
          <p:cNvSpPr txBox="1">
            <a:spLocks noGrp="1"/>
          </p:cNvSpPr>
          <p:nvPr/>
        </p:nvSpPr>
        <p:spPr bwMode="gray">
          <a:xfrm>
            <a:off x="8166100" y="6708776"/>
            <a:ext cx="2133600" cy="15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0AF831B4-0436-4232-960B-E85AE017C63C}" type="datetime1">
              <a:rPr lang="en-US" altLang="en-US" sz="800">
                <a:solidFill>
                  <a:schemeClr val="bg1"/>
                </a:solidFill>
                <a:latin typeface="Lucida Sans Unicode" panose="020B0602030504020204" pitchFamily="34" charset="0"/>
              </a:rPr>
              <a:pPr>
                <a:lnSpc>
                  <a:spcPct val="100000"/>
                </a:lnSpc>
                <a:spcBef>
                  <a:spcPct val="0"/>
                </a:spcBef>
                <a:buClrTx/>
                <a:buFontTx/>
                <a:buNone/>
              </a:pPr>
              <a:t>2/14/2025</a:t>
            </a:fld>
            <a:endParaRPr lang="en-US" altLang="en-US" sz="800">
              <a:solidFill>
                <a:schemeClr val="bg1"/>
              </a:solidFill>
              <a:latin typeface="Lucida Sans Unicode" panose="020B0602030504020204" pitchFamily="34" charset="0"/>
            </a:endParaRPr>
          </a:p>
        </p:txBody>
      </p:sp>
      <p:sp>
        <p:nvSpPr>
          <p:cNvPr id="13319" name="Rectangle 9">
            <a:extLst>
              <a:ext uri="{FF2B5EF4-FFF2-40B4-BE49-F238E27FC236}">
                <a16:creationId xmlns:a16="http://schemas.microsoft.com/office/drawing/2014/main" id="{0D165665-521D-A293-2CF6-024A7582040A}"/>
              </a:ext>
            </a:extLst>
          </p:cNvPr>
          <p:cNvSpPr>
            <a:spLocks noChangeArrowheads="1"/>
          </p:cNvSpPr>
          <p:nvPr/>
        </p:nvSpPr>
        <p:spPr bwMode="auto">
          <a:xfrm>
            <a:off x="2133600" y="1511300"/>
            <a:ext cx="1219200" cy="762000"/>
          </a:xfrm>
          <a:prstGeom prst="rect">
            <a:avLst/>
          </a:prstGeom>
          <a:solidFill>
            <a:srgbClr val="FF0000"/>
          </a:solidFill>
          <a:ln w="9525">
            <a:miter lim="800000"/>
            <a:headEnd/>
            <a:tailEnd/>
          </a:ln>
          <a:scene3d>
            <a:camera prst="legacyObliqueTopRight">
              <a:rot lat="300000" lon="0" rev="0"/>
            </a:camera>
            <a:lightRig rig="legacyFlat3" dir="b"/>
          </a:scene3d>
          <a:sp3d extrusionH="430200" prstMaterial="legacyMatte">
            <a:bevelT w="13500" h="13500" prst="angle"/>
            <a:bevelB w="13500" h="13500" prst="angle"/>
            <a:extrusionClr>
              <a:srgbClr val="FF6600"/>
            </a:extrusionClr>
            <a:contourClr>
              <a:srgbClr val="FF0000"/>
            </a:contourClr>
          </a:sp3d>
        </p:spPr>
        <p:txBody>
          <a:bodyPr>
            <a:flatTx/>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0"/>
              </a:spcBef>
              <a:buClrTx/>
              <a:buFontTx/>
              <a:buNone/>
            </a:pPr>
            <a:r>
              <a:rPr lang="en-US" altLang="en-US" sz="1200" b="1">
                <a:solidFill>
                  <a:srgbClr val="FFFFFF"/>
                </a:solidFill>
                <a:latin typeface="Tahoma" panose="020B0604030504040204" pitchFamily="34" charset="0"/>
              </a:rPr>
              <a:t>Ion Source</a:t>
            </a:r>
          </a:p>
        </p:txBody>
      </p:sp>
      <p:sp>
        <p:nvSpPr>
          <p:cNvPr id="13320" name="Rectangle 10">
            <a:extLst>
              <a:ext uri="{FF2B5EF4-FFF2-40B4-BE49-F238E27FC236}">
                <a16:creationId xmlns:a16="http://schemas.microsoft.com/office/drawing/2014/main" id="{DEC9EE2B-8ABD-607B-A84D-CC07108904CC}"/>
              </a:ext>
            </a:extLst>
          </p:cNvPr>
          <p:cNvSpPr>
            <a:spLocks noChangeArrowheads="1"/>
          </p:cNvSpPr>
          <p:nvPr/>
        </p:nvSpPr>
        <p:spPr bwMode="auto">
          <a:xfrm>
            <a:off x="2146300" y="2743200"/>
            <a:ext cx="1219200" cy="762000"/>
          </a:xfrm>
          <a:prstGeom prst="rect">
            <a:avLst/>
          </a:prstGeom>
          <a:solidFill>
            <a:srgbClr val="3366FF"/>
          </a:solidFill>
          <a:ln w="9525">
            <a:miter lim="800000"/>
            <a:headEnd/>
            <a:tailEnd/>
          </a:ln>
          <a:scene3d>
            <a:camera prst="legacyObliqueTopRight">
              <a:rot lat="300000" lon="0" rev="0"/>
            </a:camera>
            <a:lightRig rig="legacyFlat3" dir="b"/>
          </a:scene3d>
          <a:sp3d extrusionH="430200" prstMaterial="legacyMatte">
            <a:bevelT w="13500" h="13500" prst="angle"/>
            <a:bevelB w="13500" h="13500" prst="angle"/>
            <a:extrusionClr>
              <a:srgbClr val="0000FF"/>
            </a:extrusionClr>
            <a:contourClr>
              <a:srgbClr val="3366FF"/>
            </a:contourClr>
          </a:sp3d>
        </p:spPr>
        <p:txBody>
          <a:bodyPr>
            <a:flatTx/>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0"/>
              </a:spcBef>
              <a:buClrTx/>
              <a:buFontTx/>
              <a:buNone/>
            </a:pPr>
            <a:r>
              <a:rPr lang="en-US" altLang="en-US" sz="1200" b="1">
                <a:solidFill>
                  <a:srgbClr val="FFFFFF"/>
                </a:solidFill>
                <a:latin typeface="Tahoma" panose="020B0604030504040204" pitchFamily="34" charset="0"/>
              </a:rPr>
              <a:t>Extraction Area</a:t>
            </a:r>
          </a:p>
        </p:txBody>
      </p:sp>
      <p:sp>
        <p:nvSpPr>
          <p:cNvPr id="13321" name="Rectangle 11">
            <a:extLst>
              <a:ext uri="{FF2B5EF4-FFF2-40B4-BE49-F238E27FC236}">
                <a16:creationId xmlns:a16="http://schemas.microsoft.com/office/drawing/2014/main" id="{60B5B4BF-FD83-37B3-EC2E-D68116F05398}"/>
              </a:ext>
            </a:extLst>
          </p:cNvPr>
          <p:cNvSpPr>
            <a:spLocks noChangeArrowheads="1"/>
          </p:cNvSpPr>
          <p:nvPr/>
        </p:nvSpPr>
        <p:spPr bwMode="auto">
          <a:xfrm>
            <a:off x="2159000" y="5676900"/>
            <a:ext cx="1219200" cy="762000"/>
          </a:xfrm>
          <a:prstGeom prst="rect">
            <a:avLst/>
          </a:prstGeom>
          <a:solidFill>
            <a:srgbClr val="00FFFF"/>
          </a:solidFill>
          <a:ln w="9525">
            <a:miter lim="800000"/>
            <a:headEnd/>
            <a:tailEnd/>
          </a:ln>
          <a:scene3d>
            <a:camera prst="legacyObliqueTopRight">
              <a:rot lat="300000" lon="0" rev="0"/>
            </a:camera>
            <a:lightRig rig="legacyFlat3" dir="b"/>
          </a:scene3d>
          <a:sp3d extrusionH="430200" prstMaterial="legacyMatte">
            <a:bevelT w="13500" h="13500" prst="angle"/>
            <a:bevelB w="13500" h="13500" prst="angle"/>
            <a:extrusionClr>
              <a:srgbClr val="00FFFF"/>
            </a:extrusionClr>
            <a:contourClr>
              <a:srgbClr val="00FFFF"/>
            </a:contourClr>
          </a:sp3d>
        </p:spPr>
        <p:txBody>
          <a:bodyPr>
            <a:flatTx/>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0"/>
              </a:spcBef>
              <a:buClrTx/>
              <a:buFontTx/>
              <a:buNone/>
            </a:pPr>
            <a:r>
              <a:rPr lang="en-US" altLang="en-US" sz="1200" b="1">
                <a:solidFill>
                  <a:srgbClr val="FFFFFF"/>
                </a:solidFill>
                <a:latin typeface="Tahoma" panose="020B0604030504040204" pitchFamily="34" charset="0"/>
              </a:rPr>
              <a:t>Focusing System</a:t>
            </a:r>
          </a:p>
        </p:txBody>
      </p:sp>
      <p:sp>
        <p:nvSpPr>
          <p:cNvPr id="13322" name="Line 12">
            <a:extLst>
              <a:ext uri="{FF2B5EF4-FFF2-40B4-BE49-F238E27FC236}">
                <a16:creationId xmlns:a16="http://schemas.microsoft.com/office/drawing/2014/main" id="{7C6CD89D-3E0F-91BB-1270-9B00F6C68FA7}"/>
              </a:ext>
            </a:extLst>
          </p:cNvPr>
          <p:cNvSpPr>
            <a:spLocks noChangeShapeType="1"/>
          </p:cNvSpPr>
          <p:nvPr/>
        </p:nvSpPr>
        <p:spPr bwMode="auto">
          <a:xfrm>
            <a:off x="2743200" y="2286000"/>
            <a:ext cx="1588" cy="254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23" name="Oval 13">
            <a:extLst>
              <a:ext uri="{FF2B5EF4-FFF2-40B4-BE49-F238E27FC236}">
                <a16:creationId xmlns:a16="http://schemas.microsoft.com/office/drawing/2014/main" id="{CEC4AD47-13B9-BF45-83CD-4D50D54820AB}"/>
              </a:ext>
            </a:extLst>
          </p:cNvPr>
          <p:cNvSpPr>
            <a:spLocks noChangeArrowheads="1"/>
          </p:cNvSpPr>
          <p:nvPr/>
        </p:nvSpPr>
        <p:spPr bwMode="auto">
          <a:xfrm>
            <a:off x="2108200" y="3886200"/>
            <a:ext cx="1327150" cy="1193800"/>
          </a:xfrm>
          <a:prstGeom prst="ellipse">
            <a:avLst/>
          </a:prstGeom>
          <a:solidFill>
            <a:srgbClr val="FF0000"/>
          </a:solidFill>
          <a:ln w="9525">
            <a:round/>
            <a:headEnd/>
            <a:tailEnd/>
          </a:ln>
          <a:scene3d>
            <a:camera prst="legacyObliqueTopRight"/>
            <a:lightRig rig="legacyFlat3" dir="b"/>
          </a:scene3d>
          <a:sp3d extrusionH="430200" prstMaterial="legacyMatte">
            <a:bevelT w="13500" h="13500" prst="angle"/>
            <a:bevelB w="13500" h="13500" prst="angle"/>
            <a:extrusionClr>
              <a:srgbClr val="FF0000"/>
            </a:extrusionClr>
            <a:contourClr>
              <a:srgbClr val="FF0000"/>
            </a:contourClr>
          </a:sp3d>
        </p:spPr>
        <p:txBody>
          <a:bodyPr>
            <a:flatTx/>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0"/>
              </a:spcBef>
              <a:buClrTx/>
              <a:buFontTx/>
              <a:buNone/>
            </a:pPr>
            <a:endParaRPr lang="en-US" altLang="en-US" sz="1200" b="1" dirty="0">
              <a:solidFill>
                <a:srgbClr val="FFFFFF"/>
              </a:solidFill>
              <a:latin typeface="Tahoma" panose="020B0604030504040204" pitchFamily="34" charset="0"/>
            </a:endParaRPr>
          </a:p>
          <a:p>
            <a:pPr algn="ctr">
              <a:lnSpc>
                <a:spcPct val="100000"/>
              </a:lnSpc>
              <a:spcBef>
                <a:spcPct val="0"/>
              </a:spcBef>
              <a:buClrTx/>
              <a:buFontTx/>
              <a:buNone/>
            </a:pPr>
            <a:r>
              <a:rPr lang="en-US" altLang="en-US" sz="1200" b="1" dirty="0">
                <a:solidFill>
                  <a:srgbClr val="FFFFFF"/>
                </a:solidFill>
                <a:latin typeface="Tahoma" panose="020B0604030504040204" pitchFamily="34" charset="0"/>
              </a:rPr>
              <a:t>Analyzer</a:t>
            </a:r>
          </a:p>
        </p:txBody>
      </p:sp>
      <p:sp>
        <p:nvSpPr>
          <p:cNvPr id="13324" name="Line 14">
            <a:extLst>
              <a:ext uri="{FF2B5EF4-FFF2-40B4-BE49-F238E27FC236}">
                <a16:creationId xmlns:a16="http://schemas.microsoft.com/office/drawing/2014/main" id="{4A4416B3-E950-9DF6-72A1-58AF54269D33}"/>
              </a:ext>
            </a:extLst>
          </p:cNvPr>
          <p:cNvSpPr>
            <a:spLocks noChangeShapeType="1"/>
          </p:cNvSpPr>
          <p:nvPr/>
        </p:nvSpPr>
        <p:spPr bwMode="auto">
          <a:xfrm>
            <a:off x="2755900" y="3505200"/>
            <a:ext cx="1588" cy="254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25" name="Rectangle 15">
            <a:extLst>
              <a:ext uri="{FF2B5EF4-FFF2-40B4-BE49-F238E27FC236}">
                <a16:creationId xmlns:a16="http://schemas.microsoft.com/office/drawing/2014/main" id="{B704FC52-14CE-8FDA-2306-70961097952D}"/>
              </a:ext>
            </a:extLst>
          </p:cNvPr>
          <p:cNvSpPr>
            <a:spLocks noChangeArrowheads="1"/>
          </p:cNvSpPr>
          <p:nvPr/>
        </p:nvSpPr>
        <p:spPr bwMode="auto">
          <a:xfrm>
            <a:off x="4178300" y="5664200"/>
            <a:ext cx="1219200" cy="762000"/>
          </a:xfrm>
          <a:prstGeom prst="rect">
            <a:avLst/>
          </a:prstGeom>
          <a:solidFill>
            <a:srgbClr val="FF0000"/>
          </a:solidFill>
          <a:ln w="9525">
            <a:miter lim="800000"/>
            <a:headEnd/>
            <a:tailEnd/>
          </a:ln>
          <a:scene3d>
            <a:camera prst="legacyObliqueTopRight">
              <a:rot lat="300000" lon="0" rev="0"/>
            </a:camera>
            <a:lightRig rig="legacyFlat3" dir="b"/>
          </a:scene3d>
          <a:sp3d extrusionH="430200" prstMaterial="legacyMatte">
            <a:bevelT w="13500" h="13500" prst="angle"/>
            <a:bevelB w="13500" h="13500" prst="angle"/>
            <a:extrusionClr>
              <a:srgbClr val="FF6600"/>
            </a:extrusionClr>
            <a:contourClr>
              <a:srgbClr val="FF0000"/>
            </a:contourClr>
          </a:sp3d>
        </p:spPr>
        <p:txBody>
          <a:bodyPr>
            <a:flatTx/>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0"/>
              </a:spcBef>
              <a:buClrTx/>
              <a:buFontTx/>
              <a:buNone/>
            </a:pPr>
            <a:r>
              <a:rPr lang="en-US" altLang="en-US" sz="1200" b="1">
                <a:solidFill>
                  <a:srgbClr val="FFFFFF"/>
                </a:solidFill>
                <a:latin typeface="Tahoma" panose="020B0604030504040204" pitchFamily="34" charset="0"/>
              </a:rPr>
              <a:t>Acceleration Column</a:t>
            </a:r>
          </a:p>
          <a:p>
            <a:pPr>
              <a:lnSpc>
                <a:spcPct val="100000"/>
              </a:lnSpc>
              <a:spcBef>
                <a:spcPct val="0"/>
              </a:spcBef>
              <a:buClrTx/>
              <a:buFontTx/>
              <a:buNone/>
            </a:pPr>
            <a:endParaRPr lang="en-US" altLang="en-US" sz="1200">
              <a:solidFill>
                <a:schemeClr val="tx1"/>
              </a:solidFill>
              <a:latin typeface="Times New Roman" panose="02020603050405020304" pitchFamily="18" charset="0"/>
            </a:endParaRPr>
          </a:p>
        </p:txBody>
      </p:sp>
      <p:sp>
        <p:nvSpPr>
          <p:cNvPr id="13326" name="Rectangle 16">
            <a:extLst>
              <a:ext uri="{FF2B5EF4-FFF2-40B4-BE49-F238E27FC236}">
                <a16:creationId xmlns:a16="http://schemas.microsoft.com/office/drawing/2014/main" id="{78DEC298-4653-A8F3-BE16-0B9345E3B6A4}"/>
              </a:ext>
            </a:extLst>
          </p:cNvPr>
          <p:cNvSpPr>
            <a:spLocks noChangeArrowheads="1"/>
          </p:cNvSpPr>
          <p:nvPr/>
        </p:nvSpPr>
        <p:spPr bwMode="auto">
          <a:xfrm>
            <a:off x="8267700" y="5664200"/>
            <a:ext cx="1219200" cy="762000"/>
          </a:xfrm>
          <a:prstGeom prst="rect">
            <a:avLst/>
          </a:prstGeom>
          <a:solidFill>
            <a:srgbClr val="339966"/>
          </a:solidFill>
          <a:ln w="9525">
            <a:miter lim="800000"/>
            <a:headEnd/>
            <a:tailEnd/>
          </a:ln>
          <a:scene3d>
            <a:camera prst="legacyObliqueTopRight">
              <a:rot lat="300000" lon="0" rev="0"/>
            </a:camera>
            <a:lightRig rig="legacyFlat3" dir="b"/>
          </a:scene3d>
          <a:sp3d extrusionH="430200" prstMaterial="legacyMatte">
            <a:bevelT w="13500" h="13500" prst="angle"/>
            <a:bevelB w="13500" h="13500" prst="angle"/>
            <a:extrusionClr>
              <a:srgbClr val="339966"/>
            </a:extrusionClr>
            <a:contourClr>
              <a:srgbClr val="339966"/>
            </a:contourClr>
          </a:sp3d>
        </p:spPr>
        <p:txBody>
          <a:bodyPr>
            <a:flatTx/>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0"/>
              </a:spcBef>
              <a:buClrTx/>
              <a:buFontTx/>
              <a:buNone/>
            </a:pPr>
            <a:r>
              <a:rPr lang="en-US" altLang="en-US" sz="1200" b="1">
                <a:solidFill>
                  <a:srgbClr val="FFFFFF"/>
                </a:solidFill>
                <a:latin typeface="Tahoma" panose="020B0604030504040204" pitchFamily="34" charset="0"/>
              </a:rPr>
              <a:t>Process Chamber</a:t>
            </a:r>
          </a:p>
          <a:p>
            <a:pPr>
              <a:lnSpc>
                <a:spcPct val="100000"/>
              </a:lnSpc>
              <a:spcBef>
                <a:spcPct val="0"/>
              </a:spcBef>
              <a:buClrTx/>
              <a:buFontTx/>
              <a:buNone/>
            </a:pPr>
            <a:endParaRPr lang="en-US" altLang="en-US" sz="1200">
              <a:solidFill>
                <a:schemeClr val="tx1"/>
              </a:solidFill>
              <a:latin typeface="Times New Roman" panose="02020603050405020304" pitchFamily="18" charset="0"/>
            </a:endParaRPr>
          </a:p>
        </p:txBody>
      </p:sp>
      <p:sp>
        <p:nvSpPr>
          <p:cNvPr id="13327" name="Line 20">
            <a:extLst>
              <a:ext uri="{FF2B5EF4-FFF2-40B4-BE49-F238E27FC236}">
                <a16:creationId xmlns:a16="http://schemas.microsoft.com/office/drawing/2014/main" id="{5A4E6545-EBED-3DC4-B55B-71E9F6535653}"/>
              </a:ext>
            </a:extLst>
          </p:cNvPr>
          <p:cNvSpPr>
            <a:spLocks noChangeShapeType="1"/>
          </p:cNvSpPr>
          <p:nvPr/>
        </p:nvSpPr>
        <p:spPr bwMode="auto">
          <a:xfrm flipV="1">
            <a:off x="3467100" y="5981700"/>
            <a:ext cx="6731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28" name="Line 23">
            <a:extLst>
              <a:ext uri="{FF2B5EF4-FFF2-40B4-BE49-F238E27FC236}">
                <a16:creationId xmlns:a16="http://schemas.microsoft.com/office/drawing/2014/main" id="{7CE2A02F-A32F-0518-46C3-AB026F66FAEA}"/>
              </a:ext>
            </a:extLst>
          </p:cNvPr>
          <p:cNvSpPr>
            <a:spLocks noChangeShapeType="1"/>
          </p:cNvSpPr>
          <p:nvPr/>
        </p:nvSpPr>
        <p:spPr bwMode="auto">
          <a:xfrm>
            <a:off x="2768600" y="5118100"/>
            <a:ext cx="1588" cy="3937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29" name="Line 25">
            <a:extLst>
              <a:ext uri="{FF2B5EF4-FFF2-40B4-BE49-F238E27FC236}">
                <a16:creationId xmlns:a16="http://schemas.microsoft.com/office/drawing/2014/main" id="{18C94EB3-7452-FAD9-5AC9-D72C72E67842}"/>
              </a:ext>
            </a:extLst>
          </p:cNvPr>
          <p:cNvSpPr>
            <a:spLocks noChangeShapeType="1"/>
          </p:cNvSpPr>
          <p:nvPr/>
        </p:nvSpPr>
        <p:spPr bwMode="auto">
          <a:xfrm flipV="1">
            <a:off x="5549900" y="5994400"/>
            <a:ext cx="6731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30" name="Line 37">
            <a:extLst>
              <a:ext uri="{FF2B5EF4-FFF2-40B4-BE49-F238E27FC236}">
                <a16:creationId xmlns:a16="http://schemas.microsoft.com/office/drawing/2014/main" id="{D6D9850F-EBA1-6F90-9CAD-EBC87F91D82B}"/>
              </a:ext>
            </a:extLst>
          </p:cNvPr>
          <p:cNvSpPr>
            <a:spLocks noChangeShapeType="1"/>
          </p:cNvSpPr>
          <p:nvPr/>
        </p:nvSpPr>
        <p:spPr bwMode="auto">
          <a:xfrm flipV="1">
            <a:off x="7569200" y="6007100"/>
            <a:ext cx="6731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31" name="Rectangle 38">
            <a:extLst>
              <a:ext uri="{FF2B5EF4-FFF2-40B4-BE49-F238E27FC236}">
                <a16:creationId xmlns:a16="http://schemas.microsoft.com/office/drawing/2014/main" id="{A62F40E9-0884-FE45-F5A5-3573FA5D0EBA}"/>
              </a:ext>
            </a:extLst>
          </p:cNvPr>
          <p:cNvSpPr>
            <a:spLocks noChangeArrowheads="1"/>
          </p:cNvSpPr>
          <p:nvPr/>
        </p:nvSpPr>
        <p:spPr bwMode="auto">
          <a:xfrm>
            <a:off x="6248400" y="5664200"/>
            <a:ext cx="1219200" cy="762000"/>
          </a:xfrm>
          <a:prstGeom prst="rect">
            <a:avLst/>
          </a:prstGeom>
          <a:solidFill>
            <a:srgbClr val="FF0000"/>
          </a:solidFill>
          <a:ln w="9525">
            <a:miter lim="800000"/>
            <a:headEnd/>
            <a:tailEnd/>
          </a:ln>
          <a:scene3d>
            <a:camera prst="legacyObliqueTopRight">
              <a:rot lat="300000" lon="0" rev="0"/>
            </a:camera>
            <a:lightRig rig="legacyFlat3" dir="b"/>
          </a:scene3d>
          <a:sp3d extrusionH="430200" prstMaterial="legacyMatte">
            <a:bevelT w="13500" h="13500" prst="angle"/>
            <a:bevelB w="13500" h="13500" prst="angle"/>
            <a:extrusionClr>
              <a:srgbClr val="FF6600"/>
            </a:extrusionClr>
            <a:contourClr>
              <a:srgbClr val="FF0000"/>
            </a:contourClr>
          </a:sp3d>
        </p:spPr>
        <p:txBody>
          <a:bodyPr>
            <a:flatTx/>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gn="ctr">
              <a:lnSpc>
                <a:spcPct val="100000"/>
              </a:lnSpc>
              <a:spcBef>
                <a:spcPct val="0"/>
              </a:spcBef>
              <a:buClrTx/>
              <a:buFontTx/>
              <a:buNone/>
            </a:pPr>
            <a:r>
              <a:rPr lang="en-US" altLang="en-US" sz="1200" b="1">
                <a:solidFill>
                  <a:srgbClr val="FFFFFF"/>
                </a:solidFill>
                <a:latin typeface="Tahoma" panose="020B0604030504040204" pitchFamily="34" charset="0"/>
              </a:rPr>
              <a:t>Dose computing</a:t>
            </a:r>
          </a:p>
          <a:p>
            <a:pPr>
              <a:lnSpc>
                <a:spcPct val="100000"/>
              </a:lnSpc>
              <a:spcBef>
                <a:spcPct val="0"/>
              </a:spcBef>
              <a:buClrTx/>
              <a:buFontTx/>
              <a:buNone/>
            </a:pPr>
            <a:endParaRPr lang="en-US" altLang="en-US" sz="1200">
              <a:solidFill>
                <a:schemeClr val="tx1"/>
              </a:solidFill>
              <a:latin typeface="Times New Roman" panose="02020603050405020304" pitchFamily="18" charset="0"/>
            </a:endParaRPr>
          </a:p>
        </p:txBody>
      </p:sp>
      <p:pic>
        <p:nvPicPr>
          <p:cNvPr id="13332" name="Picture 34">
            <a:extLst>
              <a:ext uri="{FF2B5EF4-FFF2-40B4-BE49-F238E27FC236}">
                <a16:creationId xmlns:a16="http://schemas.microsoft.com/office/drawing/2014/main" id="{9AB0932F-0A2A-6DD0-C558-4FF01EC5B2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4413" y="1031876"/>
            <a:ext cx="4057650" cy="42767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a:extLst>
              <a:ext uri="{FF2B5EF4-FFF2-40B4-BE49-F238E27FC236}">
                <a16:creationId xmlns:a16="http://schemas.microsoft.com/office/drawing/2014/main" id="{400CA3D6-9938-3C96-D55B-7F8422F1AE74}"/>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2869DCB9-EDBB-484A-B248-27792B897A30}" type="slidenum">
              <a:rPr lang="en-US" altLang="en-US"/>
              <a:pPr>
                <a:lnSpc>
                  <a:spcPct val="100000"/>
                </a:lnSpc>
                <a:spcBef>
                  <a:spcPct val="0"/>
                </a:spcBef>
                <a:buClr>
                  <a:srgbClr val="F68933"/>
                </a:buClr>
                <a:buFontTx/>
                <a:buNone/>
              </a:pPr>
              <a:t>4</a:t>
            </a:fld>
            <a:endParaRPr lang="en-US" altLang="en-US"/>
          </a:p>
        </p:txBody>
      </p:sp>
      <p:sp>
        <p:nvSpPr>
          <p:cNvPr id="15363" name="Rectangle 2">
            <a:extLst>
              <a:ext uri="{FF2B5EF4-FFF2-40B4-BE49-F238E27FC236}">
                <a16:creationId xmlns:a16="http://schemas.microsoft.com/office/drawing/2014/main" id="{D4A31D8C-7D75-E4AA-3073-DC3B8503EF8C}"/>
              </a:ext>
            </a:extLst>
          </p:cNvPr>
          <p:cNvSpPr>
            <a:spLocks noGrp="1" noChangeArrowheads="1"/>
          </p:cNvSpPr>
          <p:nvPr>
            <p:ph type="title"/>
          </p:nvPr>
        </p:nvSpPr>
        <p:spPr/>
        <p:txBody>
          <a:bodyPr/>
          <a:lstStyle/>
          <a:p>
            <a:pPr eaLnBrk="1" hangingPunct="1"/>
            <a:r>
              <a:rPr lang="en-GB" altLang="en-US"/>
              <a:t>Implanters: ion source and extractor</a:t>
            </a:r>
            <a:endParaRPr lang="en-US" altLang="en-US"/>
          </a:p>
        </p:txBody>
      </p:sp>
      <p:sp>
        <p:nvSpPr>
          <p:cNvPr id="15364" name="Text Box 5">
            <a:extLst>
              <a:ext uri="{FF2B5EF4-FFF2-40B4-BE49-F238E27FC236}">
                <a16:creationId xmlns:a16="http://schemas.microsoft.com/office/drawing/2014/main" id="{6D118333-F7B1-3BED-5B63-223C2DC48BE2}"/>
              </a:ext>
            </a:extLst>
          </p:cNvPr>
          <p:cNvSpPr txBox="1">
            <a:spLocks noChangeArrowheads="1"/>
          </p:cNvSpPr>
          <p:nvPr/>
        </p:nvSpPr>
        <p:spPr bwMode="auto">
          <a:xfrm>
            <a:off x="1524001" y="1509713"/>
            <a:ext cx="4378325" cy="508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a:t>A vaporized solid sample or gases are used as sources</a:t>
            </a:r>
          </a:p>
          <a:p>
            <a:pPr eaLnBrk="1" hangingPunct="1">
              <a:spcBef>
                <a:spcPct val="50000"/>
              </a:spcBef>
              <a:buFont typeface="Times" panose="02020603050405020304" pitchFamily="18" charset="0"/>
              <a:buChar char="•"/>
            </a:pPr>
            <a:r>
              <a:rPr lang="en-GB" altLang="en-US"/>
              <a:t>Gases are ionized by energetic electrons coming from a an arc discharge.</a:t>
            </a:r>
          </a:p>
          <a:p>
            <a:pPr lvl="1" eaLnBrk="1" hangingPunct="1">
              <a:spcBef>
                <a:spcPct val="50000"/>
              </a:spcBef>
              <a:buFont typeface="Times" panose="02020603050405020304" pitchFamily="18" charset="0"/>
              <a:buChar char="•"/>
            </a:pPr>
            <a:r>
              <a:rPr lang="en-GB" altLang="en-US"/>
              <a:t> Filament at large negative potential with respect to an anode plate</a:t>
            </a:r>
          </a:p>
          <a:p>
            <a:pPr lvl="1" eaLnBrk="1" hangingPunct="1">
              <a:spcBef>
                <a:spcPct val="50000"/>
              </a:spcBef>
              <a:buFont typeface="Times" panose="02020603050405020304" pitchFamily="18" charset="0"/>
              <a:buChar char="•"/>
            </a:pPr>
            <a:r>
              <a:rPr lang="en-GB" altLang="en-US"/>
              <a:t> A magnetic field is added so that electrons have helicoidal trajectories, to increase ionization probability</a:t>
            </a:r>
          </a:p>
          <a:p>
            <a:pPr lvl="1" eaLnBrk="1" hangingPunct="1">
              <a:spcBef>
                <a:spcPct val="50000"/>
              </a:spcBef>
              <a:buFont typeface="Times" panose="02020603050405020304" pitchFamily="18" charset="0"/>
              <a:buChar char="•"/>
            </a:pPr>
            <a:r>
              <a:rPr lang="en-GB" altLang="en-US"/>
              <a:t> Exit side is biased to a large negative potential with respect to the filament</a:t>
            </a:r>
          </a:p>
          <a:p>
            <a:pPr lvl="1" eaLnBrk="1" hangingPunct="1">
              <a:spcBef>
                <a:spcPct val="50000"/>
              </a:spcBef>
              <a:buFont typeface="Times" panose="02020603050405020304" pitchFamily="18" charset="0"/>
              <a:buChar char="•"/>
            </a:pPr>
            <a:r>
              <a:rPr lang="en-GB" altLang="en-US"/>
              <a:t> An exit slit “shapes” the ion beam</a:t>
            </a:r>
          </a:p>
          <a:p>
            <a:pPr lvl="1" eaLnBrk="1" hangingPunct="1">
              <a:spcBef>
                <a:spcPct val="50000"/>
              </a:spcBef>
              <a:buFont typeface="Times" panose="02020603050405020304" pitchFamily="18" charset="0"/>
              <a:buChar char="•"/>
            </a:pPr>
            <a:endParaRPr lang="en-US" altLang="en-US"/>
          </a:p>
        </p:txBody>
      </p:sp>
      <p:pic>
        <p:nvPicPr>
          <p:cNvPr id="15365" name="Picture 6">
            <a:extLst>
              <a:ext uri="{FF2B5EF4-FFF2-40B4-BE49-F238E27FC236}">
                <a16:creationId xmlns:a16="http://schemas.microsoft.com/office/drawing/2014/main" id="{B6C12962-72AB-A8C0-9B56-508A6FC189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3863" y="1325564"/>
            <a:ext cx="3702050" cy="36655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6" name="Picture 7">
            <a:extLst>
              <a:ext uri="{FF2B5EF4-FFF2-40B4-BE49-F238E27FC236}">
                <a16:creationId xmlns:a16="http://schemas.microsoft.com/office/drawing/2014/main" id="{4291121C-124F-C342-47BE-9898F155BA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2326" y="4278314"/>
            <a:ext cx="2970213" cy="2058987"/>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a:extLst>
              <a:ext uri="{FF2B5EF4-FFF2-40B4-BE49-F238E27FC236}">
                <a16:creationId xmlns:a16="http://schemas.microsoft.com/office/drawing/2014/main" id="{3A79E272-712E-CA98-0D05-FF2C9A8733F1}"/>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87543103-FF4A-4DC2-B831-C9C61C2EA1E7}" type="slidenum">
              <a:rPr lang="en-US" altLang="en-US"/>
              <a:pPr>
                <a:lnSpc>
                  <a:spcPct val="100000"/>
                </a:lnSpc>
                <a:spcBef>
                  <a:spcPct val="0"/>
                </a:spcBef>
                <a:buClr>
                  <a:srgbClr val="F68933"/>
                </a:buClr>
                <a:buFontTx/>
                <a:buNone/>
              </a:pPr>
              <a:t>5</a:t>
            </a:fld>
            <a:endParaRPr lang="en-US" altLang="en-US"/>
          </a:p>
        </p:txBody>
      </p:sp>
      <p:sp>
        <p:nvSpPr>
          <p:cNvPr id="17411" name="Rectangle 2">
            <a:extLst>
              <a:ext uri="{FF2B5EF4-FFF2-40B4-BE49-F238E27FC236}">
                <a16:creationId xmlns:a16="http://schemas.microsoft.com/office/drawing/2014/main" id="{2F778783-4CA5-51D2-A08E-2B85A0CC1EBF}"/>
              </a:ext>
            </a:extLst>
          </p:cNvPr>
          <p:cNvSpPr>
            <a:spLocks noGrp="1" noChangeArrowheads="1"/>
          </p:cNvSpPr>
          <p:nvPr>
            <p:ph type="title"/>
          </p:nvPr>
        </p:nvSpPr>
        <p:spPr/>
        <p:txBody>
          <a:bodyPr/>
          <a:lstStyle/>
          <a:p>
            <a:pPr eaLnBrk="1" hangingPunct="1"/>
            <a:r>
              <a:rPr lang="en-GB" altLang="en-US"/>
              <a:t>Implanters: analyzer</a:t>
            </a:r>
            <a:endParaRPr lang="en-US" altLang="en-US"/>
          </a:p>
        </p:txBody>
      </p:sp>
      <p:pic>
        <p:nvPicPr>
          <p:cNvPr id="17412" name="Picture 5">
            <a:extLst>
              <a:ext uri="{FF2B5EF4-FFF2-40B4-BE49-F238E27FC236}">
                <a16:creationId xmlns:a16="http://schemas.microsoft.com/office/drawing/2014/main" id="{3D0F9BD1-E309-341E-A040-41817F7436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473200"/>
            <a:ext cx="3792538" cy="309880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7413" name="Text Box 5">
            <a:extLst>
              <a:ext uri="{FF2B5EF4-FFF2-40B4-BE49-F238E27FC236}">
                <a16:creationId xmlns:a16="http://schemas.microsoft.com/office/drawing/2014/main" id="{61C39251-0506-C919-F93F-C396631C45F7}"/>
              </a:ext>
            </a:extLst>
          </p:cNvPr>
          <p:cNvSpPr txBox="1">
            <a:spLocks noChangeArrowheads="1"/>
          </p:cNvSpPr>
          <p:nvPr/>
        </p:nvSpPr>
        <p:spPr bwMode="auto">
          <a:xfrm>
            <a:off x="5902326" y="1393825"/>
            <a:ext cx="4765675" cy="2154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Correct ions extracted from the source chamber are now selected:</a:t>
            </a:r>
          </a:p>
          <a:p>
            <a:pPr eaLnBrk="1" hangingPunct="1">
              <a:spcBef>
                <a:spcPct val="50000"/>
              </a:spcBef>
              <a:buFont typeface="Times" panose="02020603050405020304" pitchFamily="18" charset="0"/>
              <a:buChar char="•"/>
            </a:pPr>
            <a:r>
              <a:rPr lang="en-GB" altLang="en-US" sz="2000"/>
              <a:t>In the analyzer chamber, a magnetic filed B is kept perpendicular to the beam</a:t>
            </a:r>
          </a:p>
          <a:p>
            <a:pPr lvl="1" eaLnBrk="1" hangingPunct="1">
              <a:spcBef>
                <a:spcPct val="50000"/>
              </a:spcBef>
              <a:buFont typeface="Times" panose="02020603050405020304" pitchFamily="18" charset="0"/>
              <a:buChar char="•"/>
            </a:pPr>
            <a:r>
              <a:rPr lang="en-GB" altLang="en-US" sz="2000"/>
              <a:t>Then:</a:t>
            </a:r>
            <a:endParaRPr lang="en-US" altLang="en-US" sz="2000"/>
          </a:p>
        </p:txBody>
      </p:sp>
      <p:graphicFrame>
        <p:nvGraphicFramePr>
          <p:cNvPr id="17414" name="Object 6">
            <a:extLst>
              <a:ext uri="{FF2B5EF4-FFF2-40B4-BE49-F238E27FC236}">
                <a16:creationId xmlns:a16="http://schemas.microsoft.com/office/drawing/2014/main" id="{68952206-689A-8608-BB40-9279473DC48B}"/>
              </a:ext>
            </a:extLst>
          </p:cNvPr>
          <p:cNvGraphicFramePr>
            <a:graphicFrameLocks noChangeAspect="1"/>
          </p:cNvGraphicFramePr>
          <p:nvPr/>
        </p:nvGraphicFramePr>
        <p:xfrm>
          <a:off x="7699376" y="3089275"/>
          <a:ext cx="2257425" cy="2084388"/>
        </p:xfrm>
        <a:graphic>
          <a:graphicData uri="http://schemas.openxmlformats.org/presentationml/2006/ole">
            <mc:AlternateContent xmlns:mc="http://schemas.openxmlformats.org/markup-compatibility/2006">
              <mc:Choice xmlns:v="urn:schemas-microsoft-com:vml" Requires="v">
                <p:oleObj name="Equation" r:id="rId4" imgW="1498600" imgH="1384300" progId="Equation.3">
                  <p:embed/>
                </p:oleObj>
              </mc:Choice>
              <mc:Fallback>
                <p:oleObj name="Equation" r:id="rId4" imgW="1498600" imgH="1384300" progId="Equation.3">
                  <p:embed/>
                  <p:pic>
                    <p:nvPicPr>
                      <p:cNvPr id="17414" name="Object 6">
                        <a:extLst>
                          <a:ext uri="{FF2B5EF4-FFF2-40B4-BE49-F238E27FC236}">
                            <a16:creationId xmlns:a16="http://schemas.microsoft.com/office/drawing/2014/main" id="{68952206-689A-8608-BB40-9279473DC4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99376" y="3089275"/>
                        <a:ext cx="2257425" cy="2084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5" name="Text Box 7">
            <a:extLst>
              <a:ext uri="{FF2B5EF4-FFF2-40B4-BE49-F238E27FC236}">
                <a16:creationId xmlns:a16="http://schemas.microsoft.com/office/drawing/2014/main" id="{408C69EE-7CAD-9018-31D6-65ABE537D957}"/>
              </a:ext>
            </a:extLst>
          </p:cNvPr>
          <p:cNvSpPr txBox="1">
            <a:spLocks noChangeArrowheads="1"/>
          </p:cNvSpPr>
          <p:nvPr/>
        </p:nvSpPr>
        <p:spPr bwMode="auto">
          <a:xfrm>
            <a:off x="5702301" y="5427664"/>
            <a:ext cx="4765675"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b="1">
                <a:solidFill>
                  <a:schemeClr val="tx2"/>
                </a:solidFill>
              </a:rPr>
              <a:t>Different ion mass( to charge ratios ) can be selected by tuning B</a:t>
            </a:r>
            <a:endParaRPr lang="en-US" altLang="en-US" b="1">
              <a:solidFill>
                <a:schemeClr val="tx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3">
            <a:extLst>
              <a:ext uri="{FF2B5EF4-FFF2-40B4-BE49-F238E27FC236}">
                <a16:creationId xmlns:a16="http://schemas.microsoft.com/office/drawing/2014/main" id="{5A7B4C1E-F654-FF90-C821-9403CDA33A2C}"/>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C13134B6-65DE-452C-98BB-220279F08C55}" type="slidenum">
              <a:rPr lang="en-US" altLang="en-US"/>
              <a:pPr>
                <a:lnSpc>
                  <a:spcPct val="100000"/>
                </a:lnSpc>
                <a:spcBef>
                  <a:spcPct val="0"/>
                </a:spcBef>
                <a:buClr>
                  <a:srgbClr val="F68933"/>
                </a:buClr>
                <a:buFontTx/>
                <a:buNone/>
              </a:pPr>
              <a:t>6</a:t>
            </a:fld>
            <a:endParaRPr lang="en-US" altLang="en-US"/>
          </a:p>
        </p:txBody>
      </p:sp>
      <p:sp>
        <p:nvSpPr>
          <p:cNvPr id="19459" name="Rectangle 2">
            <a:extLst>
              <a:ext uri="{FF2B5EF4-FFF2-40B4-BE49-F238E27FC236}">
                <a16:creationId xmlns:a16="http://schemas.microsoft.com/office/drawing/2014/main" id="{CC63A485-647E-AC2A-3E8B-E39DAE3AD4CA}"/>
              </a:ext>
            </a:extLst>
          </p:cNvPr>
          <p:cNvSpPr>
            <a:spLocks noGrp="1" noChangeArrowheads="1"/>
          </p:cNvSpPr>
          <p:nvPr>
            <p:ph type="title"/>
          </p:nvPr>
        </p:nvSpPr>
        <p:spPr>
          <a:xfrm>
            <a:off x="1700214" y="260350"/>
            <a:ext cx="8402637" cy="1143000"/>
          </a:xfrm>
        </p:spPr>
        <p:txBody>
          <a:bodyPr/>
          <a:lstStyle/>
          <a:p>
            <a:pPr eaLnBrk="1" hangingPunct="1"/>
            <a:r>
              <a:rPr lang="en-GB" altLang="en-US"/>
              <a:t>Implanters: acceleration, dosimetry and process chamber</a:t>
            </a:r>
            <a:endParaRPr lang="en-US" altLang="en-US"/>
          </a:p>
        </p:txBody>
      </p:sp>
      <p:sp>
        <p:nvSpPr>
          <p:cNvPr id="19460" name="Text Box 5">
            <a:extLst>
              <a:ext uri="{FF2B5EF4-FFF2-40B4-BE49-F238E27FC236}">
                <a16:creationId xmlns:a16="http://schemas.microsoft.com/office/drawing/2014/main" id="{56C77923-4C47-DB65-3F22-F4AC9D7C0E27}"/>
              </a:ext>
            </a:extLst>
          </p:cNvPr>
          <p:cNvSpPr txBox="1">
            <a:spLocks noChangeArrowheads="1"/>
          </p:cNvSpPr>
          <p:nvPr/>
        </p:nvSpPr>
        <p:spPr bwMode="auto">
          <a:xfrm>
            <a:off x="6367463" y="1465264"/>
            <a:ext cx="3473450" cy="471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a:t>Selected ions are accelerated (if needed) by a linear accelerator</a:t>
            </a:r>
          </a:p>
          <a:p>
            <a:pPr eaLnBrk="1" hangingPunct="1">
              <a:spcBef>
                <a:spcPct val="50000"/>
              </a:spcBef>
              <a:buFont typeface="Times" panose="02020603050405020304" pitchFamily="18" charset="0"/>
              <a:buChar char="•"/>
            </a:pPr>
            <a:r>
              <a:rPr lang="en-GB" altLang="en-US"/>
              <a:t>An electrostatic deviation filters the beam form neutrals ( usually ions that absorbed a thermal electron) </a:t>
            </a:r>
          </a:p>
          <a:p>
            <a:pPr eaLnBrk="1" hangingPunct="1">
              <a:spcBef>
                <a:spcPct val="50000"/>
              </a:spcBef>
              <a:buFont typeface="Times" panose="02020603050405020304" pitchFamily="18" charset="0"/>
              <a:buChar char="•"/>
            </a:pPr>
            <a:r>
              <a:rPr lang="en-GB" altLang="en-US"/>
              <a:t>The beam can be rastered on the wafer by electrostatic deflection plates, or the wafer itself is moved mechanically (see picture).</a:t>
            </a:r>
          </a:p>
          <a:p>
            <a:pPr eaLnBrk="1" hangingPunct="1">
              <a:spcBef>
                <a:spcPct val="50000"/>
              </a:spcBef>
              <a:buFont typeface="Times" panose="02020603050405020304" pitchFamily="18" charset="0"/>
              <a:buChar char="•"/>
            </a:pPr>
            <a:r>
              <a:rPr lang="en-GB" altLang="en-US"/>
              <a:t>The wafer is placed in a “Faraday cup” </a:t>
            </a:r>
            <a:r>
              <a:rPr lang="en-GB" altLang="en-US">
                <a:sym typeface="Wingdings" panose="05000000000000000000" pitchFamily="2" charset="2"/>
              </a:rPr>
              <a:t> all the charge is collected and a current is measured.</a:t>
            </a:r>
            <a:endParaRPr lang="en-US" altLang="en-US"/>
          </a:p>
        </p:txBody>
      </p:sp>
      <p:pic>
        <p:nvPicPr>
          <p:cNvPr id="19461" name="Picture 6">
            <a:extLst>
              <a:ext uri="{FF2B5EF4-FFF2-40B4-BE49-F238E27FC236}">
                <a16:creationId xmlns:a16="http://schemas.microsoft.com/office/drawing/2014/main" id="{676CB7DD-021F-812C-F402-3B622FB497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9430" r="5469" b="1424"/>
          <a:stretch>
            <a:fillRect/>
          </a:stretch>
        </p:blipFill>
        <p:spPr bwMode="auto">
          <a:xfrm>
            <a:off x="2773363" y="3711575"/>
            <a:ext cx="2705100" cy="24701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9462" name="Object 7">
            <a:extLst>
              <a:ext uri="{FF2B5EF4-FFF2-40B4-BE49-F238E27FC236}">
                <a16:creationId xmlns:a16="http://schemas.microsoft.com/office/drawing/2014/main" id="{F3CD841B-0DFD-F5DE-F318-EAA9040AC663}"/>
              </a:ext>
            </a:extLst>
          </p:cNvPr>
          <p:cNvGraphicFramePr>
            <a:graphicFrameLocks noChangeAspect="1"/>
          </p:cNvGraphicFramePr>
          <p:nvPr/>
        </p:nvGraphicFramePr>
        <p:xfrm>
          <a:off x="1524001" y="1604964"/>
          <a:ext cx="5032375" cy="2581275"/>
        </p:xfrm>
        <a:graphic>
          <a:graphicData uri="http://schemas.openxmlformats.org/presentationml/2006/ole">
            <mc:AlternateContent xmlns:mc="http://schemas.openxmlformats.org/markup-compatibility/2006">
              <mc:Choice xmlns:v="urn:schemas-microsoft-com:vml" Requires="v">
                <p:oleObj name="Document" r:id="rId4" imgW="5346192" imgH="2743200" progId="Word.Document.8">
                  <p:embed/>
                </p:oleObj>
              </mc:Choice>
              <mc:Fallback>
                <p:oleObj name="Document" r:id="rId4" imgW="5346192" imgH="2743200" progId="Word.Document.8">
                  <p:embed/>
                  <p:pic>
                    <p:nvPicPr>
                      <p:cNvPr id="19462" name="Object 7">
                        <a:extLst>
                          <a:ext uri="{FF2B5EF4-FFF2-40B4-BE49-F238E27FC236}">
                            <a16:creationId xmlns:a16="http://schemas.microsoft.com/office/drawing/2014/main" id="{F3CD841B-0DFD-F5DE-F318-EAA9040AC6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1" y="1604964"/>
                        <a:ext cx="5032375" cy="2581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a:extLst>
              <a:ext uri="{FF2B5EF4-FFF2-40B4-BE49-F238E27FC236}">
                <a16:creationId xmlns:a16="http://schemas.microsoft.com/office/drawing/2014/main" id="{909A5309-D0D4-FEB9-0216-76CD521F695F}"/>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A10F893B-9E45-4533-A982-ACBCA56D4345}" type="slidenum">
              <a:rPr lang="en-US" altLang="en-US"/>
              <a:pPr>
                <a:lnSpc>
                  <a:spcPct val="100000"/>
                </a:lnSpc>
                <a:spcBef>
                  <a:spcPct val="0"/>
                </a:spcBef>
                <a:buClr>
                  <a:srgbClr val="F68933"/>
                </a:buClr>
                <a:buFontTx/>
                <a:buNone/>
              </a:pPr>
              <a:t>7</a:t>
            </a:fld>
            <a:endParaRPr lang="en-US" altLang="en-US"/>
          </a:p>
        </p:txBody>
      </p:sp>
      <p:sp>
        <p:nvSpPr>
          <p:cNvPr id="21507" name="Rectangle 2">
            <a:extLst>
              <a:ext uri="{FF2B5EF4-FFF2-40B4-BE49-F238E27FC236}">
                <a16:creationId xmlns:a16="http://schemas.microsoft.com/office/drawing/2014/main" id="{1226073B-260B-8A0D-46FE-B3C153B6F0C3}"/>
              </a:ext>
            </a:extLst>
          </p:cNvPr>
          <p:cNvSpPr>
            <a:spLocks noGrp="1" noChangeArrowheads="1"/>
          </p:cNvSpPr>
          <p:nvPr>
            <p:ph type="title"/>
          </p:nvPr>
        </p:nvSpPr>
        <p:spPr/>
        <p:txBody>
          <a:bodyPr/>
          <a:lstStyle/>
          <a:p>
            <a:pPr eaLnBrk="1" hangingPunct="1"/>
            <a:r>
              <a:rPr lang="en-GB" altLang="en-US"/>
              <a:t>Ion beam heating</a:t>
            </a:r>
            <a:endParaRPr lang="en-US" altLang="en-US"/>
          </a:p>
        </p:txBody>
      </p:sp>
      <p:sp>
        <p:nvSpPr>
          <p:cNvPr id="21508" name="Rectangle 3">
            <a:extLst>
              <a:ext uri="{FF2B5EF4-FFF2-40B4-BE49-F238E27FC236}">
                <a16:creationId xmlns:a16="http://schemas.microsoft.com/office/drawing/2014/main" id="{637DF87A-7AD6-DE0F-0E9E-FCED489CEC9E}"/>
              </a:ext>
            </a:extLst>
          </p:cNvPr>
          <p:cNvSpPr>
            <a:spLocks noGrp="1" noChangeArrowheads="1"/>
          </p:cNvSpPr>
          <p:nvPr>
            <p:ph type="body" idx="1"/>
          </p:nvPr>
        </p:nvSpPr>
        <p:spPr/>
        <p:txBody>
          <a:bodyPr/>
          <a:lstStyle/>
          <a:p>
            <a:pPr eaLnBrk="1" hangingPunct="1"/>
            <a:r>
              <a:rPr lang="en-GB" altLang="en-US"/>
              <a:t>Ion implantation raises temperature in Si (and in masking material)</a:t>
            </a:r>
            <a:endParaRPr lang="en-US" altLang="en-US"/>
          </a:p>
        </p:txBody>
      </p:sp>
      <p:graphicFrame>
        <p:nvGraphicFramePr>
          <p:cNvPr id="21509" name="Object 4">
            <a:extLst>
              <a:ext uri="{FF2B5EF4-FFF2-40B4-BE49-F238E27FC236}">
                <a16:creationId xmlns:a16="http://schemas.microsoft.com/office/drawing/2014/main" id="{A1315370-44D7-3D34-6E77-D522C059C888}"/>
              </a:ext>
            </a:extLst>
          </p:cNvPr>
          <p:cNvGraphicFramePr>
            <a:graphicFrameLocks noChangeAspect="1"/>
          </p:cNvGraphicFramePr>
          <p:nvPr/>
        </p:nvGraphicFramePr>
        <p:xfrm>
          <a:off x="3429000" y="2503489"/>
          <a:ext cx="4368800" cy="555625"/>
        </p:xfrm>
        <a:graphic>
          <a:graphicData uri="http://schemas.openxmlformats.org/presentationml/2006/ole">
            <mc:AlternateContent xmlns:mc="http://schemas.openxmlformats.org/markup-compatibility/2006">
              <mc:Choice xmlns:v="urn:schemas-microsoft-com:vml" Requires="v">
                <p:oleObj name="Equation" r:id="rId3" imgW="2197100" imgH="279400" progId="Equation.3">
                  <p:embed/>
                </p:oleObj>
              </mc:Choice>
              <mc:Fallback>
                <p:oleObj name="Equation" r:id="rId3" imgW="2197100" imgH="279400" progId="Equation.3">
                  <p:embed/>
                  <p:pic>
                    <p:nvPicPr>
                      <p:cNvPr id="21509" name="Object 4">
                        <a:extLst>
                          <a:ext uri="{FF2B5EF4-FFF2-40B4-BE49-F238E27FC236}">
                            <a16:creationId xmlns:a16="http://schemas.microsoft.com/office/drawing/2014/main" id="{A1315370-44D7-3D34-6E77-D522C059C8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2503489"/>
                        <a:ext cx="43688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0" name="Text Box 5">
            <a:extLst>
              <a:ext uri="{FF2B5EF4-FFF2-40B4-BE49-F238E27FC236}">
                <a16:creationId xmlns:a16="http://schemas.microsoft.com/office/drawing/2014/main" id="{D1A87FC7-6BB1-4CB8-98C7-EDE46741947F}"/>
              </a:ext>
            </a:extLst>
          </p:cNvPr>
          <p:cNvSpPr txBox="1">
            <a:spLocks noChangeArrowheads="1"/>
          </p:cNvSpPr>
          <p:nvPr/>
        </p:nvSpPr>
        <p:spPr bwMode="auto">
          <a:xfrm>
            <a:off x="2185989" y="4094163"/>
            <a:ext cx="7431087"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For a dose of 5E15, at 60 KeV, 20kJ can be deposited on a 200mm wafer.</a:t>
            </a:r>
            <a:endParaRPr lang="en-US" altLang="en-US" sz="2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45C1C-8ED7-982C-304D-4323428AF641}"/>
            </a:ext>
          </a:extLst>
        </p:cNvPr>
        <p:cNvGrpSpPr/>
        <p:nvPr/>
      </p:nvGrpSpPr>
      <p:grpSpPr>
        <a:xfrm>
          <a:off x="0" y="0"/>
          <a:ext cx="0" cy="0"/>
          <a:chOff x="0" y="0"/>
          <a:chExt cx="0" cy="0"/>
        </a:xfrm>
      </p:grpSpPr>
      <p:sp>
        <p:nvSpPr>
          <p:cNvPr id="35842" name="Slide Number Placeholder 3">
            <a:extLst>
              <a:ext uri="{FF2B5EF4-FFF2-40B4-BE49-F238E27FC236}">
                <a16:creationId xmlns:a16="http://schemas.microsoft.com/office/drawing/2014/main" id="{E3A470F9-E220-2A2E-F917-D7C21B5E4FC3}"/>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60F21DFB-1B7A-4812-9F2C-6F06CF990A83}" type="slidenum">
              <a:rPr lang="en-US" altLang="en-US"/>
              <a:pPr>
                <a:lnSpc>
                  <a:spcPct val="100000"/>
                </a:lnSpc>
                <a:spcBef>
                  <a:spcPct val="0"/>
                </a:spcBef>
                <a:buClr>
                  <a:srgbClr val="F68933"/>
                </a:buClr>
                <a:buFontTx/>
                <a:buNone/>
              </a:pPr>
              <a:t>8</a:t>
            </a:fld>
            <a:endParaRPr lang="en-US" altLang="en-US"/>
          </a:p>
        </p:txBody>
      </p:sp>
      <p:sp>
        <p:nvSpPr>
          <p:cNvPr id="35843" name="Rectangle 2">
            <a:extLst>
              <a:ext uri="{FF2B5EF4-FFF2-40B4-BE49-F238E27FC236}">
                <a16:creationId xmlns:a16="http://schemas.microsoft.com/office/drawing/2014/main" id="{C9F6863A-284E-013F-2AE7-D5F90E2BDAAE}"/>
              </a:ext>
            </a:extLst>
          </p:cNvPr>
          <p:cNvSpPr>
            <a:spLocks noGrp="1" noChangeArrowheads="1"/>
          </p:cNvSpPr>
          <p:nvPr>
            <p:ph type="title"/>
          </p:nvPr>
        </p:nvSpPr>
        <p:spPr/>
        <p:txBody>
          <a:bodyPr/>
          <a:lstStyle/>
          <a:p>
            <a:pPr eaLnBrk="1" hangingPunct="1"/>
            <a:r>
              <a:rPr lang="en-GB" altLang="en-US"/>
              <a:t>Stopping mechanisms</a:t>
            </a:r>
            <a:endParaRPr lang="en-US" altLang="en-US"/>
          </a:p>
        </p:txBody>
      </p:sp>
      <p:sp>
        <p:nvSpPr>
          <p:cNvPr id="35844" name="Rectangle 3">
            <a:extLst>
              <a:ext uri="{FF2B5EF4-FFF2-40B4-BE49-F238E27FC236}">
                <a16:creationId xmlns:a16="http://schemas.microsoft.com/office/drawing/2014/main" id="{42526666-4B92-CF9F-AB45-BE32FD03F972}"/>
              </a:ext>
            </a:extLst>
          </p:cNvPr>
          <p:cNvSpPr>
            <a:spLocks noGrp="1" noChangeArrowheads="1"/>
          </p:cNvSpPr>
          <p:nvPr>
            <p:ph type="body" idx="1"/>
          </p:nvPr>
        </p:nvSpPr>
        <p:spPr/>
        <p:txBody>
          <a:bodyPr/>
          <a:lstStyle/>
          <a:p>
            <a:pPr eaLnBrk="1" hangingPunct="1"/>
            <a:r>
              <a:rPr lang="en-GB" altLang="en-US"/>
              <a:t>The ion trajectory in silicon is deterministically known:</a:t>
            </a:r>
          </a:p>
          <a:p>
            <a:pPr lvl="1" eaLnBrk="1" hangingPunct="1"/>
            <a:r>
              <a:rPr lang="en-GB" altLang="en-US"/>
              <a:t>The ion scatters from target atoms ( two body collision)</a:t>
            </a:r>
          </a:p>
          <a:p>
            <a:pPr lvl="1" eaLnBrk="1" hangingPunct="1"/>
            <a:r>
              <a:rPr lang="en-GB" altLang="en-US"/>
              <a:t>It’s dragged by electrons</a:t>
            </a:r>
            <a:endParaRPr lang="en-US" altLang="en-US"/>
          </a:p>
        </p:txBody>
      </p:sp>
      <p:graphicFrame>
        <p:nvGraphicFramePr>
          <p:cNvPr id="35845" name="Object 4">
            <a:extLst>
              <a:ext uri="{FF2B5EF4-FFF2-40B4-BE49-F238E27FC236}">
                <a16:creationId xmlns:a16="http://schemas.microsoft.com/office/drawing/2014/main" id="{CD3C6160-491E-1729-7D57-2FCAEAE4A83E}"/>
              </a:ext>
            </a:extLst>
          </p:cNvPr>
          <p:cNvGraphicFramePr>
            <a:graphicFrameLocks noChangeAspect="1"/>
          </p:cNvGraphicFramePr>
          <p:nvPr/>
        </p:nvGraphicFramePr>
        <p:xfrm>
          <a:off x="2447926" y="3429001"/>
          <a:ext cx="3802063" cy="1679575"/>
        </p:xfrm>
        <a:graphic>
          <a:graphicData uri="http://schemas.openxmlformats.org/presentationml/2006/ole">
            <mc:AlternateContent xmlns:mc="http://schemas.openxmlformats.org/markup-compatibility/2006">
              <mc:Choice xmlns:v="urn:schemas-microsoft-com:vml" Requires="v">
                <p:oleObj name="Equation" r:id="rId3" imgW="2070100" imgH="914400" progId="Equation.3">
                  <p:embed/>
                </p:oleObj>
              </mc:Choice>
              <mc:Fallback>
                <p:oleObj name="Equation" r:id="rId3" imgW="2070100" imgH="914400" progId="Equation.3">
                  <p:embed/>
                  <p:pic>
                    <p:nvPicPr>
                      <p:cNvPr id="35845" name="Object 4">
                        <a:extLst>
                          <a:ext uri="{FF2B5EF4-FFF2-40B4-BE49-F238E27FC236}">
                            <a16:creationId xmlns:a16="http://schemas.microsoft.com/office/drawing/2014/main" id="{CD3C6160-491E-1729-7D57-2FCAEAE4A8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7926" y="3429001"/>
                        <a:ext cx="3802063" cy="167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46" name="Oval 6">
            <a:extLst>
              <a:ext uri="{FF2B5EF4-FFF2-40B4-BE49-F238E27FC236}">
                <a16:creationId xmlns:a16="http://schemas.microsoft.com/office/drawing/2014/main" id="{81366B97-532A-9DD6-EF56-710D6C5A4353}"/>
              </a:ext>
            </a:extLst>
          </p:cNvPr>
          <p:cNvSpPr>
            <a:spLocks noChangeArrowheads="1"/>
          </p:cNvSpPr>
          <p:nvPr/>
        </p:nvSpPr>
        <p:spPr bwMode="auto">
          <a:xfrm>
            <a:off x="3309938" y="3429001"/>
            <a:ext cx="260350" cy="779463"/>
          </a:xfrm>
          <a:prstGeom prst="ellipse">
            <a:avLst/>
          </a:prstGeom>
          <a:noFill/>
          <a:ln w="12700" algn="ctr">
            <a:solidFill>
              <a:srgbClr val="646464"/>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35847" name="Line 7">
            <a:extLst>
              <a:ext uri="{FF2B5EF4-FFF2-40B4-BE49-F238E27FC236}">
                <a16:creationId xmlns:a16="http://schemas.microsoft.com/office/drawing/2014/main" id="{DE3F46AB-C02A-FDA2-FB46-AAE8E4BA4392}"/>
              </a:ext>
            </a:extLst>
          </p:cNvPr>
          <p:cNvSpPr>
            <a:spLocks noChangeShapeType="1"/>
          </p:cNvSpPr>
          <p:nvPr/>
        </p:nvSpPr>
        <p:spPr bwMode="auto">
          <a:xfrm flipV="1">
            <a:off x="3470276" y="3149600"/>
            <a:ext cx="493713" cy="279400"/>
          </a:xfrm>
          <a:prstGeom prst="line">
            <a:avLst/>
          </a:prstGeom>
          <a:noFill/>
          <a:ln w="12700">
            <a:solidFill>
              <a:srgbClr val="646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35848" name="Text Box 8">
            <a:extLst>
              <a:ext uri="{FF2B5EF4-FFF2-40B4-BE49-F238E27FC236}">
                <a16:creationId xmlns:a16="http://schemas.microsoft.com/office/drawing/2014/main" id="{498E404C-D9A2-04E6-7628-14EBB7BDC527}"/>
              </a:ext>
            </a:extLst>
          </p:cNvPr>
          <p:cNvSpPr txBox="1">
            <a:spLocks noChangeArrowheads="1"/>
          </p:cNvSpPr>
          <p:nvPr/>
        </p:nvSpPr>
        <p:spPr bwMode="auto">
          <a:xfrm>
            <a:off x="3948113" y="3048000"/>
            <a:ext cx="2336800" cy="336550"/>
          </a:xfrm>
          <a:prstGeom prst="rect">
            <a:avLst/>
          </a:prstGeom>
          <a:noFill/>
          <a:ln w="12700" algn="ctr">
            <a:solidFill>
              <a:srgbClr val="9A9F8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Target atom density </a:t>
            </a:r>
            <a:endParaRPr lang="en-US" altLang="en-US" sz="1600"/>
          </a:p>
        </p:txBody>
      </p:sp>
      <p:sp>
        <p:nvSpPr>
          <p:cNvPr id="35849" name="Oval 9">
            <a:extLst>
              <a:ext uri="{FF2B5EF4-FFF2-40B4-BE49-F238E27FC236}">
                <a16:creationId xmlns:a16="http://schemas.microsoft.com/office/drawing/2014/main" id="{D953D6C8-C089-7E85-C579-9D4DE7ACB501}"/>
              </a:ext>
            </a:extLst>
          </p:cNvPr>
          <p:cNvSpPr>
            <a:spLocks noChangeArrowheads="1"/>
          </p:cNvSpPr>
          <p:nvPr/>
        </p:nvSpPr>
        <p:spPr bwMode="auto">
          <a:xfrm>
            <a:off x="3584576" y="3429000"/>
            <a:ext cx="798513" cy="750888"/>
          </a:xfrm>
          <a:prstGeom prst="ellipse">
            <a:avLst/>
          </a:prstGeom>
          <a:noFill/>
          <a:ln w="12700" algn="ctr">
            <a:solidFill>
              <a:srgbClr val="646464"/>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35850" name="Line 10">
            <a:extLst>
              <a:ext uri="{FF2B5EF4-FFF2-40B4-BE49-F238E27FC236}">
                <a16:creationId xmlns:a16="http://schemas.microsoft.com/office/drawing/2014/main" id="{A13C5B8A-2F32-C9B1-4043-D84108BD4369}"/>
              </a:ext>
            </a:extLst>
          </p:cNvPr>
          <p:cNvSpPr>
            <a:spLocks noChangeShapeType="1"/>
          </p:cNvSpPr>
          <p:nvPr/>
        </p:nvSpPr>
        <p:spPr bwMode="auto">
          <a:xfrm>
            <a:off x="4224338" y="4092576"/>
            <a:ext cx="2946400" cy="30163"/>
          </a:xfrm>
          <a:prstGeom prst="line">
            <a:avLst/>
          </a:prstGeom>
          <a:noFill/>
          <a:ln w="12700">
            <a:solidFill>
              <a:srgbClr val="646464"/>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35851" name="Text Box 11">
            <a:extLst>
              <a:ext uri="{FF2B5EF4-FFF2-40B4-BE49-F238E27FC236}">
                <a16:creationId xmlns:a16="http://schemas.microsoft.com/office/drawing/2014/main" id="{4F112352-FA1F-A795-0274-DB6BADA837BD}"/>
              </a:ext>
            </a:extLst>
          </p:cNvPr>
          <p:cNvSpPr txBox="1">
            <a:spLocks noChangeArrowheads="1"/>
          </p:cNvSpPr>
          <p:nvPr/>
        </p:nvSpPr>
        <p:spPr bwMode="auto">
          <a:xfrm>
            <a:off x="7177088" y="3927475"/>
            <a:ext cx="2336800" cy="336550"/>
          </a:xfrm>
          <a:prstGeom prst="rect">
            <a:avLst/>
          </a:prstGeom>
          <a:noFill/>
          <a:ln w="12700" algn="ctr">
            <a:solidFill>
              <a:srgbClr val="9A9F8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Nuclear stopping power</a:t>
            </a:r>
            <a:endParaRPr lang="en-US" altLang="en-US" sz="1600"/>
          </a:p>
        </p:txBody>
      </p:sp>
      <p:sp>
        <p:nvSpPr>
          <p:cNvPr id="35852" name="Oval 12">
            <a:extLst>
              <a:ext uri="{FF2B5EF4-FFF2-40B4-BE49-F238E27FC236}">
                <a16:creationId xmlns:a16="http://schemas.microsoft.com/office/drawing/2014/main" id="{8FFB8381-8232-E6C0-77D8-CD7F9A9AF9A9}"/>
              </a:ext>
            </a:extLst>
          </p:cNvPr>
          <p:cNvSpPr>
            <a:spLocks noChangeArrowheads="1"/>
          </p:cNvSpPr>
          <p:nvPr/>
        </p:nvSpPr>
        <p:spPr bwMode="auto">
          <a:xfrm>
            <a:off x="4549775" y="3471863"/>
            <a:ext cx="711200" cy="620712"/>
          </a:xfrm>
          <a:prstGeom prst="ellipse">
            <a:avLst/>
          </a:prstGeom>
          <a:noFill/>
          <a:ln w="12700" algn="ctr">
            <a:solidFill>
              <a:srgbClr val="646464"/>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35853" name="Line 13">
            <a:extLst>
              <a:ext uri="{FF2B5EF4-FFF2-40B4-BE49-F238E27FC236}">
                <a16:creationId xmlns:a16="http://schemas.microsoft.com/office/drawing/2014/main" id="{C4337E95-F08B-ED4C-37A3-E209AEA6AFF2}"/>
              </a:ext>
            </a:extLst>
          </p:cNvPr>
          <p:cNvSpPr>
            <a:spLocks noChangeShapeType="1"/>
          </p:cNvSpPr>
          <p:nvPr/>
        </p:nvSpPr>
        <p:spPr bwMode="auto">
          <a:xfrm>
            <a:off x="5102225" y="3543301"/>
            <a:ext cx="2946400" cy="30163"/>
          </a:xfrm>
          <a:prstGeom prst="line">
            <a:avLst/>
          </a:prstGeom>
          <a:noFill/>
          <a:ln w="12700">
            <a:solidFill>
              <a:srgbClr val="646464"/>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35854" name="Text Box 14">
            <a:extLst>
              <a:ext uri="{FF2B5EF4-FFF2-40B4-BE49-F238E27FC236}">
                <a16:creationId xmlns:a16="http://schemas.microsoft.com/office/drawing/2014/main" id="{3393E178-5771-D447-7782-0660F641D7E9}"/>
              </a:ext>
            </a:extLst>
          </p:cNvPr>
          <p:cNvSpPr txBox="1">
            <a:spLocks noChangeArrowheads="1"/>
          </p:cNvSpPr>
          <p:nvPr/>
        </p:nvSpPr>
        <p:spPr bwMode="auto">
          <a:xfrm>
            <a:off x="8054976" y="3429000"/>
            <a:ext cx="2613025" cy="336550"/>
          </a:xfrm>
          <a:prstGeom prst="rect">
            <a:avLst/>
          </a:prstGeom>
          <a:noFill/>
          <a:ln w="12700" algn="ctr">
            <a:solidFill>
              <a:srgbClr val="9A9F8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Electronic stopping power</a:t>
            </a:r>
            <a:endParaRPr lang="en-US" altLang="en-US" sz="1600"/>
          </a:p>
        </p:txBody>
      </p:sp>
    </p:spTree>
    <p:extLst>
      <p:ext uri="{BB962C8B-B14F-4D97-AF65-F5344CB8AC3E}">
        <p14:creationId xmlns:p14="http://schemas.microsoft.com/office/powerpoint/2010/main" val="3082046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F06A9-B329-EE47-968F-E95FC7E9A831}"/>
            </a:ext>
          </a:extLst>
        </p:cNvPr>
        <p:cNvGrpSpPr/>
        <p:nvPr/>
      </p:nvGrpSpPr>
      <p:grpSpPr>
        <a:xfrm>
          <a:off x="0" y="0"/>
          <a:ext cx="0" cy="0"/>
          <a:chOff x="0" y="0"/>
          <a:chExt cx="0" cy="0"/>
        </a:xfrm>
      </p:grpSpPr>
      <p:sp>
        <p:nvSpPr>
          <p:cNvPr id="37890" name="Slide Number Placeholder 3">
            <a:extLst>
              <a:ext uri="{FF2B5EF4-FFF2-40B4-BE49-F238E27FC236}">
                <a16:creationId xmlns:a16="http://schemas.microsoft.com/office/drawing/2014/main" id="{589A3999-7845-175A-671B-34E3F9D752E8}"/>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E094A3B0-F7C9-4361-BC12-A00D20598936}" type="slidenum">
              <a:rPr lang="en-US" altLang="en-US"/>
              <a:pPr>
                <a:lnSpc>
                  <a:spcPct val="100000"/>
                </a:lnSpc>
                <a:spcBef>
                  <a:spcPct val="0"/>
                </a:spcBef>
                <a:buClr>
                  <a:srgbClr val="F68933"/>
                </a:buClr>
                <a:buFontTx/>
                <a:buNone/>
              </a:pPr>
              <a:t>9</a:t>
            </a:fld>
            <a:endParaRPr lang="en-US" altLang="en-US"/>
          </a:p>
        </p:txBody>
      </p:sp>
      <p:sp>
        <p:nvSpPr>
          <p:cNvPr id="37891" name="Rectangle 2">
            <a:extLst>
              <a:ext uri="{FF2B5EF4-FFF2-40B4-BE49-F238E27FC236}">
                <a16:creationId xmlns:a16="http://schemas.microsoft.com/office/drawing/2014/main" id="{7A81B1A5-B5FE-6230-EC2C-BE5B2A28DFC9}"/>
              </a:ext>
            </a:extLst>
          </p:cNvPr>
          <p:cNvSpPr>
            <a:spLocks noGrp="1" noChangeArrowheads="1"/>
          </p:cNvSpPr>
          <p:nvPr>
            <p:ph type="title"/>
          </p:nvPr>
        </p:nvSpPr>
        <p:spPr/>
        <p:txBody>
          <a:bodyPr/>
          <a:lstStyle/>
          <a:p>
            <a:pPr eaLnBrk="1" hangingPunct="1"/>
            <a:r>
              <a:rPr lang="en-GB" altLang="en-US"/>
              <a:t>Nuclear stopping</a:t>
            </a:r>
            <a:endParaRPr lang="en-US" altLang="en-US"/>
          </a:p>
        </p:txBody>
      </p:sp>
      <p:pic>
        <p:nvPicPr>
          <p:cNvPr id="37892" name="Picture 4">
            <a:extLst>
              <a:ext uri="{FF2B5EF4-FFF2-40B4-BE49-F238E27FC236}">
                <a16:creationId xmlns:a16="http://schemas.microsoft.com/office/drawing/2014/main" id="{6083B46C-B042-7A21-A703-2BAECE833E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6725" y="1177609"/>
            <a:ext cx="4165600" cy="501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893" name="Rectangle 5">
            <a:extLst>
              <a:ext uri="{FF2B5EF4-FFF2-40B4-BE49-F238E27FC236}">
                <a16:creationId xmlns:a16="http://schemas.microsoft.com/office/drawing/2014/main" id="{781E33E7-517D-657E-2074-2B0AA7E47218}"/>
              </a:ext>
            </a:extLst>
          </p:cNvPr>
          <p:cNvSpPr>
            <a:spLocks noChangeArrowheads="1"/>
          </p:cNvSpPr>
          <p:nvPr/>
        </p:nvSpPr>
        <p:spPr bwMode="auto">
          <a:xfrm>
            <a:off x="5532439" y="1112839"/>
            <a:ext cx="369887" cy="1050925"/>
          </a:xfrm>
          <a:prstGeom prst="rect">
            <a:avLst/>
          </a:prstGeom>
          <a:solidFill>
            <a:schemeClr val="bg1"/>
          </a:solidFill>
          <a:ln>
            <a:noFill/>
          </a:ln>
          <a:effectLst/>
          <a:extLs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37894" name="Text Box 6">
            <a:extLst>
              <a:ext uri="{FF2B5EF4-FFF2-40B4-BE49-F238E27FC236}">
                <a16:creationId xmlns:a16="http://schemas.microsoft.com/office/drawing/2014/main" id="{310BA61C-7780-0C44-EE7A-8EA66178EA99}"/>
              </a:ext>
            </a:extLst>
          </p:cNvPr>
          <p:cNvSpPr txBox="1">
            <a:spLocks noChangeArrowheads="1"/>
          </p:cNvSpPr>
          <p:nvPr/>
        </p:nvSpPr>
        <p:spPr bwMode="auto">
          <a:xfrm>
            <a:off x="5902326" y="1306513"/>
            <a:ext cx="4765675" cy="881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a:t>Can be modelled as a Coulomb scattering, with a potential modified to account for electrons shielding:</a:t>
            </a:r>
            <a:endParaRPr lang="en-US" altLang="en-US"/>
          </a:p>
        </p:txBody>
      </p:sp>
      <p:graphicFrame>
        <p:nvGraphicFramePr>
          <p:cNvPr id="37895" name="Object 7">
            <a:extLst>
              <a:ext uri="{FF2B5EF4-FFF2-40B4-BE49-F238E27FC236}">
                <a16:creationId xmlns:a16="http://schemas.microsoft.com/office/drawing/2014/main" id="{A0EC88FD-F6AE-FDBA-B53B-FBF3C80BCD51}"/>
              </a:ext>
            </a:extLst>
          </p:cNvPr>
          <p:cNvGraphicFramePr>
            <a:graphicFrameLocks noChangeAspect="1"/>
          </p:cNvGraphicFramePr>
          <p:nvPr/>
        </p:nvGraphicFramePr>
        <p:xfrm>
          <a:off x="6700839" y="2276476"/>
          <a:ext cx="2886075" cy="898525"/>
        </p:xfrm>
        <a:graphic>
          <a:graphicData uri="http://schemas.openxmlformats.org/presentationml/2006/ole">
            <mc:AlternateContent xmlns:mc="http://schemas.openxmlformats.org/markup-compatibility/2006">
              <mc:Choice xmlns:v="urn:schemas-microsoft-com:vml" Requires="v">
                <p:oleObj name="Equation" r:id="rId4" imgW="1346200" imgH="419100" progId="Equation.3">
                  <p:embed/>
                </p:oleObj>
              </mc:Choice>
              <mc:Fallback>
                <p:oleObj name="Equation" r:id="rId4" imgW="1346200" imgH="419100" progId="Equation.3">
                  <p:embed/>
                  <p:pic>
                    <p:nvPicPr>
                      <p:cNvPr id="37895" name="Object 7">
                        <a:extLst>
                          <a:ext uri="{FF2B5EF4-FFF2-40B4-BE49-F238E27FC236}">
                            <a16:creationId xmlns:a16="http://schemas.microsoft.com/office/drawing/2014/main" id="{A0EC88FD-F6AE-FDBA-B53B-FBF3C80BCD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00839" y="2276476"/>
                        <a:ext cx="2886075"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6" name="Object 8">
            <a:extLst>
              <a:ext uri="{FF2B5EF4-FFF2-40B4-BE49-F238E27FC236}">
                <a16:creationId xmlns:a16="http://schemas.microsoft.com/office/drawing/2014/main" id="{92F3D4F4-8D99-885B-F03E-15BF5D26ACC6}"/>
              </a:ext>
            </a:extLst>
          </p:cNvPr>
          <p:cNvGraphicFramePr>
            <a:graphicFrameLocks noChangeAspect="1"/>
          </p:cNvGraphicFramePr>
          <p:nvPr/>
        </p:nvGraphicFramePr>
        <p:xfrm>
          <a:off x="6399214" y="3646489"/>
          <a:ext cx="2249487" cy="1468437"/>
        </p:xfrm>
        <a:graphic>
          <a:graphicData uri="http://schemas.openxmlformats.org/presentationml/2006/ole">
            <mc:AlternateContent xmlns:mc="http://schemas.openxmlformats.org/markup-compatibility/2006">
              <mc:Choice xmlns:v="urn:schemas-microsoft-com:vml" Requires="v">
                <p:oleObj name="Equation" r:id="rId6" imgW="1866900" imgH="1219200" progId="Equation.DSMT4">
                  <p:embed/>
                </p:oleObj>
              </mc:Choice>
              <mc:Fallback>
                <p:oleObj name="Equation" r:id="rId6" imgW="1866900" imgH="1219200" progId="Equation.DSMT4">
                  <p:embed/>
                  <p:pic>
                    <p:nvPicPr>
                      <p:cNvPr id="37896" name="Object 8">
                        <a:extLst>
                          <a:ext uri="{FF2B5EF4-FFF2-40B4-BE49-F238E27FC236}">
                            <a16:creationId xmlns:a16="http://schemas.microsoft.com/office/drawing/2014/main" id="{92F3D4F4-8D99-885B-F03E-15BF5D26ACC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99214" y="3646489"/>
                        <a:ext cx="2249487" cy="1468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897" name="Text Box 9">
            <a:extLst>
              <a:ext uri="{FF2B5EF4-FFF2-40B4-BE49-F238E27FC236}">
                <a16:creationId xmlns:a16="http://schemas.microsoft.com/office/drawing/2014/main" id="{6BC6CE53-AA38-4402-FC26-907808AEAB60}"/>
              </a:ext>
            </a:extLst>
          </p:cNvPr>
          <p:cNvSpPr txBox="1">
            <a:spLocks noChangeArrowheads="1"/>
          </p:cNvSpPr>
          <p:nvPr/>
        </p:nvSpPr>
        <p:spPr bwMode="auto">
          <a:xfrm>
            <a:off x="6019800" y="5216525"/>
            <a:ext cx="4648200" cy="909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sz="1600"/>
              <a:t>S</a:t>
            </a:r>
            <a:r>
              <a:rPr lang="en-GB" altLang="en-US" sz="1600" baseline="-25000"/>
              <a:t>n</a:t>
            </a:r>
            <a:r>
              <a:rPr lang="en-GB" altLang="en-US" sz="1600"/>
              <a:t>(E) is small at high energies</a:t>
            </a:r>
          </a:p>
          <a:p>
            <a:pPr eaLnBrk="1" hangingPunct="1">
              <a:spcBef>
                <a:spcPct val="50000"/>
              </a:spcBef>
              <a:buFont typeface="Times" panose="02020603050405020304" pitchFamily="18" charset="0"/>
              <a:buChar char="•"/>
            </a:pPr>
            <a:r>
              <a:rPr lang="en-GB" altLang="en-US" sz="1600"/>
              <a:t>Dominates at the end of range ( where most of the damage is produced)</a:t>
            </a:r>
            <a:endParaRPr lang="en-US" altLang="en-US" sz="1600"/>
          </a:p>
        </p:txBody>
      </p:sp>
      <p:sp>
        <p:nvSpPr>
          <p:cNvPr id="37898" name="Oval 10">
            <a:extLst>
              <a:ext uri="{FF2B5EF4-FFF2-40B4-BE49-F238E27FC236}">
                <a16:creationId xmlns:a16="http://schemas.microsoft.com/office/drawing/2014/main" id="{DC4F6C58-DDD7-DF0D-64C7-841B67B69480}"/>
              </a:ext>
            </a:extLst>
          </p:cNvPr>
          <p:cNvSpPr>
            <a:spLocks noChangeArrowheads="1"/>
          </p:cNvSpPr>
          <p:nvPr/>
        </p:nvSpPr>
        <p:spPr bwMode="auto">
          <a:xfrm>
            <a:off x="8839200" y="2362201"/>
            <a:ext cx="808038" cy="746125"/>
          </a:xfrm>
          <a:prstGeom prst="ellipse">
            <a:avLst/>
          </a:prstGeom>
          <a:noFill/>
          <a:ln w="12700" algn="ctr">
            <a:solidFill>
              <a:srgbClr val="646464"/>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37899" name="Line 11">
            <a:extLst>
              <a:ext uri="{FF2B5EF4-FFF2-40B4-BE49-F238E27FC236}">
                <a16:creationId xmlns:a16="http://schemas.microsoft.com/office/drawing/2014/main" id="{D4C57409-7E69-EBA0-ACCC-89117127D153}"/>
              </a:ext>
            </a:extLst>
          </p:cNvPr>
          <p:cNvSpPr>
            <a:spLocks noChangeShapeType="1"/>
          </p:cNvSpPr>
          <p:nvPr/>
        </p:nvSpPr>
        <p:spPr bwMode="auto">
          <a:xfrm flipH="1" flipV="1">
            <a:off x="9601201" y="2865439"/>
            <a:ext cx="334963" cy="350837"/>
          </a:xfrm>
          <a:prstGeom prst="line">
            <a:avLst/>
          </a:prstGeom>
          <a:noFill/>
          <a:ln w="12700">
            <a:solidFill>
              <a:srgbClr val="646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37900" name="Text Box 12">
            <a:extLst>
              <a:ext uri="{FF2B5EF4-FFF2-40B4-BE49-F238E27FC236}">
                <a16:creationId xmlns:a16="http://schemas.microsoft.com/office/drawing/2014/main" id="{8692E810-F867-7762-B891-416AE900219B}"/>
              </a:ext>
            </a:extLst>
          </p:cNvPr>
          <p:cNvSpPr txBox="1">
            <a:spLocks noChangeArrowheads="1"/>
          </p:cNvSpPr>
          <p:nvPr/>
        </p:nvSpPr>
        <p:spPr bwMode="auto">
          <a:xfrm>
            <a:off x="8943976" y="3213100"/>
            <a:ext cx="1692275" cy="508000"/>
          </a:xfrm>
          <a:prstGeom prst="rect">
            <a:avLst/>
          </a:prstGeom>
          <a:noFill/>
          <a:ln w="12700" algn="ctr">
            <a:solidFill>
              <a:srgbClr val="808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400"/>
              <a:t>Electron shielding correction factor</a:t>
            </a:r>
            <a:endParaRPr lang="en-US" altLang="en-US" sz="1400"/>
          </a:p>
        </p:txBody>
      </p:sp>
    </p:spTree>
    <p:extLst>
      <p:ext uri="{BB962C8B-B14F-4D97-AF65-F5344CB8AC3E}">
        <p14:creationId xmlns:p14="http://schemas.microsoft.com/office/powerpoint/2010/main" val="4291015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E9A9E-05DE-1F96-C934-D82E994236D3}"/>
            </a:ext>
          </a:extLst>
        </p:cNvPr>
        <p:cNvGrpSpPr/>
        <p:nvPr/>
      </p:nvGrpSpPr>
      <p:grpSpPr>
        <a:xfrm>
          <a:off x="0" y="0"/>
          <a:ext cx="0" cy="0"/>
          <a:chOff x="0" y="0"/>
          <a:chExt cx="0" cy="0"/>
        </a:xfrm>
      </p:grpSpPr>
      <p:sp>
        <p:nvSpPr>
          <p:cNvPr id="39938" name="Slide Number Placeholder 3">
            <a:extLst>
              <a:ext uri="{FF2B5EF4-FFF2-40B4-BE49-F238E27FC236}">
                <a16:creationId xmlns:a16="http://schemas.microsoft.com/office/drawing/2014/main" id="{684BC9E7-CE13-FB7B-8EA0-CA621E8CCBF2}"/>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EF5D5BF1-7011-47AC-9C45-AFF5320EC023}" type="slidenum">
              <a:rPr lang="en-US" altLang="en-US"/>
              <a:pPr>
                <a:lnSpc>
                  <a:spcPct val="100000"/>
                </a:lnSpc>
                <a:spcBef>
                  <a:spcPct val="0"/>
                </a:spcBef>
                <a:buClr>
                  <a:srgbClr val="F68933"/>
                </a:buClr>
                <a:buFontTx/>
                <a:buNone/>
              </a:pPr>
              <a:t>10</a:t>
            </a:fld>
            <a:endParaRPr lang="en-US" altLang="en-US"/>
          </a:p>
        </p:txBody>
      </p:sp>
      <p:sp>
        <p:nvSpPr>
          <p:cNvPr id="39939" name="Rectangle 2">
            <a:extLst>
              <a:ext uri="{FF2B5EF4-FFF2-40B4-BE49-F238E27FC236}">
                <a16:creationId xmlns:a16="http://schemas.microsoft.com/office/drawing/2014/main" id="{4D804847-5890-C43F-5464-2DD1204BC1EF}"/>
              </a:ext>
            </a:extLst>
          </p:cNvPr>
          <p:cNvSpPr>
            <a:spLocks noGrp="1" noChangeArrowheads="1"/>
          </p:cNvSpPr>
          <p:nvPr>
            <p:ph type="title"/>
          </p:nvPr>
        </p:nvSpPr>
        <p:spPr/>
        <p:txBody>
          <a:bodyPr/>
          <a:lstStyle/>
          <a:p>
            <a:pPr eaLnBrk="1" hangingPunct="1"/>
            <a:r>
              <a:rPr lang="en-GB" altLang="en-US"/>
              <a:t>Non local and local electron stopping</a:t>
            </a:r>
            <a:endParaRPr lang="en-US" altLang="en-US"/>
          </a:p>
        </p:txBody>
      </p:sp>
      <p:sp>
        <p:nvSpPr>
          <p:cNvPr id="39940" name="Rectangle 3">
            <a:extLst>
              <a:ext uri="{FF2B5EF4-FFF2-40B4-BE49-F238E27FC236}">
                <a16:creationId xmlns:a16="http://schemas.microsoft.com/office/drawing/2014/main" id="{92304406-0B0F-FDC7-E152-8B04D75A1383}"/>
              </a:ext>
            </a:extLst>
          </p:cNvPr>
          <p:cNvSpPr>
            <a:spLocks noGrp="1" noChangeArrowheads="1"/>
          </p:cNvSpPr>
          <p:nvPr>
            <p:ph type="body" idx="1"/>
          </p:nvPr>
        </p:nvSpPr>
        <p:spPr>
          <a:xfrm>
            <a:off x="5902325" y="1371600"/>
            <a:ext cx="4383088" cy="4114800"/>
          </a:xfrm>
        </p:spPr>
        <p:txBody>
          <a:bodyPr/>
          <a:lstStyle/>
          <a:p>
            <a:pPr eaLnBrk="1" hangingPunct="1"/>
            <a:r>
              <a:rPr lang="en-GB" altLang="en-US" sz="2000" b="1"/>
              <a:t>Non local electronic stopping:</a:t>
            </a:r>
          </a:p>
          <a:p>
            <a:pPr lvl="1" eaLnBrk="1" hangingPunct="1"/>
            <a:r>
              <a:rPr lang="en-GB" altLang="en-US"/>
              <a:t>A stationary charged ion creates a polarization field in the semiconductor</a:t>
            </a:r>
          </a:p>
          <a:p>
            <a:pPr lvl="1" eaLnBrk="1" hangingPunct="1"/>
            <a:r>
              <a:rPr lang="en-GB" altLang="en-US"/>
              <a:t>The polarization field “lags” behind a moving ion </a:t>
            </a:r>
            <a:r>
              <a:rPr lang="en-GB" altLang="en-US">
                <a:sym typeface="Wingdings" panose="05000000000000000000" pitchFamily="2" charset="2"/>
              </a:rPr>
              <a:t> an drag force is produced.</a:t>
            </a:r>
          </a:p>
          <a:p>
            <a:pPr lvl="1" eaLnBrk="1" hangingPunct="1"/>
            <a:r>
              <a:rPr lang="en-GB" altLang="en-US">
                <a:sym typeface="Wingdings" panose="05000000000000000000" pitchFamily="2" charset="2"/>
              </a:rPr>
              <a:t>Similar to motion in a viscous medium</a:t>
            </a:r>
          </a:p>
          <a:p>
            <a:pPr eaLnBrk="1" hangingPunct="1"/>
            <a:r>
              <a:rPr lang="en-GB" altLang="en-US" sz="2000" b="1"/>
              <a:t>Local electronic stopping:</a:t>
            </a:r>
          </a:p>
          <a:p>
            <a:pPr lvl="1" eaLnBrk="1" hangingPunct="1"/>
            <a:r>
              <a:rPr lang="en-GB" altLang="en-US"/>
              <a:t>Momentum exchange with orbital electrons </a:t>
            </a:r>
          </a:p>
          <a:p>
            <a:pPr eaLnBrk="1" hangingPunct="1">
              <a:buFont typeface="Times" panose="02020603050405020304" pitchFamily="18" charset="0"/>
              <a:buNone/>
            </a:pPr>
            <a:endParaRPr lang="en-US" altLang="en-US" sz="2000"/>
          </a:p>
        </p:txBody>
      </p:sp>
      <p:graphicFrame>
        <p:nvGraphicFramePr>
          <p:cNvPr id="39941" name="Object 4">
            <a:extLst>
              <a:ext uri="{FF2B5EF4-FFF2-40B4-BE49-F238E27FC236}">
                <a16:creationId xmlns:a16="http://schemas.microsoft.com/office/drawing/2014/main" id="{67202DC7-EDF3-95CD-D88E-225FA6E2512A}"/>
              </a:ext>
            </a:extLst>
          </p:cNvPr>
          <p:cNvGraphicFramePr>
            <a:graphicFrameLocks noChangeAspect="1"/>
          </p:cNvGraphicFramePr>
          <p:nvPr/>
        </p:nvGraphicFramePr>
        <p:xfrm>
          <a:off x="6503989" y="5856288"/>
          <a:ext cx="1851025" cy="544512"/>
        </p:xfrm>
        <a:graphic>
          <a:graphicData uri="http://schemas.openxmlformats.org/presentationml/2006/ole">
            <mc:AlternateContent xmlns:mc="http://schemas.openxmlformats.org/markup-compatibility/2006">
              <mc:Choice xmlns:v="urn:schemas-microsoft-com:vml" Requires="v">
                <p:oleObj name="Equation" r:id="rId3" imgW="863225" imgH="253890" progId="Equation.DSMT4">
                  <p:embed/>
                </p:oleObj>
              </mc:Choice>
              <mc:Fallback>
                <p:oleObj name="Equation" r:id="rId3" imgW="863225" imgH="253890" progId="Equation.DSMT4">
                  <p:embed/>
                  <p:pic>
                    <p:nvPicPr>
                      <p:cNvPr id="39941" name="Object 4">
                        <a:extLst>
                          <a:ext uri="{FF2B5EF4-FFF2-40B4-BE49-F238E27FC236}">
                            <a16:creationId xmlns:a16="http://schemas.microsoft.com/office/drawing/2014/main" id="{67202DC7-EDF3-95CD-D88E-225FA6E251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3989" y="5856288"/>
                        <a:ext cx="1851025" cy="544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2" name="Text Box 5">
            <a:extLst>
              <a:ext uri="{FF2B5EF4-FFF2-40B4-BE49-F238E27FC236}">
                <a16:creationId xmlns:a16="http://schemas.microsoft.com/office/drawing/2014/main" id="{739C05F6-79F2-313B-EE1F-BFFD19BAAA20}"/>
              </a:ext>
            </a:extLst>
          </p:cNvPr>
          <p:cNvSpPr txBox="1">
            <a:spLocks noChangeArrowheads="1"/>
          </p:cNvSpPr>
          <p:nvPr/>
        </p:nvSpPr>
        <p:spPr bwMode="auto">
          <a:xfrm>
            <a:off x="5902326" y="5224463"/>
            <a:ext cx="4765675"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Both depend on ion velocity, thus we can write</a:t>
            </a:r>
            <a:endParaRPr lang="en-US" altLang="en-US" sz="2000"/>
          </a:p>
        </p:txBody>
      </p:sp>
      <p:graphicFrame>
        <p:nvGraphicFramePr>
          <p:cNvPr id="39943" name="Object 7">
            <a:extLst>
              <a:ext uri="{FF2B5EF4-FFF2-40B4-BE49-F238E27FC236}">
                <a16:creationId xmlns:a16="http://schemas.microsoft.com/office/drawing/2014/main" id="{FC21ACB3-B014-77EF-16D2-FAB90C8F3255}"/>
              </a:ext>
            </a:extLst>
          </p:cNvPr>
          <p:cNvGraphicFramePr>
            <a:graphicFrameLocks noChangeAspect="1"/>
          </p:cNvGraphicFramePr>
          <p:nvPr/>
        </p:nvGraphicFramePr>
        <p:xfrm>
          <a:off x="1790700" y="3735389"/>
          <a:ext cx="3505200" cy="2624137"/>
        </p:xfrm>
        <a:graphic>
          <a:graphicData uri="http://schemas.openxmlformats.org/presentationml/2006/ole">
            <mc:AlternateContent xmlns:mc="http://schemas.openxmlformats.org/markup-compatibility/2006">
              <mc:Choice xmlns:v="urn:schemas-microsoft-com:vml" Requires="v">
                <p:oleObj name="Document" r:id="rId5" imgW="4459224" imgH="3337560" progId="Word.Document.8">
                  <p:embed/>
                </p:oleObj>
              </mc:Choice>
              <mc:Fallback>
                <p:oleObj name="Document" r:id="rId5" imgW="4459224" imgH="3337560" progId="Word.Document.8">
                  <p:embed/>
                  <p:pic>
                    <p:nvPicPr>
                      <p:cNvPr id="39943" name="Object 7">
                        <a:extLst>
                          <a:ext uri="{FF2B5EF4-FFF2-40B4-BE49-F238E27FC236}">
                            <a16:creationId xmlns:a16="http://schemas.microsoft.com/office/drawing/2014/main" id="{FC21ACB3-B014-77EF-16D2-FAB90C8F325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0700" y="3735389"/>
                        <a:ext cx="3505200" cy="2624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44" name="Object 8">
            <a:extLst>
              <a:ext uri="{FF2B5EF4-FFF2-40B4-BE49-F238E27FC236}">
                <a16:creationId xmlns:a16="http://schemas.microsoft.com/office/drawing/2014/main" id="{9E7A6A16-56D7-0DF3-82F7-16B31C3D1B1D}"/>
              </a:ext>
            </a:extLst>
          </p:cNvPr>
          <p:cNvGraphicFramePr>
            <a:graphicFrameLocks noChangeAspect="1"/>
          </p:cNvGraphicFramePr>
          <p:nvPr/>
        </p:nvGraphicFramePr>
        <p:xfrm>
          <a:off x="1524000" y="1104901"/>
          <a:ext cx="3276600" cy="1604963"/>
        </p:xfrm>
        <a:graphic>
          <a:graphicData uri="http://schemas.openxmlformats.org/presentationml/2006/ole">
            <mc:AlternateContent xmlns:mc="http://schemas.openxmlformats.org/markup-compatibility/2006">
              <mc:Choice xmlns:v="urn:schemas-microsoft-com:vml" Requires="v">
                <p:oleObj name="Document" r:id="rId7" imgW="3849624" imgH="1886712" progId="Word.Document.8">
                  <p:embed/>
                </p:oleObj>
              </mc:Choice>
              <mc:Fallback>
                <p:oleObj name="Document" r:id="rId7" imgW="3849624" imgH="1886712" progId="Word.Document.8">
                  <p:embed/>
                  <p:pic>
                    <p:nvPicPr>
                      <p:cNvPr id="39944" name="Object 8">
                        <a:extLst>
                          <a:ext uri="{FF2B5EF4-FFF2-40B4-BE49-F238E27FC236}">
                            <a16:creationId xmlns:a16="http://schemas.microsoft.com/office/drawing/2014/main" id="{9E7A6A16-56D7-0DF3-82F7-16B31C3D1B1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1104901"/>
                        <a:ext cx="3276600" cy="1604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45" name="Object 9">
            <a:extLst>
              <a:ext uri="{FF2B5EF4-FFF2-40B4-BE49-F238E27FC236}">
                <a16:creationId xmlns:a16="http://schemas.microsoft.com/office/drawing/2014/main" id="{BA0C01C9-B9A9-7083-C8EB-461E1814719F}"/>
              </a:ext>
            </a:extLst>
          </p:cNvPr>
          <p:cNvGraphicFramePr>
            <a:graphicFrameLocks noChangeAspect="1"/>
          </p:cNvGraphicFramePr>
          <p:nvPr/>
        </p:nvGraphicFramePr>
        <p:xfrm>
          <a:off x="3540125" y="2012950"/>
          <a:ext cx="2362200" cy="1708150"/>
        </p:xfrm>
        <a:graphic>
          <a:graphicData uri="http://schemas.openxmlformats.org/presentationml/2006/ole">
            <mc:AlternateContent xmlns:mc="http://schemas.openxmlformats.org/markup-compatibility/2006">
              <mc:Choice xmlns:v="urn:schemas-microsoft-com:vml" Requires="v">
                <p:oleObj name="Document" r:id="rId9" imgW="2859024" imgH="2066544" progId="Word.Document.8">
                  <p:embed/>
                </p:oleObj>
              </mc:Choice>
              <mc:Fallback>
                <p:oleObj name="Document" r:id="rId9" imgW="2859024" imgH="2066544" progId="Word.Document.8">
                  <p:embed/>
                  <p:pic>
                    <p:nvPicPr>
                      <p:cNvPr id="39945" name="Object 9">
                        <a:extLst>
                          <a:ext uri="{FF2B5EF4-FFF2-40B4-BE49-F238E27FC236}">
                            <a16:creationId xmlns:a16="http://schemas.microsoft.com/office/drawing/2014/main" id="{BA0C01C9-B9A9-7083-C8EB-461E1814719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40125" y="2012950"/>
                        <a:ext cx="2362200" cy="170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155349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3">
            <a:extLst>
              <a:ext uri="{FF2B5EF4-FFF2-40B4-BE49-F238E27FC236}">
                <a16:creationId xmlns:a16="http://schemas.microsoft.com/office/drawing/2014/main" id="{30E3D719-31B1-DF7B-DCED-7407381839D3}"/>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F22171A1-2752-4196-A088-0C059FBE4D9C}" type="slidenum">
              <a:rPr lang="en-US" altLang="en-US"/>
              <a:pPr>
                <a:lnSpc>
                  <a:spcPct val="100000"/>
                </a:lnSpc>
                <a:spcBef>
                  <a:spcPct val="0"/>
                </a:spcBef>
                <a:buClr>
                  <a:srgbClr val="F68933"/>
                </a:buClr>
                <a:buFontTx/>
                <a:buNone/>
              </a:pPr>
              <a:t>11</a:t>
            </a:fld>
            <a:endParaRPr lang="en-US" altLang="en-US"/>
          </a:p>
        </p:txBody>
      </p:sp>
      <p:sp>
        <p:nvSpPr>
          <p:cNvPr id="23555" name="Rectangle 2">
            <a:extLst>
              <a:ext uri="{FF2B5EF4-FFF2-40B4-BE49-F238E27FC236}">
                <a16:creationId xmlns:a16="http://schemas.microsoft.com/office/drawing/2014/main" id="{3483C56E-0E7B-AE78-F9BB-17BD8360D97B}"/>
              </a:ext>
            </a:extLst>
          </p:cNvPr>
          <p:cNvSpPr>
            <a:spLocks noGrp="1" noChangeArrowheads="1"/>
          </p:cNvSpPr>
          <p:nvPr>
            <p:ph type="title"/>
          </p:nvPr>
        </p:nvSpPr>
        <p:spPr/>
        <p:txBody>
          <a:bodyPr/>
          <a:lstStyle/>
          <a:p>
            <a:pPr eaLnBrk="1" hangingPunct="1"/>
            <a:r>
              <a:rPr lang="en-GB" altLang="en-US"/>
              <a:t>Gaussian approximation:</a:t>
            </a:r>
            <a:br>
              <a:rPr lang="en-GB" altLang="en-US"/>
            </a:br>
            <a:r>
              <a:rPr lang="en-GB" altLang="en-US"/>
              <a:t>projected range and straggle</a:t>
            </a:r>
            <a:endParaRPr lang="en-US" altLang="en-US"/>
          </a:p>
        </p:txBody>
      </p:sp>
      <p:sp>
        <p:nvSpPr>
          <p:cNvPr id="23556" name="Rectangle 3">
            <a:extLst>
              <a:ext uri="{FF2B5EF4-FFF2-40B4-BE49-F238E27FC236}">
                <a16:creationId xmlns:a16="http://schemas.microsoft.com/office/drawing/2014/main" id="{224CFADD-64D2-58C1-D5AB-4DCA111B3CD3}"/>
              </a:ext>
            </a:extLst>
          </p:cNvPr>
          <p:cNvSpPr>
            <a:spLocks noGrp="1" noChangeArrowheads="1"/>
          </p:cNvSpPr>
          <p:nvPr>
            <p:ph type="body" idx="1"/>
          </p:nvPr>
        </p:nvSpPr>
        <p:spPr/>
        <p:txBody>
          <a:bodyPr/>
          <a:lstStyle/>
          <a:p>
            <a:pPr eaLnBrk="1" hangingPunct="1"/>
            <a:r>
              <a:rPr lang="en-GB" altLang="en-US"/>
              <a:t>The ion implantation is a random process ! (since every ion follows a random path in the crystal)</a:t>
            </a:r>
          </a:p>
          <a:p>
            <a:pPr eaLnBrk="1" hangingPunct="1"/>
            <a:r>
              <a:rPr lang="en-GB" altLang="en-US"/>
              <a:t>To first order, ions distribution around projected range can be approximated to a Gaussian.</a:t>
            </a:r>
            <a:endParaRPr lang="en-US" altLang="en-US"/>
          </a:p>
        </p:txBody>
      </p:sp>
      <p:graphicFrame>
        <p:nvGraphicFramePr>
          <p:cNvPr id="23557" name="Object 5">
            <a:extLst>
              <a:ext uri="{FF2B5EF4-FFF2-40B4-BE49-F238E27FC236}">
                <a16:creationId xmlns:a16="http://schemas.microsoft.com/office/drawing/2014/main" id="{D9DB6A5D-D1A1-0F69-DD2A-9122D5882F37}"/>
              </a:ext>
            </a:extLst>
          </p:cNvPr>
          <p:cNvGraphicFramePr>
            <a:graphicFrameLocks noChangeAspect="1"/>
          </p:cNvGraphicFramePr>
          <p:nvPr/>
        </p:nvGraphicFramePr>
        <p:xfrm>
          <a:off x="5902325" y="2713039"/>
          <a:ext cx="2700338" cy="815975"/>
        </p:xfrm>
        <a:graphic>
          <a:graphicData uri="http://schemas.openxmlformats.org/presentationml/2006/ole">
            <mc:AlternateContent xmlns:mc="http://schemas.openxmlformats.org/markup-compatibility/2006">
              <mc:Choice xmlns:v="urn:schemas-microsoft-com:vml" Requires="v">
                <p:oleObj name="Equation" r:id="rId3" imgW="1765300" imgH="533400" progId="Equation.3">
                  <p:embed/>
                </p:oleObj>
              </mc:Choice>
              <mc:Fallback>
                <p:oleObj name="Equation" r:id="rId3" imgW="1765300" imgH="533400" progId="Equation.3">
                  <p:embed/>
                  <p:pic>
                    <p:nvPicPr>
                      <p:cNvPr id="23557" name="Object 5">
                        <a:extLst>
                          <a:ext uri="{FF2B5EF4-FFF2-40B4-BE49-F238E27FC236}">
                            <a16:creationId xmlns:a16="http://schemas.microsoft.com/office/drawing/2014/main" id="{D9DB6A5D-D1A1-0F69-DD2A-9122D5882F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2325" y="2713039"/>
                        <a:ext cx="2700338" cy="815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8" name="Text Box 6">
            <a:extLst>
              <a:ext uri="{FF2B5EF4-FFF2-40B4-BE49-F238E27FC236}">
                <a16:creationId xmlns:a16="http://schemas.microsoft.com/office/drawing/2014/main" id="{92E75413-D59E-CA98-903D-A94062607234}"/>
              </a:ext>
            </a:extLst>
          </p:cNvPr>
          <p:cNvSpPr txBox="1">
            <a:spLocks noChangeArrowheads="1"/>
          </p:cNvSpPr>
          <p:nvPr/>
        </p:nvSpPr>
        <p:spPr bwMode="auto">
          <a:xfrm>
            <a:off x="6240464" y="3429000"/>
            <a:ext cx="4427537"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where:</a:t>
            </a:r>
          </a:p>
          <a:p>
            <a:pPr eaLnBrk="1" hangingPunct="1">
              <a:spcBef>
                <a:spcPct val="50000"/>
              </a:spcBef>
            </a:pPr>
            <a:r>
              <a:rPr lang="en-GB" altLang="en-US" sz="1600"/>
              <a:t>C</a:t>
            </a:r>
            <a:r>
              <a:rPr lang="en-GB" altLang="en-US" sz="1600" baseline="-25000"/>
              <a:t>p</a:t>
            </a:r>
            <a:r>
              <a:rPr lang="en-GB" altLang="en-US" sz="1600"/>
              <a:t> is the concentration at R</a:t>
            </a:r>
            <a:r>
              <a:rPr lang="en-GB" altLang="en-US" sz="1600" baseline="-25000"/>
              <a:t>p</a:t>
            </a:r>
          </a:p>
          <a:p>
            <a:pPr eaLnBrk="1" hangingPunct="1">
              <a:spcBef>
                <a:spcPct val="50000"/>
              </a:spcBef>
            </a:pPr>
            <a:r>
              <a:rPr lang="en-GB" altLang="en-US" sz="1600"/>
              <a:t>R</a:t>
            </a:r>
            <a:r>
              <a:rPr lang="en-GB" altLang="en-US" sz="1600" baseline="-25000"/>
              <a:t>p</a:t>
            </a:r>
            <a:r>
              <a:rPr lang="en-GB" altLang="en-US" sz="1600"/>
              <a:t> is the projected range</a:t>
            </a:r>
          </a:p>
          <a:p>
            <a:pPr eaLnBrk="1" hangingPunct="1">
              <a:spcBef>
                <a:spcPct val="50000"/>
              </a:spcBef>
            </a:pPr>
            <a:r>
              <a:rPr lang="en-GB" altLang="en-US" sz="1600">
                <a:latin typeface="Symbol" panose="05050102010706020507" pitchFamily="18" charset="2"/>
              </a:rPr>
              <a:t>D</a:t>
            </a:r>
            <a:r>
              <a:rPr lang="en-GB" altLang="en-US" sz="1600"/>
              <a:t>R</a:t>
            </a:r>
            <a:r>
              <a:rPr lang="en-GB" altLang="en-US" sz="1600" baseline="-25000"/>
              <a:t>p</a:t>
            </a:r>
            <a:r>
              <a:rPr lang="en-GB" altLang="en-US" sz="1600">
                <a:solidFill>
                  <a:schemeClr val="tx2"/>
                </a:solidFill>
              </a:rPr>
              <a:t> </a:t>
            </a:r>
            <a:r>
              <a:rPr lang="en-GB" altLang="en-US" sz="1600">
                <a:solidFill>
                  <a:schemeClr val="tx1"/>
                </a:solidFill>
              </a:rPr>
              <a:t>is the straggle ( or standard deviation)</a:t>
            </a:r>
          </a:p>
          <a:p>
            <a:pPr eaLnBrk="1" hangingPunct="1">
              <a:spcBef>
                <a:spcPct val="50000"/>
              </a:spcBef>
            </a:pPr>
            <a:r>
              <a:rPr lang="en-GB" altLang="en-US" sz="1600">
                <a:solidFill>
                  <a:schemeClr val="tx1"/>
                </a:solidFill>
              </a:rPr>
              <a:t>The total dose Q is given by</a:t>
            </a:r>
            <a:endParaRPr lang="en-US" altLang="en-US" sz="1600">
              <a:solidFill>
                <a:schemeClr val="tx1"/>
              </a:solidFill>
              <a:latin typeface="Symbol" panose="05050102010706020507" pitchFamily="18" charset="2"/>
            </a:endParaRPr>
          </a:p>
        </p:txBody>
      </p:sp>
      <p:graphicFrame>
        <p:nvGraphicFramePr>
          <p:cNvPr id="23559" name="Object 8">
            <a:extLst>
              <a:ext uri="{FF2B5EF4-FFF2-40B4-BE49-F238E27FC236}">
                <a16:creationId xmlns:a16="http://schemas.microsoft.com/office/drawing/2014/main" id="{206B143D-D7AD-7B6F-A2AC-9EB59F4A68D5}"/>
              </a:ext>
            </a:extLst>
          </p:cNvPr>
          <p:cNvGraphicFramePr>
            <a:graphicFrameLocks noChangeAspect="1"/>
          </p:cNvGraphicFramePr>
          <p:nvPr/>
        </p:nvGraphicFramePr>
        <p:xfrm>
          <a:off x="6286500" y="5299076"/>
          <a:ext cx="2992438" cy="809625"/>
        </p:xfrm>
        <a:graphic>
          <a:graphicData uri="http://schemas.openxmlformats.org/presentationml/2006/ole">
            <mc:AlternateContent xmlns:mc="http://schemas.openxmlformats.org/markup-compatibility/2006">
              <mc:Choice xmlns:v="urn:schemas-microsoft-com:vml" Requires="v">
                <p:oleObj name="Equation" r:id="rId5" imgW="1739900" imgH="469900" progId="Equation.3">
                  <p:embed/>
                </p:oleObj>
              </mc:Choice>
              <mc:Fallback>
                <p:oleObj name="Equation" r:id="rId5" imgW="1739900" imgH="469900" progId="Equation.3">
                  <p:embed/>
                  <p:pic>
                    <p:nvPicPr>
                      <p:cNvPr id="23559" name="Object 8">
                        <a:extLst>
                          <a:ext uri="{FF2B5EF4-FFF2-40B4-BE49-F238E27FC236}">
                            <a16:creationId xmlns:a16="http://schemas.microsoft.com/office/drawing/2014/main" id="{206B143D-D7AD-7B6F-A2AC-9EB59F4A68D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86500" y="5299076"/>
                        <a:ext cx="2992438" cy="809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60" name="Object 9">
            <a:extLst>
              <a:ext uri="{FF2B5EF4-FFF2-40B4-BE49-F238E27FC236}">
                <a16:creationId xmlns:a16="http://schemas.microsoft.com/office/drawing/2014/main" id="{77835046-9920-BA6A-3B23-EDCE0ACD092A}"/>
              </a:ext>
            </a:extLst>
          </p:cNvPr>
          <p:cNvGraphicFramePr>
            <a:graphicFrameLocks noChangeAspect="1"/>
          </p:cNvGraphicFramePr>
          <p:nvPr/>
        </p:nvGraphicFramePr>
        <p:xfrm>
          <a:off x="1752600" y="2895600"/>
          <a:ext cx="4637088" cy="3163888"/>
        </p:xfrm>
        <a:graphic>
          <a:graphicData uri="http://schemas.openxmlformats.org/presentationml/2006/ole">
            <mc:AlternateContent xmlns:mc="http://schemas.openxmlformats.org/markup-compatibility/2006">
              <mc:Choice xmlns:v="urn:schemas-microsoft-com:vml" Requires="v">
                <p:oleObj name="Document" r:id="rId7" imgW="4636008" imgH="3163824" progId="Word.Document.8">
                  <p:embed/>
                </p:oleObj>
              </mc:Choice>
              <mc:Fallback>
                <p:oleObj name="Document" r:id="rId7" imgW="4636008" imgH="3163824" progId="Word.Document.8">
                  <p:embed/>
                  <p:pic>
                    <p:nvPicPr>
                      <p:cNvPr id="23560" name="Object 9">
                        <a:extLst>
                          <a:ext uri="{FF2B5EF4-FFF2-40B4-BE49-F238E27FC236}">
                            <a16:creationId xmlns:a16="http://schemas.microsoft.com/office/drawing/2014/main" id="{77835046-9920-BA6A-3B23-EDCE0ACD092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52600" y="2895600"/>
                        <a:ext cx="4637088" cy="3163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a:extLst>
              <a:ext uri="{FF2B5EF4-FFF2-40B4-BE49-F238E27FC236}">
                <a16:creationId xmlns:a16="http://schemas.microsoft.com/office/drawing/2014/main" id="{3EF1E600-965E-DF1D-6BF7-E0305480FD4D}"/>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ADA7B847-DC0C-4CE2-824A-06ABFF970A96}" type="slidenum">
              <a:rPr lang="en-US" altLang="en-US"/>
              <a:pPr>
                <a:lnSpc>
                  <a:spcPct val="100000"/>
                </a:lnSpc>
                <a:spcBef>
                  <a:spcPct val="0"/>
                </a:spcBef>
                <a:buClr>
                  <a:srgbClr val="F68933"/>
                </a:buClr>
                <a:buFontTx/>
                <a:buNone/>
              </a:pPr>
              <a:t>12</a:t>
            </a:fld>
            <a:endParaRPr lang="en-US" altLang="en-US"/>
          </a:p>
        </p:txBody>
      </p:sp>
      <p:sp>
        <p:nvSpPr>
          <p:cNvPr id="25603" name="Rectangle 2">
            <a:extLst>
              <a:ext uri="{FF2B5EF4-FFF2-40B4-BE49-F238E27FC236}">
                <a16:creationId xmlns:a16="http://schemas.microsoft.com/office/drawing/2014/main" id="{8402F19A-4FCE-24E4-7721-ECF0495FFBE9}"/>
              </a:ext>
            </a:extLst>
          </p:cNvPr>
          <p:cNvSpPr>
            <a:spLocks noGrp="1" noChangeArrowheads="1"/>
          </p:cNvSpPr>
          <p:nvPr>
            <p:ph type="title"/>
          </p:nvPr>
        </p:nvSpPr>
        <p:spPr/>
        <p:txBody>
          <a:bodyPr/>
          <a:lstStyle/>
          <a:p>
            <a:pPr eaLnBrk="1" hangingPunct="1"/>
            <a:r>
              <a:rPr lang="en-GB" altLang="en-US"/>
              <a:t>Stopping power and masking</a:t>
            </a:r>
            <a:endParaRPr lang="en-US" altLang="en-US"/>
          </a:p>
        </p:txBody>
      </p:sp>
      <p:sp>
        <p:nvSpPr>
          <p:cNvPr id="25604" name="Rectangle 3">
            <a:extLst>
              <a:ext uri="{FF2B5EF4-FFF2-40B4-BE49-F238E27FC236}">
                <a16:creationId xmlns:a16="http://schemas.microsoft.com/office/drawing/2014/main" id="{A49BFF79-CF43-3868-E13B-4CD0B7C5206A}"/>
              </a:ext>
            </a:extLst>
          </p:cNvPr>
          <p:cNvSpPr>
            <a:spLocks noGrp="1" noChangeArrowheads="1"/>
          </p:cNvSpPr>
          <p:nvPr>
            <p:ph type="body" idx="1"/>
          </p:nvPr>
        </p:nvSpPr>
        <p:spPr/>
        <p:txBody>
          <a:bodyPr/>
          <a:lstStyle/>
          <a:p>
            <a:pPr eaLnBrk="1" hangingPunct="1"/>
            <a:r>
              <a:rPr lang="en-GB" altLang="en-US"/>
              <a:t>Ions must be generally implanted only in some zones of the wafers, the other zones are masked by a masking material (e.g. SiO</a:t>
            </a:r>
            <a:r>
              <a:rPr lang="en-GB" altLang="en-US" baseline="-25000"/>
              <a:t>2</a:t>
            </a:r>
            <a:r>
              <a:rPr lang="en-GB" altLang="en-US"/>
              <a:t>, photo-resist, transistor gates)</a:t>
            </a:r>
            <a:endParaRPr lang="en-US" altLang="en-US"/>
          </a:p>
        </p:txBody>
      </p:sp>
      <p:sp>
        <p:nvSpPr>
          <p:cNvPr id="25605" name="Rectangle 4">
            <a:extLst>
              <a:ext uri="{FF2B5EF4-FFF2-40B4-BE49-F238E27FC236}">
                <a16:creationId xmlns:a16="http://schemas.microsoft.com/office/drawing/2014/main" id="{56CF2338-8CBB-19A8-9CC3-AEBD81A20DB3}"/>
              </a:ext>
            </a:extLst>
          </p:cNvPr>
          <p:cNvSpPr>
            <a:spLocks noChangeArrowheads="1"/>
          </p:cNvSpPr>
          <p:nvPr/>
        </p:nvSpPr>
        <p:spPr bwMode="auto">
          <a:xfrm>
            <a:off x="2119313" y="4775200"/>
            <a:ext cx="3003550" cy="1422400"/>
          </a:xfrm>
          <a:prstGeom prst="rect">
            <a:avLst/>
          </a:prstGeom>
          <a:solidFill>
            <a:schemeClr val="bg2"/>
          </a:solidFill>
          <a:ln>
            <a:noFill/>
          </a:ln>
          <a:effectLst/>
          <a:extLs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25606" name="Rectangle 5">
            <a:extLst>
              <a:ext uri="{FF2B5EF4-FFF2-40B4-BE49-F238E27FC236}">
                <a16:creationId xmlns:a16="http://schemas.microsoft.com/office/drawing/2014/main" id="{EB00E287-4A8B-48AD-D950-E317D72AF814}"/>
              </a:ext>
            </a:extLst>
          </p:cNvPr>
          <p:cNvSpPr>
            <a:spLocks noChangeArrowheads="1"/>
          </p:cNvSpPr>
          <p:nvPr/>
        </p:nvSpPr>
        <p:spPr bwMode="auto">
          <a:xfrm>
            <a:off x="2119314" y="3700464"/>
            <a:ext cx="942975" cy="1074737"/>
          </a:xfrm>
          <a:prstGeom prst="rect">
            <a:avLst/>
          </a:prstGeom>
          <a:solidFill>
            <a:srgbClr val="808080"/>
          </a:solidFill>
          <a:ln>
            <a:noFill/>
          </a:ln>
          <a:effectLst/>
          <a:extLs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25607" name="Rectangle 6">
            <a:extLst>
              <a:ext uri="{FF2B5EF4-FFF2-40B4-BE49-F238E27FC236}">
                <a16:creationId xmlns:a16="http://schemas.microsoft.com/office/drawing/2014/main" id="{1D449E18-5C3C-70FE-A0AB-B878A62CA4D2}"/>
              </a:ext>
            </a:extLst>
          </p:cNvPr>
          <p:cNvSpPr>
            <a:spLocks noChangeArrowheads="1"/>
          </p:cNvSpPr>
          <p:nvPr/>
        </p:nvSpPr>
        <p:spPr bwMode="auto">
          <a:xfrm>
            <a:off x="4175126" y="3709989"/>
            <a:ext cx="942975" cy="1074737"/>
          </a:xfrm>
          <a:prstGeom prst="rect">
            <a:avLst/>
          </a:prstGeom>
          <a:solidFill>
            <a:srgbClr val="808080"/>
          </a:solidFill>
          <a:ln>
            <a:noFill/>
          </a:ln>
          <a:effectLst/>
          <a:extLs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284679" name="Rectangle 7">
            <a:extLst>
              <a:ext uri="{FF2B5EF4-FFF2-40B4-BE49-F238E27FC236}">
                <a16:creationId xmlns:a16="http://schemas.microsoft.com/office/drawing/2014/main" id="{F6CBB0A4-5CDF-4390-8328-28BFE0D96D5E}"/>
              </a:ext>
            </a:extLst>
          </p:cNvPr>
          <p:cNvSpPr>
            <a:spLocks noChangeArrowheads="1"/>
          </p:cNvSpPr>
          <p:nvPr/>
        </p:nvSpPr>
        <p:spPr bwMode="auto">
          <a:xfrm>
            <a:off x="2817814" y="4803775"/>
            <a:ext cx="1609725" cy="1233488"/>
          </a:xfrm>
          <a:prstGeom prst="rect">
            <a:avLst/>
          </a:prstGeom>
          <a:gradFill rotWithShape="1">
            <a:gsLst>
              <a:gs pos="0">
                <a:schemeClr val="bg2"/>
              </a:gs>
              <a:gs pos="50000">
                <a:schemeClr val="accent1"/>
              </a:gs>
              <a:gs pos="100000">
                <a:schemeClr val="bg2"/>
              </a:gs>
            </a:gsLst>
            <a:lin ang="5400000" scaled="1"/>
          </a:gradFill>
          <a:ln>
            <a:noFill/>
          </a:ln>
          <a:effectLst/>
          <a:extLs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lnSpc>
                <a:spcPct val="95000"/>
              </a:lnSpc>
              <a:spcBef>
                <a:spcPct val="35000"/>
              </a:spcBef>
              <a:buClr>
                <a:schemeClr val="tx2"/>
              </a:buClr>
              <a:buFont typeface="Times" panose="02020603050405020304" pitchFamily="18" charset="0"/>
              <a:buNone/>
              <a:defRPr/>
            </a:pPr>
            <a:endParaRPr lang="en-US">
              <a:ea typeface="ＭＳ Ｐゴシック" panose="020B0600070205080204" pitchFamily="34" charset="-128"/>
            </a:endParaRPr>
          </a:p>
        </p:txBody>
      </p:sp>
      <p:sp>
        <p:nvSpPr>
          <p:cNvPr id="284681" name="Rectangle 9">
            <a:extLst>
              <a:ext uri="{FF2B5EF4-FFF2-40B4-BE49-F238E27FC236}">
                <a16:creationId xmlns:a16="http://schemas.microsoft.com/office/drawing/2014/main" id="{AED0480A-4A07-4DE1-8A0C-96599D9C6838}"/>
              </a:ext>
            </a:extLst>
          </p:cNvPr>
          <p:cNvSpPr>
            <a:spLocks noChangeArrowheads="1"/>
          </p:cNvSpPr>
          <p:nvPr/>
        </p:nvSpPr>
        <p:spPr bwMode="auto">
          <a:xfrm>
            <a:off x="4175125" y="3838575"/>
            <a:ext cx="941388" cy="782638"/>
          </a:xfrm>
          <a:prstGeom prst="rect">
            <a:avLst/>
          </a:prstGeom>
          <a:gradFill rotWithShape="1">
            <a:gsLst>
              <a:gs pos="0">
                <a:srgbClr val="808080"/>
              </a:gs>
              <a:gs pos="50000">
                <a:schemeClr val="accent1"/>
              </a:gs>
              <a:gs pos="100000">
                <a:srgbClr val="808080"/>
              </a:gs>
            </a:gsLst>
            <a:lin ang="5400000" scaled="1"/>
          </a:gradFill>
          <a:ln>
            <a:noFill/>
          </a:ln>
          <a:effectLst/>
          <a:extLs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lnSpc>
                <a:spcPct val="95000"/>
              </a:lnSpc>
              <a:spcBef>
                <a:spcPct val="35000"/>
              </a:spcBef>
              <a:buClr>
                <a:schemeClr val="tx2"/>
              </a:buClr>
              <a:buFont typeface="Times" panose="02020603050405020304" pitchFamily="18" charset="0"/>
              <a:buNone/>
              <a:defRPr/>
            </a:pPr>
            <a:endParaRPr lang="en-US">
              <a:ea typeface="ＭＳ Ｐゴシック" panose="020B0600070205080204" pitchFamily="34" charset="-128"/>
            </a:endParaRPr>
          </a:p>
        </p:txBody>
      </p:sp>
      <p:sp>
        <p:nvSpPr>
          <p:cNvPr id="284682" name="Rectangle 10">
            <a:extLst>
              <a:ext uri="{FF2B5EF4-FFF2-40B4-BE49-F238E27FC236}">
                <a16:creationId xmlns:a16="http://schemas.microsoft.com/office/drawing/2014/main" id="{AC529C74-450C-435B-B086-2537895010D0}"/>
              </a:ext>
            </a:extLst>
          </p:cNvPr>
          <p:cNvSpPr>
            <a:spLocks noChangeArrowheads="1"/>
          </p:cNvSpPr>
          <p:nvPr/>
        </p:nvSpPr>
        <p:spPr bwMode="auto">
          <a:xfrm>
            <a:off x="2122489" y="3830639"/>
            <a:ext cx="941387" cy="782637"/>
          </a:xfrm>
          <a:prstGeom prst="rect">
            <a:avLst/>
          </a:prstGeom>
          <a:gradFill rotWithShape="1">
            <a:gsLst>
              <a:gs pos="0">
                <a:srgbClr val="808080"/>
              </a:gs>
              <a:gs pos="50000">
                <a:schemeClr val="accent1"/>
              </a:gs>
              <a:gs pos="100000">
                <a:srgbClr val="808080"/>
              </a:gs>
            </a:gsLst>
            <a:lin ang="5400000" scaled="1"/>
          </a:gradFill>
          <a:ln>
            <a:noFill/>
          </a:ln>
          <a:effectLst/>
          <a:extLs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lnSpc>
                <a:spcPct val="95000"/>
              </a:lnSpc>
              <a:spcBef>
                <a:spcPct val="35000"/>
              </a:spcBef>
              <a:buClr>
                <a:schemeClr val="tx2"/>
              </a:buClr>
              <a:buFont typeface="Times" panose="02020603050405020304" pitchFamily="18" charset="0"/>
              <a:buNone/>
              <a:defRPr/>
            </a:pPr>
            <a:endParaRPr lang="en-US">
              <a:ea typeface="ＭＳ Ｐゴシック" panose="020B0600070205080204" pitchFamily="34" charset="-128"/>
            </a:endParaRPr>
          </a:p>
        </p:txBody>
      </p:sp>
      <p:sp>
        <p:nvSpPr>
          <p:cNvPr id="25611" name="Oval 12">
            <a:extLst>
              <a:ext uri="{FF2B5EF4-FFF2-40B4-BE49-F238E27FC236}">
                <a16:creationId xmlns:a16="http://schemas.microsoft.com/office/drawing/2014/main" id="{BAFC19E7-F723-226C-77F0-735E307AD66E}"/>
              </a:ext>
            </a:extLst>
          </p:cNvPr>
          <p:cNvSpPr>
            <a:spLocks noChangeArrowheads="1"/>
          </p:cNvSpPr>
          <p:nvPr/>
        </p:nvSpPr>
        <p:spPr bwMode="auto">
          <a:xfrm>
            <a:off x="2205039" y="3190875"/>
            <a:ext cx="115887" cy="115888"/>
          </a:xfrm>
          <a:prstGeom prst="ellipse">
            <a:avLst/>
          </a:prstGeom>
          <a:solidFill>
            <a:schemeClr val="accent1"/>
          </a:solidFill>
          <a:ln w="12700" algn="ctr">
            <a:solidFill>
              <a:srgbClr val="646464"/>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25612" name="Oval 13">
            <a:extLst>
              <a:ext uri="{FF2B5EF4-FFF2-40B4-BE49-F238E27FC236}">
                <a16:creationId xmlns:a16="http://schemas.microsoft.com/office/drawing/2014/main" id="{E3E6D0F0-239D-8A9C-BF2B-366494002046}"/>
              </a:ext>
            </a:extLst>
          </p:cNvPr>
          <p:cNvSpPr>
            <a:spLocks noChangeArrowheads="1"/>
          </p:cNvSpPr>
          <p:nvPr/>
        </p:nvSpPr>
        <p:spPr bwMode="auto">
          <a:xfrm>
            <a:off x="2357439" y="3190875"/>
            <a:ext cx="115887" cy="115888"/>
          </a:xfrm>
          <a:prstGeom prst="ellipse">
            <a:avLst/>
          </a:prstGeom>
          <a:solidFill>
            <a:schemeClr val="accent1"/>
          </a:solidFill>
          <a:ln w="12700" algn="ctr">
            <a:solidFill>
              <a:srgbClr val="646464"/>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25613" name="Oval 14">
            <a:extLst>
              <a:ext uri="{FF2B5EF4-FFF2-40B4-BE49-F238E27FC236}">
                <a16:creationId xmlns:a16="http://schemas.microsoft.com/office/drawing/2014/main" id="{FBEA9CDD-D6B5-7885-9397-A928A727D3C0}"/>
              </a:ext>
            </a:extLst>
          </p:cNvPr>
          <p:cNvSpPr>
            <a:spLocks noChangeArrowheads="1"/>
          </p:cNvSpPr>
          <p:nvPr/>
        </p:nvSpPr>
        <p:spPr bwMode="auto">
          <a:xfrm>
            <a:off x="2524125" y="3190875"/>
            <a:ext cx="115888" cy="115888"/>
          </a:xfrm>
          <a:prstGeom prst="ellipse">
            <a:avLst/>
          </a:prstGeom>
          <a:solidFill>
            <a:schemeClr val="accent1"/>
          </a:solidFill>
          <a:ln w="12700" algn="ctr">
            <a:solidFill>
              <a:srgbClr val="646464"/>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25614" name="Oval 15">
            <a:extLst>
              <a:ext uri="{FF2B5EF4-FFF2-40B4-BE49-F238E27FC236}">
                <a16:creationId xmlns:a16="http://schemas.microsoft.com/office/drawing/2014/main" id="{7A98036F-241A-07B0-7E04-4E3273696495}"/>
              </a:ext>
            </a:extLst>
          </p:cNvPr>
          <p:cNvSpPr>
            <a:spLocks noChangeArrowheads="1"/>
          </p:cNvSpPr>
          <p:nvPr/>
        </p:nvSpPr>
        <p:spPr bwMode="auto">
          <a:xfrm>
            <a:off x="2690814" y="3190875"/>
            <a:ext cx="115887" cy="115888"/>
          </a:xfrm>
          <a:prstGeom prst="ellipse">
            <a:avLst/>
          </a:prstGeom>
          <a:solidFill>
            <a:schemeClr val="accent1"/>
          </a:solidFill>
          <a:ln w="12700" algn="ctr">
            <a:solidFill>
              <a:srgbClr val="646464"/>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25615" name="Line 16">
            <a:extLst>
              <a:ext uri="{FF2B5EF4-FFF2-40B4-BE49-F238E27FC236}">
                <a16:creationId xmlns:a16="http://schemas.microsoft.com/office/drawing/2014/main" id="{5187D6AE-51DB-FCA4-E29E-E51E6EC2BAD0}"/>
              </a:ext>
            </a:extLst>
          </p:cNvPr>
          <p:cNvSpPr>
            <a:spLocks noChangeShapeType="1"/>
          </p:cNvSpPr>
          <p:nvPr/>
        </p:nvSpPr>
        <p:spPr bwMode="auto">
          <a:xfrm>
            <a:off x="2254250" y="3286125"/>
            <a:ext cx="0" cy="406400"/>
          </a:xfrm>
          <a:prstGeom prst="line">
            <a:avLst/>
          </a:prstGeom>
          <a:noFill/>
          <a:ln w="12700">
            <a:solidFill>
              <a:srgbClr val="646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5616" name="Line 17">
            <a:extLst>
              <a:ext uri="{FF2B5EF4-FFF2-40B4-BE49-F238E27FC236}">
                <a16:creationId xmlns:a16="http://schemas.microsoft.com/office/drawing/2014/main" id="{8E440CEA-3CA6-830B-2D0A-AB049EAC5CB6}"/>
              </a:ext>
            </a:extLst>
          </p:cNvPr>
          <p:cNvSpPr>
            <a:spLocks noChangeShapeType="1"/>
          </p:cNvSpPr>
          <p:nvPr/>
        </p:nvSpPr>
        <p:spPr bwMode="auto">
          <a:xfrm>
            <a:off x="2406650" y="3295650"/>
            <a:ext cx="0" cy="406400"/>
          </a:xfrm>
          <a:prstGeom prst="line">
            <a:avLst/>
          </a:prstGeom>
          <a:noFill/>
          <a:ln w="12700">
            <a:solidFill>
              <a:srgbClr val="646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5617" name="Line 18">
            <a:extLst>
              <a:ext uri="{FF2B5EF4-FFF2-40B4-BE49-F238E27FC236}">
                <a16:creationId xmlns:a16="http://schemas.microsoft.com/office/drawing/2014/main" id="{9A259BCE-1341-9A28-47E6-FC061638E9A1}"/>
              </a:ext>
            </a:extLst>
          </p:cNvPr>
          <p:cNvSpPr>
            <a:spLocks noChangeShapeType="1"/>
          </p:cNvSpPr>
          <p:nvPr/>
        </p:nvSpPr>
        <p:spPr bwMode="auto">
          <a:xfrm>
            <a:off x="2573338" y="3290888"/>
            <a:ext cx="0" cy="406400"/>
          </a:xfrm>
          <a:prstGeom prst="line">
            <a:avLst/>
          </a:prstGeom>
          <a:noFill/>
          <a:ln w="12700">
            <a:solidFill>
              <a:srgbClr val="646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5618" name="Line 19">
            <a:extLst>
              <a:ext uri="{FF2B5EF4-FFF2-40B4-BE49-F238E27FC236}">
                <a16:creationId xmlns:a16="http://schemas.microsoft.com/office/drawing/2014/main" id="{1E1E4C0A-7013-8C7F-F0EE-FC26248480CB}"/>
              </a:ext>
            </a:extLst>
          </p:cNvPr>
          <p:cNvSpPr>
            <a:spLocks noChangeShapeType="1"/>
          </p:cNvSpPr>
          <p:nvPr/>
        </p:nvSpPr>
        <p:spPr bwMode="auto">
          <a:xfrm>
            <a:off x="2740025" y="3286125"/>
            <a:ext cx="0" cy="406400"/>
          </a:xfrm>
          <a:prstGeom prst="line">
            <a:avLst/>
          </a:prstGeom>
          <a:noFill/>
          <a:ln w="12700">
            <a:solidFill>
              <a:srgbClr val="646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5619" name="Oval 20">
            <a:extLst>
              <a:ext uri="{FF2B5EF4-FFF2-40B4-BE49-F238E27FC236}">
                <a16:creationId xmlns:a16="http://schemas.microsoft.com/office/drawing/2014/main" id="{608506F7-31CA-79FB-7AE1-5113D8348900}"/>
              </a:ext>
            </a:extLst>
          </p:cNvPr>
          <p:cNvSpPr>
            <a:spLocks noChangeArrowheads="1"/>
          </p:cNvSpPr>
          <p:nvPr/>
        </p:nvSpPr>
        <p:spPr bwMode="auto">
          <a:xfrm>
            <a:off x="2871789" y="3214689"/>
            <a:ext cx="115887" cy="115887"/>
          </a:xfrm>
          <a:prstGeom prst="ellipse">
            <a:avLst/>
          </a:prstGeom>
          <a:solidFill>
            <a:schemeClr val="accent1"/>
          </a:solidFill>
          <a:ln w="12700" algn="ctr">
            <a:solidFill>
              <a:srgbClr val="646464"/>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25620" name="Oval 21">
            <a:extLst>
              <a:ext uri="{FF2B5EF4-FFF2-40B4-BE49-F238E27FC236}">
                <a16:creationId xmlns:a16="http://schemas.microsoft.com/office/drawing/2014/main" id="{630A0E49-F898-1C22-8B5A-C9966E6AD6B2}"/>
              </a:ext>
            </a:extLst>
          </p:cNvPr>
          <p:cNvSpPr>
            <a:spLocks noChangeArrowheads="1"/>
          </p:cNvSpPr>
          <p:nvPr/>
        </p:nvSpPr>
        <p:spPr bwMode="auto">
          <a:xfrm>
            <a:off x="3024189" y="3214689"/>
            <a:ext cx="115887" cy="115887"/>
          </a:xfrm>
          <a:prstGeom prst="ellipse">
            <a:avLst/>
          </a:prstGeom>
          <a:solidFill>
            <a:schemeClr val="accent1"/>
          </a:solidFill>
          <a:ln w="12700" algn="ctr">
            <a:solidFill>
              <a:srgbClr val="646464"/>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25621" name="Oval 22">
            <a:extLst>
              <a:ext uri="{FF2B5EF4-FFF2-40B4-BE49-F238E27FC236}">
                <a16:creationId xmlns:a16="http://schemas.microsoft.com/office/drawing/2014/main" id="{BB5B3A32-25FE-9292-3494-461509E73524}"/>
              </a:ext>
            </a:extLst>
          </p:cNvPr>
          <p:cNvSpPr>
            <a:spLocks noChangeArrowheads="1"/>
          </p:cNvSpPr>
          <p:nvPr/>
        </p:nvSpPr>
        <p:spPr bwMode="auto">
          <a:xfrm>
            <a:off x="3190875" y="3214689"/>
            <a:ext cx="115888" cy="115887"/>
          </a:xfrm>
          <a:prstGeom prst="ellipse">
            <a:avLst/>
          </a:prstGeom>
          <a:solidFill>
            <a:schemeClr val="accent1"/>
          </a:solidFill>
          <a:ln w="12700" algn="ctr">
            <a:solidFill>
              <a:srgbClr val="646464"/>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25622" name="Oval 23">
            <a:extLst>
              <a:ext uri="{FF2B5EF4-FFF2-40B4-BE49-F238E27FC236}">
                <a16:creationId xmlns:a16="http://schemas.microsoft.com/office/drawing/2014/main" id="{E257FB49-48CA-65BE-F4EA-385DFC239A11}"/>
              </a:ext>
            </a:extLst>
          </p:cNvPr>
          <p:cNvSpPr>
            <a:spLocks noChangeArrowheads="1"/>
          </p:cNvSpPr>
          <p:nvPr/>
        </p:nvSpPr>
        <p:spPr bwMode="auto">
          <a:xfrm>
            <a:off x="3357564" y="3214689"/>
            <a:ext cx="115887" cy="115887"/>
          </a:xfrm>
          <a:prstGeom prst="ellipse">
            <a:avLst/>
          </a:prstGeom>
          <a:solidFill>
            <a:schemeClr val="accent1"/>
          </a:solidFill>
          <a:ln w="12700" algn="ctr">
            <a:solidFill>
              <a:srgbClr val="646464"/>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25623" name="Line 24">
            <a:extLst>
              <a:ext uri="{FF2B5EF4-FFF2-40B4-BE49-F238E27FC236}">
                <a16:creationId xmlns:a16="http://schemas.microsoft.com/office/drawing/2014/main" id="{11CA0819-5DCB-8638-7ED4-F514D1B4B4C1}"/>
              </a:ext>
            </a:extLst>
          </p:cNvPr>
          <p:cNvSpPr>
            <a:spLocks noChangeShapeType="1"/>
          </p:cNvSpPr>
          <p:nvPr/>
        </p:nvSpPr>
        <p:spPr bwMode="auto">
          <a:xfrm>
            <a:off x="2921000" y="3309938"/>
            <a:ext cx="0" cy="406400"/>
          </a:xfrm>
          <a:prstGeom prst="line">
            <a:avLst/>
          </a:prstGeom>
          <a:noFill/>
          <a:ln w="12700">
            <a:solidFill>
              <a:srgbClr val="646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5624" name="Line 25">
            <a:extLst>
              <a:ext uri="{FF2B5EF4-FFF2-40B4-BE49-F238E27FC236}">
                <a16:creationId xmlns:a16="http://schemas.microsoft.com/office/drawing/2014/main" id="{C48CE183-D5FC-34FB-71F6-6099CEC0B1C5}"/>
              </a:ext>
            </a:extLst>
          </p:cNvPr>
          <p:cNvSpPr>
            <a:spLocks noChangeShapeType="1"/>
          </p:cNvSpPr>
          <p:nvPr/>
        </p:nvSpPr>
        <p:spPr bwMode="auto">
          <a:xfrm>
            <a:off x="3073400" y="3319463"/>
            <a:ext cx="0" cy="406400"/>
          </a:xfrm>
          <a:prstGeom prst="line">
            <a:avLst/>
          </a:prstGeom>
          <a:noFill/>
          <a:ln w="12700">
            <a:solidFill>
              <a:srgbClr val="646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5625" name="Line 26">
            <a:extLst>
              <a:ext uri="{FF2B5EF4-FFF2-40B4-BE49-F238E27FC236}">
                <a16:creationId xmlns:a16="http://schemas.microsoft.com/office/drawing/2014/main" id="{0A8074B4-F654-F52C-6898-A4DAF6B0C0AC}"/>
              </a:ext>
            </a:extLst>
          </p:cNvPr>
          <p:cNvSpPr>
            <a:spLocks noChangeShapeType="1"/>
          </p:cNvSpPr>
          <p:nvPr/>
        </p:nvSpPr>
        <p:spPr bwMode="auto">
          <a:xfrm>
            <a:off x="3240088" y="3314700"/>
            <a:ext cx="0" cy="406400"/>
          </a:xfrm>
          <a:prstGeom prst="line">
            <a:avLst/>
          </a:prstGeom>
          <a:noFill/>
          <a:ln w="12700">
            <a:solidFill>
              <a:srgbClr val="646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5626" name="Line 27">
            <a:extLst>
              <a:ext uri="{FF2B5EF4-FFF2-40B4-BE49-F238E27FC236}">
                <a16:creationId xmlns:a16="http://schemas.microsoft.com/office/drawing/2014/main" id="{25A9E807-C029-1F26-DBE1-E651F5C5D03E}"/>
              </a:ext>
            </a:extLst>
          </p:cNvPr>
          <p:cNvSpPr>
            <a:spLocks noChangeShapeType="1"/>
          </p:cNvSpPr>
          <p:nvPr/>
        </p:nvSpPr>
        <p:spPr bwMode="auto">
          <a:xfrm>
            <a:off x="3406775" y="3309938"/>
            <a:ext cx="0" cy="406400"/>
          </a:xfrm>
          <a:prstGeom prst="line">
            <a:avLst/>
          </a:prstGeom>
          <a:noFill/>
          <a:ln w="12700">
            <a:solidFill>
              <a:srgbClr val="646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5627" name="Oval 28">
            <a:extLst>
              <a:ext uri="{FF2B5EF4-FFF2-40B4-BE49-F238E27FC236}">
                <a16:creationId xmlns:a16="http://schemas.microsoft.com/office/drawing/2014/main" id="{E98DFF54-C2BB-54F6-E557-5C3A2CA6C95F}"/>
              </a:ext>
            </a:extLst>
          </p:cNvPr>
          <p:cNvSpPr>
            <a:spLocks noChangeArrowheads="1"/>
          </p:cNvSpPr>
          <p:nvPr/>
        </p:nvSpPr>
        <p:spPr bwMode="auto">
          <a:xfrm>
            <a:off x="3524250" y="3195639"/>
            <a:ext cx="115888" cy="115887"/>
          </a:xfrm>
          <a:prstGeom prst="ellipse">
            <a:avLst/>
          </a:prstGeom>
          <a:solidFill>
            <a:schemeClr val="accent1"/>
          </a:solidFill>
          <a:ln w="12700" algn="ctr">
            <a:solidFill>
              <a:srgbClr val="646464"/>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25628" name="Oval 29">
            <a:extLst>
              <a:ext uri="{FF2B5EF4-FFF2-40B4-BE49-F238E27FC236}">
                <a16:creationId xmlns:a16="http://schemas.microsoft.com/office/drawing/2014/main" id="{7C0674E0-0B3F-2C65-92A9-C36E938E213F}"/>
              </a:ext>
            </a:extLst>
          </p:cNvPr>
          <p:cNvSpPr>
            <a:spLocks noChangeArrowheads="1"/>
          </p:cNvSpPr>
          <p:nvPr/>
        </p:nvSpPr>
        <p:spPr bwMode="auto">
          <a:xfrm>
            <a:off x="3676650" y="3195639"/>
            <a:ext cx="115888" cy="115887"/>
          </a:xfrm>
          <a:prstGeom prst="ellipse">
            <a:avLst/>
          </a:prstGeom>
          <a:solidFill>
            <a:schemeClr val="accent1"/>
          </a:solidFill>
          <a:ln w="12700" algn="ctr">
            <a:solidFill>
              <a:srgbClr val="646464"/>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25629" name="Oval 30">
            <a:extLst>
              <a:ext uri="{FF2B5EF4-FFF2-40B4-BE49-F238E27FC236}">
                <a16:creationId xmlns:a16="http://schemas.microsoft.com/office/drawing/2014/main" id="{33AE7FBF-8406-2F4B-972C-67303A788A79}"/>
              </a:ext>
            </a:extLst>
          </p:cNvPr>
          <p:cNvSpPr>
            <a:spLocks noChangeArrowheads="1"/>
          </p:cNvSpPr>
          <p:nvPr/>
        </p:nvSpPr>
        <p:spPr bwMode="auto">
          <a:xfrm>
            <a:off x="3843339" y="3195639"/>
            <a:ext cx="115887" cy="115887"/>
          </a:xfrm>
          <a:prstGeom prst="ellipse">
            <a:avLst/>
          </a:prstGeom>
          <a:solidFill>
            <a:schemeClr val="accent1"/>
          </a:solidFill>
          <a:ln w="12700" algn="ctr">
            <a:solidFill>
              <a:srgbClr val="646464"/>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25630" name="Oval 31">
            <a:extLst>
              <a:ext uri="{FF2B5EF4-FFF2-40B4-BE49-F238E27FC236}">
                <a16:creationId xmlns:a16="http://schemas.microsoft.com/office/drawing/2014/main" id="{A5DA9FD0-7774-8D8A-F167-8E6F20348BF3}"/>
              </a:ext>
            </a:extLst>
          </p:cNvPr>
          <p:cNvSpPr>
            <a:spLocks noChangeArrowheads="1"/>
          </p:cNvSpPr>
          <p:nvPr/>
        </p:nvSpPr>
        <p:spPr bwMode="auto">
          <a:xfrm>
            <a:off x="4010025" y="3195639"/>
            <a:ext cx="115888" cy="115887"/>
          </a:xfrm>
          <a:prstGeom prst="ellipse">
            <a:avLst/>
          </a:prstGeom>
          <a:solidFill>
            <a:schemeClr val="accent1"/>
          </a:solidFill>
          <a:ln w="12700" algn="ctr">
            <a:solidFill>
              <a:srgbClr val="646464"/>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25631" name="Line 32">
            <a:extLst>
              <a:ext uri="{FF2B5EF4-FFF2-40B4-BE49-F238E27FC236}">
                <a16:creationId xmlns:a16="http://schemas.microsoft.com/office/drawing/2014/main" id="{EB565396-E228-5F51-2EB1-AB5AA5500E24}"/>
              </a:ext>
            </a:extLst>
          </p:cNvPr>
          <p:cNvSpPr>
            <a:spLocks noChangeShapeType="1"/>
          </p:cNvSpPr>
          <p:nvPr/>
        </p:nvSpPr>
        <p:spPr bwMode="auto">
          <a:xfrm>
            <a:off x="3573463" y="3290888"/>
            <a:ext cx="0" cy="406400"/>
          </a:xfrm>
          <a:prstGeom prst="line">
            <a:avLst/>
          </a:prstGeom>
          <a:noFill/>
          <a:ln w="12700">
            <a:solidFill>
              <a:srgbClr val="646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5632" name="Line 33">
            <a:extLst>
              <a:ext uri="{FF2B5EF4-FFF2-40B4-BE49-F238E27FC236}">
                <a16:creationId xmlns:a16="http://schemas.microsoft.com/office/drawing/2014/main" id="{F8C55F3E-B3D3-1460-667F-648EFBEB3CC8}"/>
              </a:ext>
            </a:extLst>
          </p:cNvPr>
          <p:cNvSpPr>
            <a:spLocks noChangeShapeType="1"/>
          </p:cNvSpPr>
          <p:nvPr/>
        </p:nvSpPr>
        <p:spPr bwMode="auto">
          <a:xfrm>
            <a:off x="3725863" y="3300413"/>
            <a:ext cx="0" cy="406400"/>
          </a:xfrm>
          <a:prstGeom prst="line">
            <a:avLst/>
          </a:prstGeom>
          <a:noFill/>
          <a:ln w="12700">
            <a:solidFill>
              <a:srgbClr val="646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5633" name="Line 34">
            <a:extLst>
              <a:ext uri="{FF2B5EF4-FFF2-40B4-BE49-F238E27FC236}">
                <a16:creationId xmlns:a16="http://schemas.microsoft.com/office/drawing/2014/main" id="{26D7808A-E7F2-581C-0A66-478859D0A893}"/>
              </a:ext>
            </a:extLst>
          </p:cNvPr>
          <p:cNvSpPr>
            <a:spLocks noChangeShapeType="1"/>
          </p:cNvSpPr>
          <p:nvPr/>
        </p:nvSpPr>
        <p:spPr bwMode="auto">
          <a:xfrm>
            <a:off x="3892550" y="3295650"/>
            <a:ext cx="0" cy="406400"/>
          </a:xfrm>
          <a:prstGeom prst="line">
            <a:avLst/>
          </a:prstGeom>
          <a:noFill/>
          <a:ln w="12700">
            <a:solidFill>
              <a:srgbClr val="646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5634" name="Line 35">
            <a:extLst>
              <a:ext uri="{FF2B5EF4-FFF2-40B4-BE49-F238E27FC236}">
                <a16:creationId xmlns:a16="http://schemas.microsoft.com/office/drawing/2014/main" id="{927AFBFF-3894-6EFD-8C27-9648B029498A}"/>
              </a:ext>
            </a:extLst>
          </p:cNvPr>
          <p:cNvSpPr>
            <a:spLocks noChangeShapeType="1"/>
          </p:cNvSpPr>
          <p:nvPr/>
        </p:nvSpPr>
        <p:spPr bwMode="auto">
          <a:xfrm>
            <a:off x="4059238" y="3290888"/>
            <a:ext cx="0" cy="406400"/>
          </a:xfrm>
          <a:prstGeom prst="line">
            <a:avLst/>
          </a:prstGeom>
          <a:noFill/>
          <a:ln w="12700">
            <a:solidFill>
              <a:srgbClr val="646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5635" name="Oval 36">
            <a:extLst>
              <a:ext uri="{FF2B5EF4-FFF2-40B4-BE49-F238E27FC236}">
                <a16:creationId xmlns:a16="http://schemas.microsoft.com/office/drawing/2014/main" id="{5F7F34B1-6B2C-4CBD-69A8-300820C83F53}"/>
              </a:ext>
            </a:extLst>
          </p:cNvPr>
          <p:cNvSpPr>
            <a:spLocks noChangeArrowheads="1"/>
          </p:cNvSpPr>
          <p:nvPr/>
        </p:nvSpPr>
        <p:spPr bwMode="auto">
          <a:xfrm>
            <a:off x="4162425" y="3233739"/>
            <a:ext cx="115888" cy="115887"/>
          </a:xfrm>
          <a:prstGeom prst="ellipse">
            <a:avLst/>
          </a:prstGeom>
          <a:solidFill>
            <a:schemeClr val="accent1"/>
          </a:solidFill>
          <a:ln w="12700" algn="ctr">
            <a:solidFill>
              <a:srgbClr val="646464"/>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25636" name="Oval 37">
            <a:extLst>
              <a:ext uri="{FF2B5EF4-FFF2-40B4-BE49-F238E27FC236}">
                <a16:creationId xmlns:a16="http://schemas.microsoft.com/office/drawing/2014/main" id="{C9A0EDE3-AD6F-7932-3183-399973FFDE94}"/>
              </a:ext>
            </a:extLst>
          </p:cNvPr>
          <p:cNvSpPr>
            <a:spLocks noChangeArrowheads="1"/>
          </p:cNvSpPr>
          <p:nvPr/>
        </p:nvSpPr>
        <p:spPr bwMode="auto">
          <a:xfrm>
            <a:off x="4314825" y="3233739"/>
            <a:ext cx="115888" cy="115887"/>
          </a:xfrm>
          <a:prstGeom prst="ellipse">
            <a:avLst/>
          </a:prstGeom>
          <a:solidFill>
            <a:schemeClr val="accent1"/>
          </a:solidFill>
          <a:ln w="12700" algn="ctr">
            <a:solidFill>
              <a:srgbClr val="646464"/>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25637" name="Oval 38">
            <a:extLst>
              <a:ext uri="{FF2B5EF4-FFF2-40B4-BE49-F238E27FC236}">
                <a16:creationId xmlns:a16="http://schemas.microsoft.com/office/drawing/2014/main" id="{78689466-48E9-7F50-9DA3-97F957A88F79}"/>
              </a:ext>
            </a:extLst>
          </p:cNvPr>
          <p:cNvSpPr>
            <a:spLocks noChangeArrowheads="1"/>
          </p:cNvSpPr>
          <p:nvPr/>
        </p:nvSpPr>
        <p:spPr bwMode="auto">
          <a:xfrm>
            <a:off x="4481514" y="3233739"/>
            <a:ext cx="115887" cy="115887"/>
          </a:xfrm>
          <a:prstGeom prst="ellipse">
            <a:avLst/>
          </a:prstGeom>
          <a:solidFill>
            <a:schemeClr val="accent1"/>
          </a:solidFill>
          <a:ln w="12700" algn="ctr">
            <a:solidFill>
              <a:srgbClr val="646464"/>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25638" name="Oval 39">
            <a:extLst>
              <a:ext uri="{FF2B5EF4-FFF2-40B4-BE49-F238E27FC236}">
                <a16:creationId xmlns:a16="http://schemas.microsoft.com/office/drawing/2014/main" id="{2A96F9FF-B4BB-BA23-5AD2-16C94CACC7A0}"/>
              </a:ext>
            </a:extLst>
          </p:cNvPr>
          <p:cNvSpPr>
            <a:spLocks noChangeArrowheads="1"/>
          </p:cNvSpPr>
          <p:nvPr/>
        </p:nvSpPr>
        <p:spPr bwMode="auto">
          <a:xfrm>
            <a:off x="4648200" y="3233739"/>
            <a:ext cx="115888" cy="115887"/>
          </a:xfrm>
          <a:prstGeom prst="ellipse">
            <a:avLst/>
          </a:prstGeom>
          <a:solidFill>
            <a:schemeClr val="accent1"/>
          </a:solidFill>
          <a:ln w="12700" algn="ctr">
            <a:solidFill>
              <a:srgbClr val="646464"/>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25639" name="Line 40">
            <a:extLst>
              <a:ext uri="{FF2B5EF4-FFF2-40B4-BE49-F238E27FC236}">
                <a16:creationId xmlns:a16="http://schemas.microsoft.com/office/drawing/2014/main" id="{058A908A-7DF4-A8CD-6FC3-7C6346CE3537}"/>
              </a:ext>
            </a:extLst>
          </p:cNvPr>
          <p:cNvSpPr>
            <a:spLocks noChangeShapeType="1"/>
          </p:cNvSpPr>
          <p:nvPr/>
        </p:nvSpPr>
        <p:spPr bwMode="auto">
          <a:xfrm>
            <a:off x="4211638" y="3328988"/>
            <a:ext cx="0" cy="406400"/>
          </a:xfrm>
          <a:prstGeom prst="line">
            <a:avLst/>
          </a:prstGeom>
          <a:noFill/>
          <a:ln w="12700">
            <a:solidFill>
              <a:srgbClr val="646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5640" name="Line 41">
            <a:extLst>
              <a:ext uri="{FF2B5EF4-FFF2-40B4-BE49-F238E27FC236}">
                <a16:creationId xmlns:a16="http://schemas.microsoft.com/office/drawing/2014/main" id="{6CEFA07F-E39B-4B80-FA92-0C7EBA4986B1}"/>
              </a:ext>
            </a:extLst>
          </p:cNvPr>
          <p:cNvSpPr>
            <a:spLocks noChangeShapeType="1"/>
          </p:cNvSpPr>
          <p:nvPr/>
        </p:nvSpPr>
        <p:spPr bwMode="auto">
          <a:xfrm>
            <a:off x="4364038" y="3338513"/>
            <a:ext cx="0" cy="406400"/>
          </a:xfrm>
          <a:prstGeom prst="line">
            <a:avLst/>
          </a:prstGeom>
          <a:noFill/>
          <a:ln w="12700">
            <a:solidFill>
              <a:srgbClr val="646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5641" name="Line 42">
            <a:extLst>
              <a:ext uri="{FF2B5EF4-FFF2-40B4-BE49-F238E27FC236}">
                <a16:creationId xmlns:a16="http://schemas.microsoft.com/office/drawing/2014/main" id="{D267B41C-38E4-C9BF-C33B-65B0E471CE64}"/>
              </a:ext>
            </a:extLst>
          </p:cNvPr>
          <p:cNvSpPr>
            <a:spLocks noChangeShapeType="1"/>
          </p:cNvSpPr>
          <p:nvPr/>
        </p:nvSpPr>
        <p:spPr bwMode="auto">
          <a:xfrm>
            <a:off x="4530725" y="3333750"/>
            <a:ext cx="0" cy="406400"/>
          </a:xfrm>
          <a:prstGeom prst="line">
            <a:avLst/>
          </a:prstGeom>
          <a:noFill/>
          <a:ln w="12700">
            <a:solidFill>
              <a:srgbClr val="646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5642" name="Line 43">
            <a:extLst>
              <a:ext uri="{FF2B5EF4-FFF2-40B4-BE49-F238E27FC236}">
                <a16:creationId xmlns:a16="http://schemas.microsoft.com/office/drawing/2014/main" id="{247FF71F-4BAA-5CA9-DDE3-8ECB84F3CA34}"/>
              </a:ext>
            </a:extLst>
          </p:cNvPr>
          <p:cNvSpPr>
            <a:spLocks noChangeShapeType="1"/>
          </p:cNvSpPr>
          <p:nvPr/>
        </p:nvSpPr>
        <p:spPr bwMode="auto">
          <a:xfrm>
            <a:off x="4697413" y="3328988"/>
            <a:ext cx="0" cy="406400"/>
          </a:xfrm>
          <a:prstGeom prst="line">
            <a:avLst/>
          </a:prstGeom>
          <a:noFill/>
          <a:ln w="12700">
            <a:solidFill>
              <a:srgbClr val="646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5643" name="Oval 44">
            <a:extLst>
              <a:ext uri="{FF2B5EF4-FFF2-40B4-BE49-F238E27FC236}">
                <a16:creationId xmlns:a16="http://schemas.microsoft.com/office/drawing/2014/main" id="{635BFAA2-EC88-AA2C-C8BE-D413726F63BE}"/>
              </a:ext>
            </a:extLst>
          </p:cNvPr>
          <p:cNvSpPr>
            <a:spLocks noChangeArrowheads="1"/>
          </p:cNvSpPr>
          <p:nvPr/>
        </p:nvSpPr>
        <p:spPr bwMode="auto">
          <a:xfrm>
            <a:off x="4786314" y="3243264"/>
            <a:ext cx="115887" cy="115887"/>
          </a:xfrm>
          <a:prstGeom prst="ellipse">
            <a:avLst/>
          </a:prstGeom>
          <a:solidFill>
            <a:schemeClr val="accent1"/>
          </a:solidFill>
          <a:ln w="12700" algn="ctr">
            <a:solidFill>
              <a:srgbClr val="646464"/>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25644" name="Oval 45">
            <a:extLst>
              <a:ext uri="{FF2B5EF4-FFF2-40B4-BE49-F238E27FC236}">
                <a16:creationId xmlns:a16="http://schemas.microsoft.com/office/drawing/2014/main" id="{952206FF-C9AF-CC9C-2B9B-88127A100F2B}"/>
              </a:ext>
            </a:extLst>
          </p:cNvPr>
          <p:cNvSpPr>
            <a:spLocks noChangeArrowheads="1"/>
          </p:cNvSpPr>
          <p:nvPr/>
        </p:nvSpPr>
        <p:spPr bwMode="auto">
          <a:xfrm>
            <a:off x="4938714" y="3243264"/>
            <a:ext cx="115887" cy="115887"/>
          </a:xfrm>
          <a:prstGeom prst="ellipse">
            <a:avLst/>
          </a:prstGeom>
          <a:solidFill>
            <a:schemeClr val="accent1"/>
          </a:solidFill>
          <a:ln w="12700" algn="ctr">
            <a:solidFill>
              <a:srgbClr val="646464"/>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25645" name="Line 48">
            <a:extLst>
              <a:ext uri="{FF2B5EF4-FFF2-40B4-BE49-F238E27FC236}">
                <a16:creationId xmlns:a16="http://schemas.microsoft.com/office/drawing/2014/main" id="{7D514609-4293-B878-8E31-C80F52BC057A}"/>
              </a:ext>
            </a:extLst>
          </p:cNvPr>
          <p:cNvSpPr>
            <a:spLocks noChangeShapeType="1"/>
          </p:cNvSpPr>
          <p:nvPr/>
        </p:nvSpPr>
        <p:spPr bwMode="auto">
          <a:xfrm>
            <a:off x="4835525" y="3338513"/>
            <a:ext cx="0" cy="406400"/>
          </a:xfrm>
          <a:prstGeom prst="line">
            <a:avLst/>
          </a:prstGeom>
          <a:noFill/>
          <a:ln w="12700">
            <a:solidFill>
              <a:srgbClr val="646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5646" name="Line 49">
            <a:extLst>
              <a:ext uri="{FF2B5EF4-FFF2-40B4-BE49-F238E27FC236}">
                <a16:creationId xmlns:a16="http://schemas.microsoft.com/office/drawing/2014/main" id="{E0ADD9AE-5922-B0CF-6563-868C7F392B9E}"/>
              </a:ext>
            </a:extLst>
          </p:cNvPr>
          <p:cNvSpPr>
            <a:spLocks noChangeShapeType="1"/>
          </p:cNvSpPr>
          <p:nvPr/>
        </p:nvSpPr>
        <p:spPr bwMode="auto">
          <a:xfrm>
            <a:off x="4987925" y="3348038"/>
            <a:ext cx="0" cy="406400"/>
          </a:xfrm>
          <a:prstGeom prst="line">
            <a:avLst/>
          </a:prstGeom>
          <a:noFill/>
          <a:ln w="12700">
            <a:solidFill>
              <a:srgbClr val="646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5647" name="Line 52">
            <a:extLst>
              <a:ext uri="{FF2B5EF4-FFF2-40B4-BE49-F238E27FC236}">
                <a16:creationId xmlns:a16="http://schemas.microsoft.com/office/drawing/2014/main" id="{4C90188C-D8D6-10C4-3358-E51D80E3737E}"/>
              </a:ext>
            </a:extLst>
          </p:cNvPr>
          <p:cNvSpPr>
            <a:spLocks noChangeShapeType="1"/>
          </p:cNvSpPr>
          <p:nvPr/>
        </p:nvSpPr>
        <p:spPr bwMode="auto">
          <a:xfrm>
            <a:off x="5341938" y="3730626"/>
            <a:ext cx="0" cy="1044575"/>
          </a:xfrm>
          <a:prstGeom prst="line">
            <a:avLst/>
          </a:prstGeom>
          <a:noFill/>
          <a:ln w="12700">
            <a:solidFill>
              <a:srgbClr val="646464"/>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5648" name="Text Box 53">
            <a:extLst>
              <a:ext uri="{FF2B5EF4-FFF2-40B4-BE49-F238E27FC236}">
                <a16:creationId xmlns:a16="http://schemas.microsoft.com/office/drawing/2014/main" id="{D9B98629-8C15-E7F0-6A80-0AAB1192A7C2}"/>
              </a:ext>
            </a:extLst>
          </p:cNvPr>
          <p:cNvSpPr txBox="1">
            <a:spLocks noChangeArrowheads="1"/>
          </p:cNvSpPr>
          <p:nvPr/>
        </p:nvSpPr>
        <p:spPr bwMode="auto">
          <a:xfrm>
            <a:off x="5330825" y="4065588"/>
            <a:ext cx="827088"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x</a:t>
            </a:r>
            <a:r>
              <a:rPr lang="en-GB" altLang="en-US" sz="2000" baseline="-25000"/>
              <a:t>m</a:t>
            </a:r>
            <a:endParaRPr lang="en-US" altLang="en-US" sz="2000"/>
          </a:p>
        </p:txBody>
      </p:sp>
      <p:sp>
        <p:nvSpPr>
          <p:cNvPr id="25649" name="Text Box 54">
            <a:extLst>
              <a:ext uri="{FF2B5EF4-FFF2-40B4-BE49-F238E27FC236}">
                <a16:creationId xmlns:a16="http://schemas.microsoft.com/office/drawing/2014/main" id="{F2A17D63-DD01-361A-F038-32312B195ACE}"/>
              </a:ext>
            </a:extLst>
          </p:cNvPr>
          <p:cNvSpPr txBox="1">
            <a:spLocks noChangeArrowheads="1"/>
          </p:cNvSpPr>
          <p:nvPr/>
        </p:nvSpPr>
        <p:spPr bwMode="auto">
          <a:xfrm>
            <a:off x="3362325" y="5219700"/>
            <a:ext cx="827088"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C</a:t>
            </a:r>
            <a:r>
              <a:rPr lang="en-GB" altLang="en-US" sz="2000" baseline="-25000"/>
              <a:t>p</a:t>
            </a:r>
            <a:endParaRPr lang="en-US" altLang="en-US" sz="2000"/>
          </a:p>
        </p:txBody>
      </p:sp>
      <p:sp>
        <p:nvSpPr>
          <p:cNvPr id="25650" name="Freeform 55">
            <a:extLst>
              <a:ext uri="{FF2B5EF4-FFF2-40B4-BE49-F238E27FC236}">
                <a16:creationId xmlns:a16="http://schemas.microsoft.com/office/drawing/2014/main" id="{900CB85D-3EBA-EC18-884C-E3CFBCECF9CA}"/>
              </a:ext>
            </a:extLst>
          </p:cNvPr>
          <p:cNvSpPr>
            <a:spLocks/>
          </p:cNvSpPr>
          <p:nvPr/>
        </p:nvSpPr>
        <p:spPr bwMode="auto">
          <a:xfrm rot="5261021">
            <a:off x="4226720" y="3977482"/>
            <a:ext cx="1071562" cy="517525"/>
          </a:xfrm>
          <a:custGeom>
            <a:avLst/>
            <a:gdLst>
              <a:gd name="T0" fmla="*/ 0 w 704"/>
              <a:gd name="T1" fmla="*/ 501860 h 892"/>
              <a:gd name="T2" fmla="*/ 514472 w 704"/>
              <a:gd name="T3" fmla="*/ 2901 h 892"/>
              <a:gd name="T4" fmla="*/ 1071562 w 704"/>
              <a:gd name="T5" fmla="*/ 517525 h 892"/>
              <a:gd name="T6" fmla="*/ 0 60000 65536"/>
              <a:gd name="T7" fmla="*/ 0 60000 65536"/>
              <a:gd name="T8" fmla="*/ 0 60000 65536"/>
            </a:gdLst>
            <a:ahLst/>
            <a:cxnLst>
              <a:cxn ang="T6">
                <a:pos x="T0" y="T1"/>
              </a:cxn>
              <a:cxn ang="T7">
                <a:pos x="T2" y="T3"/>
              </a:cxn>
              <a:cxn ang="T8">
                <a:pos x="T4" y="T5"/>
              </a:cxn>
            </a:cxnLst>
            <a:rect l="0" t="0" r="r" b="b"/>
            <a:pathLst>
              <a:path w="704" h="892">
                <a:moveTo>
                  <a:pt x="0" y="865"/>
                </a:moveTo>
                <a:cubicBezTo>
                  <a:pt x="110" y="432"/>
                  <a:pt x="221" y="0"/>
                  <a:pt x="338" y="5"/>
                </a:cubicBezTo>
                <a:cubicBezTo>
                  <a:pt x="455" y="10"/>
                  <a:pt x="643" y="744"/>
                  <a:pt x="704" y="892"/>
                </a:cubicBezTo>
              </a:path>
            </a:pathLst>
          </a:custGeom>
          <a:noFill/>
          <a:ln w="12700" cap="flat" cmpd="sng">
            <a:solidFill>
              <a:schemeClr val="bg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5651" name="Freeform 56">
            <a:extLst>
              <a:ext uri="{FF2B5EF4-FFF2-40B4-BE49-F238E27FC236}">
                <a16:creationId xmlns:a16="http://schemas.microsoft.com/office/drawing/2014/main" id="{CF7C4201-6C15-7AB1-DDBD-2FC3BAC8A237}"/>
              </a:ext>
            </a:extLst>
          </p:cNvPr>
          <p:cNvSpPr>
            <a:spLocks/>
          </p:cNvSpPr>
          <p:nvPr/>
        </p:nvSpPr>
        <p:spPr bwMode="auto">
          <a:xfrm rot="5261021">
            <a:off x="3190082" y="4802982"/>
            <a:ext cx="1071563" cy="1416050"/>
          </a:xfrm>
          <a:custGeom>
            <a:avLst/>
            <a:gdLst>
              <a:gd name="T0" fmla="*/ 0 w 704"/>
              <a:gd name="T1" fmla="*/ 1373188 h 892"/>
              <a:gd name="T2" fmla="*/ 514472 w 704"/>
              <a:gd name="T3" fmla="*/ 7938 h 892"/>
              <a:gd name="T4" fmla="*/ 1071563 w 704"/>
              <a:gd name="T5" fmla="*/ 1416050 h 892"/>
              <a:gd name="T6" fmla="*/ 0 60000 65536"/>
              <a:gd name="T7" fmla="*/ 0 60000 65536"/>
              <a:gd name="T8" fmla="*/ 0 60000 65536"/>
            </a:gdLst>
            <a:ahLst/>
            <a:cxnLst>
              <a:cxn ang="T6">
                <a:pos x="T0" y="T1"/>
              </a:cxn>
              <a:cxn ang="T7">
                <a:pos x="T2" y="T3"/>
              </a:cxn>
              <a:cxn ang="T8">
                <a:pos x="T4" y="T5"/>
              </a:cxn>
            </a:cxnLst>
            <a:rect l="0" t="0" r="r" b="b"/>
            <a:pathLst>
              <a:path w="704" h="892">
                <a:moveTo>
                  <a:pt x="0" y="865"/>
                </a:moveTo>
                <a:cubicBezTo>
                  <a:pt x="110" y="432"/>
                  <a:pt x="221" y="0"/>
                  <a:pt x="338" y="5"/>
                </a:cubicBezTo>
                <a:cubicBezTo>
                  <a:pt x="455" y="10"/>
                  <a:pt x="643" y="744"/>
                  <a:pt x="704" y="892"/>
                </a:cubicBezTo>
              </a:path>
            </a:pathLst>
          </a:custGeom>
          <a:noFill/>
          <a:ln w="12700" cap="flat" cmpd="sng">
            <a:solidFill>
              <a:srgbClr val="646464"/>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5652" name="Freeform 57">
            <a:extLst>
              <a:ext uri="{FF2B5EF4-FFF2-40B4-BE49-F238E27FC236}">
                <a16:creationId xmlns:a16="http://schemas.microsoft.com/office/drawing/2014/main" id="{D9C4F2DA-422E-C767-B47C-EDCB93BE646E}"/>
              </a:ext>
            </a:extLst>
          </p:cNvPr>
          <p:cNvSpPr>
            <a:spLocks/>
          </p:cNvSpPr>
          <p:nvPr/>
        </p:nvSpPr>
        <p:spPr bwMode="auto">
          <a:xfrm rot="5261021">
            <a:off x="2115345" y="3940970"/>
            <a:ext cx="1071563" cy="517525"/>
          </a:xfrm>
          <a:custGeom>
            <a:avLst/>
            <a:gdLst>
              <a:gd name="T0" fmla="*/ 0 w 704"/>
              <a:gd name="T1" fmla="*/ 501860 h 892"/>
              <a:gd name="T2" fmla="*/ 514472 w 704"/>
              <a:gd name="T3" fmla="*/ 2901 h 892"/>
              <a:gd name="T4" fmla="*/ 1071563 w 704"/>
              <a:gd name="T5" fmla="*/ 517525 h 892"/>
              <a:gd name="T6" fmla="*/ 0 60000 65536"/>
              <a:gd name="T7" fmla="*/ 0 60000 65536"/>
              <a:gd name="T8" fmla="*/ 0 60000 65536"/>
            </a:gdLst>
            <a:ahLst/>
            <a:cxnLst>
              <a:cxn ang="T6">
                <a:pos x="T0" y="T1"/>
              </a:cxn>
              <a:cxn ang="T7">
                <a:pos x="T2" y="T3"/>
              </a:cxn>
              <a:cxn ang="T8">
                <a:pos x="T4" y="T5"/>
              </a:cxn>
            </a:cxnLst>
            <a:rect l="0" t="0" r="r" b="b"/>
            <a:pathLst>
              <a:path w="704" h="892">
                <a:moveTo>
                  <a:pt x="0" y="865"/>
                </a:moveTo>
                <a:cubicBezTo>
                  <a:pt x="110" y="432"/>
                  <a:pt x="221" y="0"/>
                  <a:pt x="338" y="5"/>
                </a:cubicBezTo>
                <a:cubicBezTo>
                  <a:pt x="455" y="10"/>
                  <a:pt x="643" y="744"/>
                  <a:pt x="704" y="892"/>
                </a:cubicBezTo>
              </a:path>
            </a:pathLst>
          </a:custGeom>
          <a:noFill/>
          <a:ln w="12700" cap="flat" cmpd="sng">
            <a:solidFill>
              <a:schemeClr val="bg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5653" name="Text Box 58">
            <a:extLst>
              <a:ext uri="{FF2B5EF4-FFF2-40B4-BE49-F238E27FC236}">
                <a16:creationId xmlns:a16="http://schemas.microsoft.com/office/drawing/2014/main" id="{2B363C90-462A-3B80-1940-3E1922B3B55C}"/>
              </a:ext>
            </a:extLst>
          </p:cNvPr>
          <p:cNvSpPr txBox="1">
            <a:spLocks noChangeArrowheads="1"/>
          </p:cNvSpPr>
          <p:nvPr/>
        </p:nvSpPr>
        <p:spPr bwMode="auto">
          <a:xfrm>
            <a:off x="4400550" y="4008438"/>
            <a:ext cx="827088"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C</a:t>
            </a:r>
            <a:r>
              <a:rPr lang="en-GB" altLang="en-US" sz="2000" baseline="30000"/>
              <a:t>*</a:t>
            </a:r>
            <a:r>
              <a:rPr lang="en-GB" altLang="en-US" sz="2000" baseline="-25000"/>
              <a:t>p</a:t>
            </a:r>
            <a:endParaRPr lang="en-US" altLang="en-US" sz="2000"/>
          </a:p>
        </p:txBody>
      </p:sp>
      <p:sp>
        <p:nvSpPr>
          <p:cNvPr id="25654" name="Text Box 59">
            <a:extLst>
              <a:ext uri="{FF2B5EF4-FFF2-40B4-BE49-F238E27FC236}">
                <a16:creationId xmlns:a16="http://schemas.microsoft.com/office/drawing/2014/main" id="{BA93EA43-62C3-EC4A-5170-8AEED0887174}"/>
              </a:ext>
            </a:extLst>
          </p:cNvPr>
          <p:cNvSpPr txBox="1">
            <a:spLocks noChangeArrowheads="1"/>
          </p:cNvSpPr>
          <p:nvPr/>
        </p:nvSpPr>
        <p:spPr bwMode="auto">
          <a:xfrm>
            <a:off x="2179639" y="4806950"/>
            <a:ext cx="82708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C</a:t>
            </a:r>
            <a:r>
              <a:rPr lang="en-GB" altLang="en-US" sz="2000" baseline="-25000"/>
              <a:t>B</a:t>
            </a:r>
            <a:endParaRPr lang="en-US" altLang="en-US" sz="2000"/>
          </a:p>
        </p:txBody>
      </p:sp>
      <p:sp>
        <p:nvSpPr>
          <p:cNvPr id="25655" name="Text Box 60">
            <a:extLst>
              <a:ext uri="{FF2B5EF4-FFF2-40B4-BE49-F238E27FC236}">
                <a16:creationId xmlns:a16="http://schemas.microsoft.com/office/drawing/2014/main" id="{1148B655-4A2D-58C5-9EB1-FD69F8FEA855}"/>
              </a:ext>
            </a:extLst>
          </p:cNvPr>
          <p:cNvSpPr txBox="1">
            <a:spLocks noChangeArrowheads="1"/>
          </p:cNvSpPr>
          <p:nvPr/>
        </p:nvSpPr>
        <p:spPr bwMode="auto">
          <a:xfrm>
            <a:off x="6110288" y="2917825"/>
            <a:ext cx="3962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Efficient masking condition:</a:t>
            </a:r>
            <a:endParaRPr lang="en-US" altLang="en-US" sz="2000"/>
          </a:p>
        </p:txBody>
      </p:sp>
      <p:graphicFrame>
        <p:nvGraphicFramePr>
          <p:cNvPr id="25656" name="Object 61">
            <a:extLst>
              <a:ext uri="{FF2B5EF4-FFF2-40B4-BE49-F238E27FC236}">
                <a16:creationId xmlns:a16="http://schemas.microsoft.com/office/drawing/2014/main" id="{77B5A385-0B1F-9250-F350-0C69BF48A583}"/>
              </a:ext>
            </a:extLst>
          </p:cNvPr>
          <p:cNvGraphicFramePr>
            <a:graphicFrameLocks noChangeAspect="1"/>
          </p:cNvGraphicFramePr>
          <p:nvPr/>
        </p:nvGraphicFramePr>
        <p:xfrm>
          <a:off x="6091238" y="3271838"/>
          <a:ext cx="3554412" cy="982662"/>
        </p:xfrm>
        <a:graphic>
          <a:graphicData uri="http://schemas.openxmlformats.org/presentationml/2006/ole">
            <mc:AlternateContent xmlns:mc="http://schemas.openxmlformats.org/markup-compatibility/2006">
              <mc:Choice xmlns:v="urn:schemas-microsoft-com:vml" Requires="v">
                <p:oleObj name="Equation" r:id="rId3" imgW="2298700" imgH="635000" progId="Equation.DSMT4">
                  <p:embed/>
                </p:oleObj>
              </mc:Choice>
              <mc:Fallback>
                <p:oleObj name="Equation" r:id="rId3" imgW="2298700" imgH="635000" progId="Equation.DSMT4">
                  <p:embed/>
                  <p:pic>
                    <p:nvPicPr>
                      <p:cNvPr id="25656" name="Object 61">
                        <a:extLst>
                          <a:ext uri="{FF2B5EF4-FFF2-40B4-BE49-F238E27FC236}">
                            <a16:creationId xmlns:a16="http://schemas.microsoft.com/office/drawing/2014/main" id="{77B5A385-0B1F-9250-F350-0C69BF48A5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1238" y="3271838"/>
                        <a:ext cx="3554412" cy="982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57" name="Object 62">
            <a:extLst>
              <a:ext uri="{FF2B5EF4-FFF2-40B4-BE49-F238E27FC236}">
                <a16:creationId xmlns:a16="http://schemas.microsoft.com/office/drawing/2014/main" id="{4F10DE24-F5E2-715B-2683-91BE7645A46D}"/>
              </a:ext>
            </a:extLst>
          </p:cNvPr>
          <p:cNvGraphicFramePr>
            <a:graphicFrameLocks noChangeAspect="1"/>
          </p:cNvGraphicFramePr>
          <p:nvPr/>
        </p:nvGraphicFramePr>
        <p:xfrm>
          <a:off x="6265863" y="4265614"/>
          <a:ext cx="2341562" cy="750887"/>
        </p:xfrm>
        <a:graphic>
          <a:graphicData uri="http://schemas.openxmlformats.org/presentationml/2006/ole">
            <mc:AlternateContent xmlns:mc="http://schemas.openxmlformats.org/markup-compatibility/2006">
              <mc:Choice xmlns:v="urn:schemas-microsoft-com:vml" Requires="v">
                <p:oleObj name="Equation" r:id="rId5" imgW="1663700" imgH="533400" progId="Equation.3">
                  <p:embed/>
                </p:oleObj>
              </mc:Choice>
              <mc:Fallback>
                <p:oleObj name="Equation" r:id="rId5" imgW="1663700" imgH="533400" progId="Equation.3">
                  <p:embed/>
                  <p:pic>
                    <p:nvPicPr>
                      <p:cNvPr id="25657" name="Object 62">
                        <a:extLst>
                          <a:ext uri="{FF2B5EF4-FFF2-40B4-BE49-F238E27FC236}">
                            <a16:creationId xmlns:a16="http://schemas.microsoft.com/office/drawing/2014/main" id="{4F10DE24-F5E2-715B-2683-91BE7645A46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65863" y="4265614"/>
                        <a:ext cx="2341562" cy="750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58" name="Text Box 63">
            <a:extLst>
              <a:ext uri="{FF2B5EF4-FFF2-40B4-BE49-F238E27FC236}">
                <a16:creationId xmlns:a16="http://schemas.microsoft.com/office/drawing/2014/main" id="{4B52A1CB-375D-7598-94CA-C9B036358EB5}"/>
              </a:ext>
            </a:extLst>
          </p:cNvPr>
          <p:cNvSpPr txBox="1">
            <a:spLocks noChangeArrowheads="1"/>
          </p:cNvSpPr>
          <p:nvPr/>
        </p:nvSpPr>
        <p:spPr bwMode="auto">
          <a:xfrm>
            <a:off x="6102350" y="5086350"/>
            <a:ext cx="3962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Dose penetrating the mask:</a:t>
            </a:r>
            <a:endParaRPr lang="en-US" altLang="en-US" sz="2000"/>
          </a:p>
        </p:txBody>
      </p:sp>
      <p:graphicFrame>
        <p:nvGraphicFramePr>
          <p:cNvPr id="25659" name="Object 64">
            <a:extLst>
              <a:ext uri="{FF2B5EF4-FFF2-40B4-BE49-F238E27FC236}">
                <a16:creationId xmlns:a16="http://schemas.microsoft.com/office/drawing/2014/main" id="{428F79F6-A88E-77D5-B989-97DF795E05A5}"/>
              </a:ext>
            </a:extLst>
          </p:cNvPr>
          <p:cNvGraphicFramePr>
            <a:graphicFrameLocks noChangeAspect="1"/>
          </p:cNvGraphicFramePr>
          <p:nvPr/>
        </p:nvGraphicFramePr>
        <p:xfrm>
          <a:off x="5575301" y="5588000"/>
          <a:ext cx="4689475" cy="787400"/>
        </p:xfrm>
        <a:graphic>
          <a:graphicData uri="http://schemas.openxmlformats.org/presentationml/2006/ole">
            <mc:AlternateContent xmlns:mc="http://schemas.openxmlformats.org/markup-compatibility/2006">
              <mc:Choice xmlns:v="urn:schemas-microsoft-com:vml" Requires="v">
                <p:oleObj name="Equation" r:id="rId7" imgW="3479800" imgH="584200" progId="Equation.3">
                  <p:embed/>
                </p:oleObj>
              </mc:Choice>
              <mc:Fallback>
                <p:oleObj name="Equation" r:id="rId7" imgW="3479800" imgH="584200" progId="Equation.3">
                  <p:embed/>
                  <p:pic>
                    <p:nvPicPr>
                      <p:cNvPr id="25659" name="Object 64">
                        <a:extLst>
                          <a:ext uri="{FF2B5EF4-FFF2-40B4-BE49-F238E27FC236}">
                            <a16:creationId xmlns:a16="http://schemas.microsoft.com/office/drawing/2014/main" id="{428F79F6-A88E-77D5-B989-97DF795E05A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75301" y="5588000"/>
                        <a:ext cx="4689475"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3">
            <a:extLst>
              <a:ext uri="{FF2B5EF4-FFF2-40B4-BE49-F238E27FC236}">
                <a16:creationId xmlns:a16="http://schemas.microsoft.com/office/drawing/2014/main" id="{DE76B172-0F83-17BB-EE3E-C2E6DB82CE47}"/>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2431631C-B628-423B-BE4F-2BCE41346A08}" type="slidenum">
              <a:rPr lang="en-US" altLang="en-US"/>
              <a:pPr>
                <a:lnSpc>
                  <a:spcPct val="100000"/>
                </a:lnSpc>
                <a:spcBef>
                  <a:spcPct val="0"/>
                </a:spcBef>
                <a:buClr>
                  <a:srgbClr val="F68933"/>
                </a:buClr>
                <a:buFontTx/>
                <a:buNone/>
              </a:pPr>
              <a:t>13</a:t>
            </a:fld>
            <a:endParaRPr lang="en-US" altLang="en-US"/>
          </a:p>
        </p:txBody>
      </p:sp>
      <p:sp>
        <p:nvSpPr>
          <p:cNvPr id="27651" name="Rectangle 2">
            <a:extLst>
              <a:ext uri="{FF2B5EF4-FFF2-40B4-BE49-F238E27FC236}">
                <a16:creationId xmlns:a16="http://schemas.microsoft.com/office/drawing/2014/main" id="{7C339CE0-C3E2-0A8E-579F-9202268A8AED}"/>
              </a:ext>
            </a:extLst>
          </p:cNvPr>
          <p:cNvSpPr>
            <a:spLocks noGrp="1" noChangeArrowheads="1"/>
          </p:cNvSpPr>
          <p:nvPr>
            <p:ph type="title"/>
          </p:nvPr>
        </p:nvSpPr>
        <p:spPr/>
        <p:txBody>
          <a:bodyPr/>
          <a:lstStyle/>
          <a:p>
            <a:pPr eaLnBrk="1" hangingPunct="1"/>
            <a:r>
              <a:rPr lang="en-GB" altLang="en-US"/>
              <a:t>Diffusion of gaussian profiles</a:t>
            </a:r>
            <a:endParaRPr lang="en-US" altLang="en-US"/>
          </a:p>
        </p:txBody>
      </p:sp>
      <p:graphicFrame>
        <p:nvGraphicFramePr>
          <p:cNvPr id="27652" name="Object 4">
            <a:extLst>
              <a:ext uri="{FF2B5EF4-FFF2-40B4-BE49-F238E27FC236}">
                <a16:creationId xmlns:a16="http://schemas.microsoft.com/office/drawing/2014/main" id="{224C186A-96BE-C400-2D78-57725949D22B}"/>
              </a:ext>
            </a:extLst>
          </p:cNvPr>
          <p:cNvGraphicFramePr>
            <a:graphicFrameLocks noGrp="1" noChangeAspect="1"/>
          </p:cNvGraphicFramePr>
          <p:nvPr>
            <p:ph type="body" idx="1"/>
          </p:nvPr>
        </p:nvGraphicFramePr>
        <p:xfrm>
          <a:off x="2016125" y="1931988"/>
          <a:ext cx="2713038" cy="715962"/>
        </p:xfrm>
        <a:graphic>
          <a:graphicData uri="http://schemas.openxmlformats.org/presentationml/2006/ole">
            <mc:AlternateContent xmlns:mc="http://schemas.openxmlformats.org/markup-compatibility/2006">
              <mc:Choice xmlns:v="urn:schemas-microsoft-com:vml" Requires="v">
                <p:oleObj name="Equation" r:id="rId3" imgW="1828800" imgH="482600" progId="Equation.3">
                  <p:embed/>
                </p:oleObj>
              </mc:Choice>
              <mc:Fallback>
                <p:oleObj name="Equation" r:id="rId3" imgW="1828800" imgH="482600" progId="Equation.3">
                  <p:embed/>
                  <p:pic>
                    <p:nvPicPr>
                      <p:cNvPr id="27652" name="Object 4">
                        <a:extLst>
                          <a:ext uri="{FF2B5EF4-FFF2-40B4-BE49-F238E27FC236}">
                            <a16:creationId xmlns:a16="http://schemas.microsoft.com/office/drawing/2014/main" id="{224C186A-96BE-C400-2D78-57725949D2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6125" y="1931988"/>
                        <a:ext cx="2713038" cy="715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53" name="Text Box 5">
            <a:extLst>
              <a:ext uri="{FF2B5EF4-FFF2-40B4-BE49-F238E27FC236}">
                <a16:creationId xmlns:a16="http://schemas.microsoft.com/office/drawing/2014/main" id="{769E7821-9ADA-2AA8-BAA0-5314A5601834}"/>
              </a:ext>
            </a:extLst>
          </p:cNvPr>
          <p:cNvSpPr txBox="1">
            <a:spLocks noChangeArrowheads="1"/>
          </p:cNvSpPr>
          <p:nvPr/>
        </p:nvSpPr>
        <p:spPr bwMode="auto">
          <a:xfrm>
            <a:off x="1958975" y="1509713"/>
            <a:ext cx="6865938"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Remember that a diffusion of a delta function of dopant is:</a:t>
            </a:r>
            <a:endParaRPr lang="en-US" altLang="en-US" sz="2000"/>
          </a:p>
        </p:txBody>
      </p:sp>
      <p:sp>
        <p:nvSpPr>
          <p:cNvPr id="27654" name="Text Box 6">
            <a:extLst>
              <a:ext uri="{FF2B5EF4-FFF2-40B4-BE49-F238E27FC236}">
                <a16:creationId xmlns:a16="http://schemas.microsoft.com/office/drawing/2014/main" id="{3C2433B9-DC6A-914E-F2BD-1AAC43992206}"/>
              </a:ext>
            </a:extLst>
          </p:cNvPr>
          <p:cNvSpPr txBox="1">
            <a:spLocks noChangeArrowheads="1"/>
          </p:cNvSpPr>
          <p:nvPr/>
        </p:nvSpPr>
        <p:spPr bwMode="auto">
          <a:xfrm>
            <a:off x="1930401" y="2946400"/>
            <a:ext cx="8215313"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We can thus consider our gaussian implanted distribution as a diffusion of a delta function with                       </a:t>
            </a:r>
            <a:endParaRPr lang="en-US" altLang="en-US" sz="2000"/>
          </a:p>
        </p:txBody>
      </p:sp>
      <p:graphicFrame>
        <p:nvGraphicFramePr>
          <p:cNvPr id="27655" name="Object 7">
            <a:extLst>
              <a:ext uri="{FF2B5EF4-FFF2-40B4-BE49-F238E27FC236}">
                <a16:creationId xmlns:a16="http://schemas.microsoft.com/office/drawing/2014/main" id="{C6F2D002-A9D7-399F-CFD2-A00B33722EF8}"/>
              </a:ext>
            </a:extLst>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5" imgW="114151" imgH="215619" progId="Equation.3">
                  <p:embed/>
                </p:oleObj>
              </mc:Choice>
              <mc:Fallback>
                <p:oleObj name="Equation" r:id="rId5" imgW="114151" imgH="215619" progId="Equation.3">
                  <p:embed/>
                  <p:pic>
                    <p:nvPicPr>
                      <p:cNvPr id="27655" name="Object 7">
                        <a:extLst>
                          <a:ext uri="{FF2B5EF4-FFF2-40B4-BE49-F238E27FC236}">
                            <a16:creationId xmlns:a16="http://schemas.microsoft.com/office/drawing/2014/main" id="{C6F2D002-A9D7-399F-CFD2-A00B33722EF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56" name="Object 8">
            <a:extLst>
              <a:ext uri="{FF2B5EF4-FFF2-40B4-BE49-F238E27FC236}">
                <a16:creationId xmlns:a16="http://schemas.microsoft.com/office/drawing/2014/main" id="{D7EF9181-C46A-F33D-C0F3-C98F1C92CFA0}"/>
              </a:ext>
            </a:extLst>
          </p:cNvPr>
          <p:cNvGraphicFramePr>
            <a:graphicFrameLocks noChangeAspect="1"/>
          </p:cNvGraphicFramePr>
          <p:nvPr/>
        </p:nvGraphicFramePr>
        <p:xfrm>
          <a:off x="4879975" y="3267075"/>
          <a:ext cx="1201738" cy="382588"/>
        </p:xfrm>
        <a:graphic>
          <a:graphicData uri="http://schemas.openxmlformats.org/presentationml/2006/ole">
            <mc:AlternateContent xmlns:mc="http://schemas.openxmlformats.org/markup-compatibility/2006">
              <mc:Choice xmlns:v="urn:schemas-microsoft-com:vml" Requires="v">
                <p:oleObj name="Equation" r:id="rId7" imgW="837836" imgH="266584" progId="Equation.3">
                  <p:embed/>
                </p:oleObj>
              </mc:Choice>
              <mc:Fallback>
                <p:oleObj name="Equation" r:id="rId7" imgW="837836" imgH="266584" progId="Equation.3">
                  <p:embed/>
                  <p:pic>
                    <p:nvPicPr>
                      <p:cNvPr id="27656" name="Object 8">
                        <a:extLst>
                          <a:ext uri="{FF2B5EF4-FFF2-40B4-BE49-F238E27FC236}">
                            <a16:creationId xmlns:a16="http://schemas.microsoft.com/office/drawing/2014/main" id="{D7EF9181-C46A-F33D-C0F3-C98F1C92CFA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9975" y="3267075"/>
                        <a:ext cx="1201738" cy="382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57" name="Text Box 9">
            <a:extLst>
              <a:ext uri="{FF2B5EF4-FFF2-40B4-BE49-F238E27FC236}">
                <a16:creationId xmlns:a16="http://schemas.microsoft.com/office/drawing/2014/main" id="{D65D93D4-BF11-9A2B-C9A9-4988CBFCCA2B}"/>
              </a:ext>
            </a:extLst>
          </p:cNvPr>
          <p:cNvSpPr txBox="1">
            <a:spLocks noChangeArrowheads="1"/>
          </p:cNvSpPr>
          <p:nvPr/>
        </p:nvSpPr>
        <p:spPr bwMode="auto">
          <a:xfrm>
            <a:off x="1987551" y="3759200"/>
            <a:ext cx="78089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The effect of an annealing on our implanted distribution will be:</a:t>
            </a:r>
            <a:endParaRPr lang="en-US" altLang="en-US" sz="2000"/>
          </a:p>
        </p:txBody>
      </p:sp>
      <p:graphicFrame>
        <p:nvGraphicFramePr>
          <p:cNvPr id="27658" name="Object 10">
            <a:extLst>
              <a:ext uri="{FF2B5EF4-FFF2-40B4-BE49-F238E27FC236}">
                <a16:creationId xmlns:a16="http://schemas.microsoft.com/office/drawing/2014/main" id="{D2C704F9-C606-CE56-DA98-5015E341A30A}"/>
              </a:ext>
            </a:extLst>
          </p:cNvPr>
          <p:cNvGraphicFramePr>
            <a:graphicFrameLocks noChangeAspect="1"/>
          </p:cNvGraphicFramePr>
          <p:nvPr/>
        </p:nvGraphicFramePr>
        <p:xfrm>
          <a:off x="1622426" y="4564064"/>
          <a:ext cx="4270375" cy="796925"/>
        </p:xfrm>
        <a:graphic>
          <a:graphicData uri="http://schemas.openxmlformats.org/presentationml/2006/ole">
            <mc:AlternateContent xmlns:mc="http://schemas.openxmlformats.org/markup-compatibility/2006">
              <mc:Choice xmlns:v="urn:schemas-microsoft-com:vml" Requires="v">
                <p:oleObj name="Equation" r:id="rId9" imgW="2997200" imgH="558800" progId="Equation.3">
                  <p:embed/>
                </p:oleObj>
              </mc:Choice>
              <mc:Fallback>
                <p:oleObj name="Equation" r:id="rId9" imgW="2997200" imgH="558800" progId="Equation.3">
                  <p:embed/>
                  <p:pic>
                    <p:nvPicPr>
                      <p:cNvPr id="27658" name="Object 10">
                        <a:extLst>
                          <a:ext uri="{FF2B5EF4-FFF2-40B4-BE49-F238E27FC236}">
                            <a16:creationId xmlns:a16="http://schemas.microsoft.com/office/drawing/2014/main" id="{D2C704F9-C606-CE56-DA98-5015E341A30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22426" y="4564064"/>
                        <a:ext cx="4270375" cy="796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59" name="Object 12">
            <a:extLst>
              <a:ext uri="{FF2B5EF4-FFF2-40B4-BE49-F238E27FC236}">
                <a16:creationId xmlns:a16="http://schemas.microsoft.com/office/drawing/2014/main" id="{68BD6658-147D-F2F8-068D-F364CB7B32FA}"/>
              </a:ext>
            </a:extLst>
          </p:cNvPr>
          <p:cNvGraphicFramePr>
            <a:graphicFrameLocks noChangeAspect="1"/>
          </p:cNvGraphicFramePr>
          <p:nvPr/>
        </p:nvGraphicFramePr>
        <p:xfrm>
          <a:off x="6445250" y="4027489"/>
          <a:ext cx="3786188" cy="2333625"/>
        </p:xfrm>
        <a:graphic>
          <a:graphicData uri="http://schemas.openxmlformats.org/presentationml/2006/ole">
            <mc:AlternateContent xmlns:mc="http://schemas.openxmlformats.org/markup-compatibility/2006">
              <mc:Choice xmlns:v="urn:schemas-microsoft-com:vml" Requires="v">
                <p:oleObj name="Document" r:id="rId11" imgW="4014216" imgH="2474976" progId="Word.Document.8">
                  <p:embed/>
                </p:oleObj>
              </mc:Choice>
              <mc:Fallback>
                <p:oleObj name="Document" r:id="rId11" imgW="4014216" imgH="2474976" progId="Word.Document.8">
                  <p:embed/>
                  <p:pic>
                    <p:nvPicPr>
                      <p:cNvPr id="27659" name="Object 12">
                        <a:extLst>
                          <a:ext uri="{FF2B5EF4-FFF2-40B4-BE49-F238E27FC236}">
                            <a16:creationId xmlns:a16="http://schemas.microsoft.com/office/drawing/2014/main" id="{68BD6658-147D-F2F8-068D-F364CB7B32F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45250" y="4027489"/>
                        <a:ext cx="3786188" cy="2333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3">
            <a:extLst>
              <a:ext uri="{FF2B5EF4-FFF2-40B4-BE49-F238E27FC236}">
                <a16:creationId xmlns:a16="http://schemas.microsoft.com/office/drawing/2014/main" id="{4439871C-0A5C-572D-C57C-2F0222DC40BA}"/>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82E02D54-F5FD-44E9-8659-9A9DA91CA6DF}" type="slidenum">
              <a:rPr lang="en-US" altLang="en-US"/>
              <a:pPr>
                <a:lnSpc>
                  <a:spcPct val="100000"/>
                </a:lnSpc>
                <a:spcBef>
                  <a:spcPct val="0"/>
                </a:spcBef>
                <a:buClr>
                  <a:srgbClr val="F68933"/>
                </a:buClr>
                <a:buFontTx/>
                <a:buNone/>
              </a:pPr>
              <a:t>14</a:t>
            </a:fld>
            <a:endParaRPr lang="en-US" altLang="en-US"/>
          </a:p>
        </p:txBody>
      </p:sp>
      <p:sp>
        <p:nvSpPr>
          <p:cNvPr id="29699" name="Rectangle 2">
            <a:extLst>
              <a:ext uri="{FF2B5EF4-FFF2-40B4-BE49-F238E27FC236}">
                <a16:creationId xmlns:a16="http://schemas.microsoft.com/office/drawing/2014/main" id="{42BC12D1-E6B5-431B-BA1E-F14567C7E762}"/>
              </a:ext>
            </a:extLst>
          </p:cNvPr>
          <p:cNvSpPr>
            <a:spLocks noGrp="1" noChangeArrowheads="1"/>
          </p:cNvSpPr>
          <p:nvPr>
            <p:ph type="title"/>
          </p:nvPr>
        </p:nvSpPr>
        <p:spPr/>
        <p:txBody>
          <a:bodyPr/>
          <a:lstStyle/>
          <a:p>
            <a:pPr eaLnBrk="1" hangingPunct="1"/>
            <a:r>
              <a:rPr lang="en-GB" altLang="en-US"/>
              <a:t>Higher level moments</a:t>
            </a:r>
            <a:endParaRPr lang="en-US" altLang="en-US"/>
          </a:p>
        </p:txBody>
      </p:sp>
      <p:sp>
        <p:nvSpPr>
          <p:cNvPr id="29700" name="Rectangle 3">
            <a:extLst>
              <a:ext uri="{FF2B5EF4-FFF2-40B4-BE49-F238E27FC236}">
                <a16:creationId xmlns:a16="http://schemas.microsoft.com/office/drawing/2014/main" id="{CB66B477-215A-1A1E-2F7F-995F122D34C4}"/>
              </a:ext>
            </a:extLst>
          </p:cNvPr>
          <p:cNvSpPr>
            <a:spLocks noGrp="1" noChangeArrowheads="1"/>
          </p:cNvSpPr>
          <p:nvPr>
            <p:ph type="body" idx="1"/>
          </p:nvPr>
        </p:nvSpPr>
        <p:spPr/>
        <p:txBody>
          <a:bodyPr/>
          <a:lstStyle/>
          <a:p>
            <a:pPr eaLnBrk="1" hangingPunct="1"/>
            <a:r>
              <a:rPr lang="en-GB" altLang="en-US"/>
              <a:t>Actual concentrations can be approximated to a Gaussian only nearby the peak region</a:t>
            </a:r>
            <a:endParaRPr lang="en-US" altLang="en-US"/>
          </a:p>
        </p:txBody>
      </p:sp>
      <p:pic>
        <p:nvPicPr>
          <p:cNvPr id="29701" name="Picture 4">
            <a:extLst>
              <a:ext uri="{FF2B5EF4-FFF2-40B4-BE49-F238E27FC236}">
                <a16:creationId xmlns:a16="http://schemas.microsoft.com/office/drawing/2014/main" id="{7B64FD74-8440-2892-C937-47F95F1F45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1" y="2474914"/>
            <a:ext cx="4378325" cy="3132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702" name="Text Box 5">
            <a:extLst>
              <a:ext uri="{FF2B5EF4-FFF2-40B4-BE49-F238E27FC236}">
                <a16:creationId xmlns:a16="http://schemas.microsoft.com/office/drawing/2014/main" id="{B89C914D-ABFA-51A5-48D1-ED7CD19A854A}"/>
              </a:ext>
            </a:extLst>
          </p:cNvPr>
          <p:cNvSpPr txBox="1">
            <a:spLocks noChangeArrowheads="1"/>
          </p:cNvSpPr>
          <p:nvPr/>
        </p:nvSpPr>
        <p:spPr bwMode="auto">
          <a:xfrm>
            <a:off x="6124575" y="2079625"/>
            <a:ext cx="3803650" cy="1123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An arbitrary function can be described by “moments”:</a:t>
            </a:r>
          </a:p>
          <a:p>
            <a:pPr eaLnBrk="1" hangingPunct="1">
              <a:spcBef>
                <a:spcPct val="50000"/>
              </a:spcBef>
            </a:pPr>
            <a:endParaRPr lang="en-US" altLang="en-US" sz="2000"/>
          </a:p>
        </p:txBody>
      </p:sp>
      <p:graphicFrame>
        <p:nvGraphicFramePr>
          <p:cNvPr id="29703" name="Object 6">
            <a:extLst>
              <a:ext uri="{FF2B5EF4-FFF2-40B4-BE49-F238E27FC236}">
                <a16:creationId xmlns:a16="http://schemas.microsoft.com/office/drawing/2014/main" id="{035D2886-9FA1-2A71-E030-8E07EC377937}"/>
              </a:ext>
            </a:extLst>
          </p:cNvPr>
          <p:cNvGraphicFramePr>
            <a:graphicFrameLocks noChangeAspect="1"/>
          </p:cNvGraphicFramePr>
          <p:nvPr/>
        </p:nvGraphicFramePr>
        <p:xfrm>
          <a:off x="5980114" y="2703513"/>
          <a:ext cx="3278187" cy="2640012"/>
        </p:xfrm>
        <a:graphic>
          <a:graphicData uri="http://schemas.openxmlformats.org/presentationml/2006/ole">
            <mc:AlternateContent xmlns:mc="http://schemas.openxmlformats.org/markup-compatibility/2006">
              <mc:Choice xmlns:v="urn:schemas-microsoft-com:vml" Requires="v">
                <p:oleObj name="Equation" r:id="rId4" imgW="1739900" imgH="2146300" progId="Equation.DSMT4">
                  <p:embed/>
                </p:oleObj>
              </mc:Choice>
              <mc:Fallback>
                <p:oleObj name="Equation" r:id="rId4" imgW="1739900" imgH="2146300" progId="Equation.DSMT4">
                  <p:embed/>
                  <p:pic>
                    <p:nvPicPr>
                      <p:cNvPr id="29703" name="Object 6">
                        <a:extLst>
                          <a:ext uri="{FF2B5EF4-FFF2-40B4-BE49-F238E27FC236}">
                            <a16:creationId xmlns:a16="http://schemas.microsoft.com/office/drawing/2014/main" id="{035D2886-9FA1-2A71-E030-8E07EC3779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80114" y="2703513"/>
                        <a:ext cx="3278187" cy="2640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04" name="Line 7">
            <a:extLst>
              <a:ext uri="{FF2B5EF4-FFF2-40B4-BE49-F238E27FC236}">
                <a16:creationId xmlns:a16="http://schemas.microsoft.com/office/drawing/2014/main" id="{A480CEF7-6686-A676-6005-0D019295BA48}"/>
              </a:ext>
            </a:extLst>
          </p:cNvPr>
          <p:cNvSpPr>
            <a:spLocks noChangeShapeType="1"/>
          </p:cNvSpPr>
          <p:nvPr/>
        </p:nvSpPr>
        <p:spPr bwMode="auto">
          <a:xfrm>
            <a:off x="7459664" y="4511675"/>
            <a:ext cx="536575" cy="0"/>
          </a:xfrm>
          <a:prstGeom prst="line">
            <a:avLst/>
          </a:prstGeom>
          <a:noFill/>
          <a:ln w="12700">
            <a:solidFill>
              <a:srgbClr val="646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9705" name="Line 8">
            <a:extLst>
              <a:ext uri="{FF2B5EF4-FFF2-40B4-BE49-F238E27FC236}">
                <a16:creationId xmlns:a16="http://schemas.microsoft.com/office/drawing/2014/main" id="{40B634FC-50BC-679B-74A9-6223D7DC5A6D}"/>
              </a:ext>
            </a:extLst>
          </p:cNvPr>
          <p:cNvSpPr>
            <a:spLocks noChangeShapeType="1"/>
          </p:cNvSpPr>
          <p:nvPr/>
        </p:nvSpPr>
        <p:spPr bwMode="auto">
          <a:xfrm>
            <a:off x="7483476" y="5092700"/>
            <a:ext cx="536575" cy="0"/>
          </a:xfrm>
          <a:prstGeom prst="line">
            <a:avLst/>
          </a:prstGeom>
          <a:noFill/>
          <a:ln w="12700">
            <a:solidFill>
              <a:srgbClr val="646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9706" name="Text Box 9">
            <a:extLst>
              <a:ext uri="{FF2B5EF4-FFF2-40B4-BE49-F238E27FC236}">
                <a16:creationId xmlns:a16="http://schemas.microsoft.com/office/drawing/2014/main" id="{74F22C91-3B57-C407-A228-2CBACD0AB8C7}"/>
              </a:ext>
            </a:extLst>
          </p:cNvPr>
          <p:cNvSpPr txBox="1">
            <a:spLocks noChangeArrowheads="1"/>
          </p:cNvSpPr>
          <p:nvPr/>
        </p:nvSpPr>
        <p:spPr bwMode="auto">
          <a:xfrm>
            <a:off x="7886701" y="4356100"/>
            <a:ext cx="2919413"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Skewness ( 0 for a Gaussian)</a:t>
            </a:r>
            <a:endParaRPr lang="en-US" altLang="en-US" sz="1600"/>
          </a:p>
        </p:txBody>
      </p:sp>
      <p:sp>
        <p:nvSpPr>
          <p:cNvPr id="29707" name="Text Box 10">
            <a:extLst>
              <a:ext uri="{FF2B5EF4-FFF2-40B4-BE49-F238E27FC236}">
                <a16:creationId xmlns:a16="http://schemas.microsoft.com/office/drawing/2014/main" id="{8571EAB3-FD7B-88CE-0C0C-61265B2FE30A}"/>
              </a:ext>
            </a:extLst>
          </p:cNvPr>
          <p:cNvSpPr txBox="1">
            <a:spLocks noChangeArrowheads="1"/>
          </p:cNvSpPr>
          <p:nvPr/>
        </p:nvSpPr>
        <p:spPr bwMode="auto">
          <a:xfrm>
            <a:off x="7967664" y="4922838"/>
            <a:ext cx="298132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Kurtosis (3 for a Gaussian)</a:t>
            </a:r>
            <a:endParaRPr lang="en-US" altLang="en-US" sz="1600"/>
          </a:p>
        </p:txBody>
      </p:sp>
      <p:sp>
        <p:nvSpPr>
          <p:cNvPr id="29708" name="Line 11">
            <a:extLst>
              <a:ext uri="{FF2B5EF4-FFF2-40B4-BE49-F238E27FC236}">
                <a16:creationId xmlns:a16="http://schemas.microsoft.com/office/drawing/2014/main" id="{2D85F535-246B-F891-7B0F-C3538C2E6F7A}"/>
              </a:ext>
            </a:extLst>
          </p:cNvPr>
          <p:cNvSpPr>
            <a:spLocks noChangeShapeType="1"/>
          </p:cNvSpPr>
          <p:nvPr/>
        </p:nvSpPr>
        <p:spPr bwMode="auto">
          <a:xfrm>
            <a:off x="8142288" y="5311775"/>
            <a:ext cx="0" cy="450850"/>
          </a:xfrm>
          <a:prstGeom prst="line">
            <a:avLst/>
          </a:prstGeom>
          <a:noFill/>
          <a:ln w="12700">
            <a:solidFill>
              <a:srgbClr val="646464"/>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9709" name="Text Box 12">
            <a:extLst>
              <a:ext uri="{FF2B5EF4-FFF2-40B4-BE49-F238E27FC236}">
                <a16:creationId xmlns:a16="http://schemas.microsoft.com/office/drawing/2014/main" id="{FE32D6A1-24BC-E6A2-1EFC-3C5F56497C02}"/>
              </a:ext>
            </a:extLst>
          </p:cNvPr>
          <p:cNvSpPr txBox="1">
            <a:spLocks noChangeArrowheads="1"/>
          </p:cNvSpPr>
          <p:nvPr/>
        </p:nvSpPr>
        <p:spPr bwMode="auto">
          <a:xfrm>
            <a:off x="5394325" y="5719764"/>
            <a:ext cx="5041900" cy="568325"/>
          </a:xfrm>
          <a:prstGeom prst="rect">
            <a:avLst/>
          </a:prstGeom>
          <a:noFill/>
          <a:ln w="12700" algn="ctr">
            <a:solidFill>
              <a:srgbClr val="FF7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Higher order moments can be used to generate more accurate distribution (es. Pearson’s equation)</a:t>
            </a:r>
            <a:endParaRPr lang="en-US" altLang="en-US" sz="16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3">
            <a:extLst>
              <a:ext uri="{FF2B5EF4-FFF2-40B4-BE49-F238E27FC236}">
                <a16:creationId xmlns:a16="http://schemas.microsoft.com/office/drawing/2014/main" id="{D8E3050F-64B1-D5AF-2673-6C33F374F3B1}"/>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8EA0CA03-26C8-4ABB-AA61-B91F44284EF7}" type="slidenum">
              <a:rPr lang="en-US" altLang="en-US"/>
              <a:pPr>
                <a:lnSpc>
                  <a:spcPct val="100000"/>
                </a:lnSpc>
                <a:spcBef>
                  <a:spcPct val="0"/>
                </a:spcBef>
                <a:buClr>
                  <a:srgbClr val="F68933"/>
                </a:buClr>
                <a:buFontTx/>
                <a:buNone/>
              </a:pPr>
              <a:t>15</a:t>
            </a:fld>
            <a:endParaRPr lang="en-US" altLang="en-US"/>
          </a:p>
        </p:txBody>
      </p:sp>
      <p:sp>
        <p:nvSpPr>
          <p:cNvPr id="31747" name="Rectangle 2">
            <a:extLst>
              <a:ext uri="{FF2B5EF4-FFF2-40B4-BE49-F238E27FC236}">
                <a16:creationId xmlns:a16="http://schemas.microsoft.com/office/drawing/2014/main" id="{F17034EF-B260-1780-5659-B62F7BC5247C}"/>
              </a:ext>
            </a:extLst>
          </p:cNvPr>
          <p:cNvSpPr>
            <a:spLocks noGrp="1" noChangeArrowheads="1"/>
          </p:cNvSpPr>
          <p:nvPr>
            <p:ph type="title"/>
          </p:nvPr>
        </p:nvSpPr>
        <p:spPr/>
        <p:txBody>
          <a:bodyPr/>
          <a:lstStyle/>
          <a:p>
            <a:pPr eaLnBrk="1" hangingPunct="1"/>
            <a:r>
              <a:rPr lang="en-GB" altLang="en-US"/>
              <a:t>Channeling</a:t>
            </a:r>
            <a:endParaRPr lang="en-US" altLang="en-US"/>
          </a:p>
        </p:txBody>
      </p:sp>
      <p:pic>
        <p:nvPicPr>
          <p:cNvPr id="31748" name="Picture 5">
            <a:extLst>
              <a:ext uri="{FF2B5EF4-FFF2-40B4-BE49-F238E27FC236}">
                <a16:creationId xmlns:a16="http://schemas.microsoft.com/office/drawing/2014/main" id="{53ECD687-878F-1B90-1B2A-675D4EC9AA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2823" t="24931" r="25723" b="18097"/>
          <a:stretch>
            <a:fillRect/>
          </a:stretch>
        </p:blipFill>
        <p:spPr bwMode="auto">
          <a:xfrm>
            <a:off x="1722439" y="4046539"/>
            <a:ext cx="2365375"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749" name="Picture 6">
            <a:extLst>
              <a:ext uri="{FF2B5EF4-FFF2-40B4-BE49-F238E27FC236}">
                <a16:creationId xmlns:a16="http://schemas.microsoft.com/office/drawing/2014/main" id="{213A6390-6BB0-BB7D-232C-C69BEA06AE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6036" t="26158" r="24146" b="18756"/>
          <a:stretch>
            <a:fillRect/>
          </a:stretch>
        </p:blipFill>
        <p:spPr bwMode="auto">
          <a:xfrm>
            <a:off x="4206876" y="4113214"/>
            <a:ext cx="2873375" cy="2300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750" name="Picture 7">
            <a:extLst>
              <a:ext uri="{FF2B5EF4-FFF2-40B4-BE49-F238E27FC236}">
                <a16:creationId xmlns:a16="http://schemas.microsoft.com/office/drawing/2014/main" id="{EEE951EA-837B-CDF8-3471-DAB5230D77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26973" t="24205" r="24934" b="19188"/>
          <a:stretch>
            <a:fillRect/>
          </a:stretch>
        </p:blipFill>
        <p:spPr bwMode="auto">
          <a:xfrm>
            <a:off x="7381875" y="3998914"/>
            <a:ext cx="2908300" cy="2478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751" name="Text Box 8">
            <a:extLst>
              <a:ext uri="{FF2B5EF4-FFF2-40B4-BE49-F238E27FC236}">
                <a16:creationId xmlns:a16="http://schemas.microsoft.com/office/drawing/2014/main" id="{E78AEED6-60F7-CE0F-1174-714E65C1D47F}"/>
              </a:ext>
            </a:extLst>
          </p:cNvPr>
          <p:cNvSpPr txBox="1">
            <a:spLocks noChangeArrowheads="1"/>
          </p:cNvSpPr>
          <p:nvPr/>
        </p:nvSpPr>
        <p:spPr bwMode="auto">
          <a:xfrm>
            <a:off x="1727201" y="6037263"/>
            <a:ext cx="1076325" cy="297004"/>
          </a:xfrm>
          <a:prstGeom prst="rect">
            <a:avLst/>
          </a:prstGeom>
          <a:solidFill>
            <a:schemeClr val="accent1"/>
          </a:solidFill>
          <a:ln>
            <a:noFill/>
          </a:ln>
          <a:effectLst/>
          <a:extLs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400" b="1"/>
              <a:t>100 plane</a:t>
            </a:r>
            <a:endParaRPr lang="en-US" altLang="en-US" sz="1400" b="1"/>
          </a:p>
        </p:txBody>
      </p:sp>
      <p:sp>
        <p:nvSpPr>
          <p:cNvPr id="31752" name="Text Box 9">
            <a:extLst>
              <a:ext uri="{FF2B5EF4-FFF2-40B4-BE49-F238E27FC236}">
                <a16:creationId xmlns:a16="http://schemas.microsoft.com/office/drawing/2014/main" id="{84D58212-23F5-1BD7-901D-E2ADE8A31AF4}"/>
              </a:ext>
            </a:extLst>
          </p:cNvPr>
          <p:cNvSpPr txBox="1">
            <a:spLocks noChangeArrowheads="1"/>
          </p:cNvSpPr>
          <p:nvPr/>
        </p:nvSpPr>
        <p:spPr bwMode="auto">
          <a:xfrm>
            <a:off x="4214814" y="6015038"/>
            <a:ext cx="1076325" cy="297004"/>
          </a:xfrm>
          <a:prstGeom prst="rect">
            <a:avLst/>
          </a:prstGeom>
          <a:solidFill>
            <a:schemeClr val="accent1"/>
          </a:solidFill>
          <a:ln>
            <a:noFill/>
          </a:ln>
          <a:effectLst/>
          <a:extLs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400" b="1"/>
              <a:t>110 plane</a:t>
            </a:r>
            <a:endParaRPr lang="en-US" altLang="en-US" sz="1400" b="1"/>
          </a:p>
        </p:txBody>
      </p:sp>
      <p:sp>
        <p:nvSpPr>
          <p:cNvPr id="31753" name="Text Box 10">
            <a:extLst>
              <a:ext uri="{FF2B5EF4-FFF2-40B4-BE49-F238E27FC236}">
                <a16:creationId xmlns:a16="http://schemas.microsoft.com/office/drawing/2014/main" id="{519B690F-0A13-28DE-A3B6-E95DCB266440}"/>
              </a:ext>
            </a:extLst>
          </p:cNvPr>
          <p:cNvSpPr txBox="1">
            <a:spLocks noChangeArrowheads="1"/>
          </p:cNvSpPr>
          <p:nvPr/>
        </p:nvSpPr>
        <p:spPr bwMode="auto">
          <a:xfrm>
            <a:off x="7372350" y="6037263"/>
            <a:ext cx="1962150" cy="297004"/>
          </a:xfrm>
          <a:prstGeom prst="rect">
            <a:avLst/>
          </a:prstGeom>
          <a:solidFill>
            <a:schemeClr val="accent1"/>
          </a:solidFill>
          <a:ln>
            <a:noFill/>
          </a:ln>
          <a:effectLst/>
          <a:extLs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400" b="1"/>
              <a:t>Arbitrary tilt</a:t>
            </a:r>
            <a:endParaRPr lang="en-US" altLang="en-US" sz="1400" b="1"/>
          </a:p>
        </p:txBody>
      </p:sp>
      <p:pic>
        <p:nvPicPr>
          <p:cNvPr id="31754" name="Picture 12">
            <a:extLst>
              <a:ext uri="{FF2B5EF4-FFF2-40B4-BE49-F238E27FC236}">
                <a16:creationId xmlns:a16="http://schemas.microsoft.com/office/drawing/2014/main" id="{13176BB0-F35A-D144-F86F-52D161FF6BC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94589" y="1276350"/>
            <a:ext cx="2778125"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5" name="Text Box 12">
            <a:extLst>
              <a:ext uri="{FF2B5EF4-FFF2-40B4-BE49-F238E27FC236}">
                <a16:creationId xmlns:a16="http://schemas.microsoft.com/office/drawing/2014/main" id="{A1750DE0-8C0A-FABD-5D01-5F97BF65959E}"/>
              </a:ext>
            </a:extLst>
          </p:cNvPr>
          <p:cNvSpPr txBox="1">
            <a:spLocks noChangeArrowheads="1"/>
          </p:cNvSpPr>
          <p:nvPr/>
        </p:nvSpPr>
        <p:spPr bwMode="auto">
          <a:xfrm>
            <a:off x="1524001" y="1204914"/>
            <a:ext cx="5999163"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If ion velocity is along a symmetry direction in the crystal, the ion can “channel” in the lattice </a:t>
            </a:r>
            <a:r>
              <a:rPr lang="en-GB" altLang="en-US" sz="1600">
                <a:sym typeface="Wingdings" panose="05000000000000000000" pitchFamily="2" charset="2"/>
              </a:rPr>
              <a:t> huge effect on doping profile.</a:t>
            </a:r>
            <a:endParaRPr lang="en-US" altLang="en-US" sz="1600"/>
          </a:p>
        </p:txBody>
      </p:sp>
      <p:sp>
        <p:nvSpPr>
          <p:cNvPr id="31756" name="Text Box 13">
            <a:extLst>
              <a:ext uri="{FF2B5EF4-FFF2-40B4-BE49-F238E27FC236}">
                <a16:creationId xmlns:a16="http://schemas.microsoft.com/office/drawing/2014/main" id="{E18E8E17-9C1B-2BE4-EA47-7A1DA9074987}"/>
              </a:ext>
            </a:extLst>
          </p:cNvPr>
          <p:cNvSpPr txBox="1">
            <a:spLocks noChangeArrowheads="1"/>
          </p:cNvSpPr>
          <p:nvPr/>
        </p:nvSpPr>
        <p:spPr bwMode="auto">
          <a:xfrm>
            <a:off x="1524000" y="1914526"/>
            <a:ext cx="4059238"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To avoid channelling:</a:t>
            </a:r>
          </a:p>
          <a:p>
            <a:pPr eaLnBrk="1" hangingPunct="1">
              <a:spcBef>
                <a:spcPct val="50000"/>
              </a:spcBef>
              <a:buFont typeface="Times" panose="02020603050405020304" pitchFamily="18" charset="0"/>
              <a:buChar char="•"/>
            </a:pPr>
            <a:r>
              <a:rPr lang="en-GB" altLang="en-US" sz="2000"/>
              <a:t>Implant in amorphous silicon</a:t>
            </a:r>
          </a:p>
          <a:p>
            <a:pPr eaLnBrk="1" hangingPunct="1">
              <a:spcBef>
                <a:spcPct val="50000"/>
              </a:spcBef>
              <a:buFont typeface="Times" panose="02020603050405020304" pitchFamily="18" charset="0"/>
              <a:buChar char="•"/>
            </a:pPr>
            <a:r>
              <a:rPr lang="en-GB" altLang="en-US" sz="2000"/>
              <a:t>Use an amorphous screen oxide</a:t>
            </a:r>
          </a:p>
          <a:p>
            <a:pPr eaLnBrk="1" hangingPunct="1">
              <a:spcBef>
                <a:spcPct val="50000"/>
              </a:spcBef>
              <a:buFont typeface="Times" panose="02020603050405020304" pitchFamily="18" charset="0"/>
              <a:buChar char="•"/>
            </a:pPr>
            <a:r>
              <a:rPr lang="en-GB" altLang="en-US" sz="2000"/>
              <a:t>Sample tilt</a:t>
            </a:r>
            <a:endParaRPr lang="en-US" altLang="en-US" sz="2000"/>
          </a:p>
        </p:txBody>
      </p:sp>
      <p:graphicFrame>
        <p:nvGraphicFramePr>
          <p:cNvPr id="31757" name="Object 15">
            <a:extLst>
              <a:ext uri="{FF2B5EF4-FFF2-40B4-BE49-F238E27FC236}">
                <a16:creationId xmlns:a16="http://schemas.microsoft.com/office/drawing/2014/main" id="{C5CFDDE7-8343-4AD6-BEEF-C67004257179}"/>
              </a:ext>
            </a:extLst>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7" imgW="114151" imgH="215619" progId="Equation.3">
                  <p:embed/>
                </p:oleObj>
              </mc:Choice>
              <mc:Fallback>
                <p:oleObj name="Equation" r:id="rId7" imgW="114151" imgH="215619" progId="Equation.3">
                  <p:embed/>
                  <p:pic>
                    <p:nvPicPr>
                      <p:cNvPr id="31757" name="Object 15">
                        <a:extLst>
                          <a:ext uri="{FF2B5EF4-FFF2-40B4-BE49-F238E27FC236}">
                            <a16:creationId xmlns:a16="http://schemas.microsoft.com/office/drawing/2014/main" id="{C5CFDDE7-8343-4AD6-BEEF-C6700425717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3">
            <a:extLst>
              <a:ext uri="{FF2B5EF4-FFF2-40B4-BE49-F238E27FC236}">
                <a16:creationId xmlns:a16="http://schemas.microsoft.com/office/drawing/2014/main" id="{10ED32C2-5395-08D9-2934-3BE4F94AD6B2}"/>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2D07A65C-4534-47C6-86D1-FEF27B46687E}" type="slidenum">
              <a:rPr lang="en-US" altLang="en-US"/>
              <a:pPr>
                <a:lnSpc>
                  <a:spcPct val="100000"/>
                </a:lnSpc>
                <a:spcBef>
                  <a:spcPct val="0"/>
                </a:spcBef>
                <a:buClr>
                  <a:srgbClr val="F68933"/>
                </a:buClr>
                <a:buFontTx/>
                <a:buNone/>
              </a:pPr>
              <a:t>16</a:t>
            </a:fld>
            <a:endParaRPr lang="en-US" altLang="en-US"/>
          </a:p>
        </p:txBody>
      </p:sp>
      <p:graphicFrame>
        <p:nvGraphicFramePr>
          <p:cNvPr id="33796" name="Rectangle 12">
            <a:extLst>
              <a:ext uri="{FF2B5EF4-FFF2-40B4-BE49-F238E27FC236}">
                <a16:creationId xmlns:a16="http://schemas.microsoft.com/office/drawing/2014/main" id="{7BF9150D-F7A1-67EA-63E1-31475DF0A72B}"/>
              </a:ext>
            </a:extLst>
          </p:cNvPr>
          <p:cNvGraphicFramePr>
            <a:graphicFrameLocks/>
          </p:cNvGraphicFramePr>
          <p:nvPr/>
        </p:nvGraphicFramePr>
        <p:xfrm>
          <a:off x="3048000" y="1397000"/>
          <a:ext cx="6096000" cy="4064000"/>
        </p:xfrm>
        <a:graphic>
          <a:graphicData uri="http://schemas.openxmlformats.org/presentationml/2006/ole">
            <mc:AlternateContent xmlns:mc="http://schemas.openxmlformats.org/markup-compatibility/2006">
              <mc:Choice xmlns:v="urn:schemas-microsoft-com:vml" Requires="v">
                <p:oleObj name="Equation" r:id="rId3" imgW="0" imgH="0" progId="Equation.3">
                  <p:embed/>
                </p:oleObj>
              </mc:Choice>
              <mc:Fallback>
                <p:oleObj name="Equation" r:id="rId3" imgW="0" imgH="0" progId="Equation.3">
                  <p:embed/>
                  <p:pic>
                    <p:nvPicPr>
                      <p:cNvPr id="33796" name="Rectangle 12">
                        <a:extLst>
                          <a:ext uri="{FF2B5EF4-FFF2-40B4-BE49-F238E27FC236}">
                            <a16:creationId xmlns:a16="http://schemas.microsoft.com/office/drawing/2014/main" id="{7BF9150D-F7A1-67EA-63E1-31475DF0A72B}"/>
                          </a:ext>
                        </a:extLst>
                      </p:cNvPr>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3048000" y="1397000"/>
                        <a:ext cx="6096000" cy="406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3797" name="Picture 8">
            <a:extLst>
              <a:ext uri="{FF2B5EF4-FFF2-40B4-BE49-F238E27FC236}">
                <a16:creationId xmlns:a16="http://schemas.microsoft.com/office/drawing/2014/main" id="{C3FFE8BE-99D1-C506-1983-6363A2CD71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25" y="322219"/>
            <a:ext cx="9797252" cy="5866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2">
            <a:extLst>
              <a:ext uri="{FF2B5EF4-FFF2-40B4-BE49-F238E27FC236}">
                <a16:creationId xmlns:a16="http://schemas.microsoft.com/office/drawing/2014/main" id="{234FC357-DB1B-B9D6-32CD-CF38746B3562}"/>
              </a:ext>
            </a:extLst>
          </p:cNvPr>
          <p:cNvSpPr>
            <a:spLocks noGrp="1"/>
          </p:cNvSpPr>
          <p:nvPr>
            <p:ph type="title"/>
          </p:nvPr>
        </p:nvSpPr>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3">
            <a:extLst>
              <a:ext uri="{FF2B5EF4-FFF2-40B4-BE49-F238E27FC236}">
                <a16:creationId xmlns:a16="http://schemas.microsoft.com/office/drawing/2014/main" id="{C6CB7AD7-F80D-E743-1053-9EF56B2DCF2A}"/>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BD0D9AD7-3EF3-499C-B9D2-28CEF323CBB3}" type="slidenum">
              <a:rPr lang="en-US" altLang="en-US"/>
              <a:pPr>
                <a:lnSpc>
                  <a:spcPct val="100000"/>
                </a:lnSpc>
                <a:spcBef>
                  <a:spcPct val="0"/>
                </a:spcBef>
                <a:buClr>
                  <a:srgbClr val="F68933"/>
                </a:buClr>
                <a:buFontTx/>
                <a:buNone/>
              </a:pPr>
              <a:t>17</a:t>
            </a:fld>
            <a:endParaRPr lang="en-US" altLang="en-US"/>
          </a:p>
        </p:txBody>
      </p:sp>
      <p:sp>
        <p:nvSpPr>
          <p:cNvPr id="41987" name="Rectangle 2">
            <a:extLst>
              <a:ext uri="{FF2B5EF4-FFF2-40B4-BE49-F238E27FC236}">
                <a16:creationId xmlns:a16="http://schemas.microsoft.com/office/drawing/2014/main" id="{ACECF3C7-F63C-1932-871F-EA0528AEB064}"/>
              </a:ext>
            </a:extLst>
          </p:cNvPr>
          <p:cNvSpPr>
            <a:spLocks noGrp="1" noChangeArrowheads="1"/>
          </p:cNvSpPr>
          <p:nvPr>
            <p:ph type="title"/>
          </p:nvPr>
        </p:nvSpPr>
        <p:spPr/>
        <p:txBody>
          <a:bodyPr/>
          <a:lstStyle/>
          <a:p>
            <a:pPr eaLnBrk="1" hangingPunct="1"/>
            <a:r>
              <a:rPr lang="en-GB" altLang="en-US"/>
              <a:t>Damage</a:t>
            </a:r>
            <a:endParaRPr lang="en-US" altLang="en-US"/>
          </a:p>
        </p:txBody>
      </p:sp>
      <p:sp>
        <p:nvSpPr>
          <p:cNvPr id="41988" name="Rectangle 3">
            <a:extLst>
              <a:ext uri="{FF2B5EF4-FFF2-40B4-BE49-F238E27FC236}">
                <a16:creationId xmlns:a16="http://schemas.microsoft.com/office/drawing/2014/main" id="{7CA3FAAD-9ED3-54B9-8AC6-83C46E235529}"/>
              </a:ext>
            </a:extLst>
          </p:cNvPr>
          <p:cNvSpPr>
            <a:spLocks noGrp="1" noChangeArrowheads="1"/>
          </p:cNvSpPr>
          <p:nvPr>
            <p:ph type="body" idx="1"/>
          </p:nvPr>
        </p:nvSpPr>
        <p:spPr/>
        <p:txBody>
          <a:bodyPr/>
          <a:lstStyle/>
          <a:p>
            <a:pPr eaLnBrk="1" hangingPunct="1"/>
            <a:r>
              <a:rPr lang="en-GB" altLang="en-US"/>
              <a:t>Displacement energy in Si </a:t>
            </a:r>
            <a:r>
              <a:rPr lang="en-GB" altLang="en-US">
                <a:cs typeface="Arial" panose="020B0604020202020204" pitchFamily="34" charset="0"/>
              </a:rPr>
              <a:t>≈15 eV</a:t>
            </a:r>
          </a:p>
          <a:p>
            <a:pPr lvl="1" eaLnBrk="1" hangingPunct="1"/>
            <a:r>
              <a:rPr lang="en-GB" altLang="en-US">
                <a:cs typeface="Arial" panose="020B0604020202020204" pitchFamily="34" charset="0"/>
              </a:rPr>
              <a:t>Is the energy needed to displace a Si atom from its lattice site and create an interstitial and a vacancy [ </a:t>
            </a:r>
            <a:r>
              <a:rPr lang="en-GB" altLang="en-US" b="1">
                <a:solidFill>
                  <a:srgbClr val="F0522C"/>
                </a:solidFill>
                <a:cs typeface="Arial" panose="020B0604020202020204" pitchFamily="34" charset="0"/>
              </a:rPr>
              <a:t>Frenkel pair</a:t>
            </a:r>
            <a:r>
              <a:rPr lang="en-GB" altLang="en-US">
                <a:cs typeface="Arial" panose="020B0604020202020204" pitchFamily="34" charset="0"/>
              </a:rPr>
              <a:t>]</a:t>
            </a:r>
          </a:p>
          <a:p>
            <a:pPr lvl="1" eaLnBrk="1" hangingPunct="1"/>
            <a:r>
              <a:rPr lang="en-GB" altLang="en-US">
                <a:cs typeface="Arial" panose="020B0604020202020204" pitchFamily="34" charset="0"/>
              </a:rPr>
              <a:t>Typical implanted ions can easily displace silicon atoms </a:t>
            </a:r>
            <a:r>
              <a:rPr lang="en-GB" altLang="en-US">
                <a:cs typeface="Arial" panose="020B0604020202020204" pitchFamily="34" charset="0"/>
                <a:sym typeface="Wingdings" panose="05000000000000000000" pitchFamily="2" charset="2"/>
              </a:rPr>
              <a:t> damage is produced in the silicon crystal during implantation.</a:t>
            </a:r>
            <a:endParaRPr lang="en-GB" altLang="en-US">
              <a:cs typeface="Arial" panose="020B0604020202020204" pitchFamily="34" charset="0"/>
            </a:endParaRPr>
          </a:p>
        </p:txBody>
      </p:sp>
      <p:sp>
        <p:nvSpPr>
          <p:cNvPr id="41989" name="Text Box 4">
            <a:extLst>
              <a:ext uri="{FF2B5EF4-FFF2-40B4-BE49-F238E27FC236}">
                <a16:creationId xmlns:a16="http://schemas.microsoft.com/office/drawing/2014/main" id="{9B99C5D3-291D-3C42-9BBA-EE89C27861C1}"/>
              </a:ext>
            </a:extLst>
          </p:cNvPr>
          <p:cNvSpPr txBox="1">
            <a:spLocks noChangeArrowheads="1"/>
          </p:cNvSpPr>
          <p:nvPr/>
        </p:nvSpPr>
        <p:spPr bwMode="auto">
          <a:xfrm>
            <a:off x="2765426" y="3433763"/>
            <a:ext cx="6767513" cy="201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For every ion:</a:t>
            </a:r>
          </a:p>
          <a:p>
            <a:pPr eaLnBrk="1" hangingPunct="1">
              <a:spcBef>
                <a:spcPct val="50000"/>
              </a:spcBef>
              <a:buFont typeface="Times" panose="02020603050405020304" pitchFamily="18" charset="0"/>
              <a:buChar char="•"/>
            </a:pPr>
            <a:r>
              <a:rPr lang="en-GB" altLang="en-US" sz="2000"/>
              <a:t> A number n of Si atoms are knocked off their lattice site</a:t>
            </a:r>
          </a:p>
          <a:p>
            <a:pPr eaLnBrk="1" hangingPunct="1">
              <a:spcBef>
                <a:spcPct val="50000"/>
              </a:spcBef>
              <a:buFont typeface="Times" panose="02020603050405020304" pitchFamily="18" charset="0"/>
              <a:buChar char="•"/>
            </a:pPr>
            <a:r>
              <a:rPr lang="en-GB" altLang="en-US" sz="2000"/>
              <a:t> Some of the defects recombine while the ion stops</a:t>
            </a:r>
          </a:p>
          <a:p>
            <a:pPr eaLnBrk="1" hangingPunct="1">
              <a:spcBef>
                <a:spcPct val="50000"/>
              </a:spcBef>
              <a:buFont typeface="Times" panose="02020603050405020304" pitchFamily="18" charset="0"/>
              <a:buChar char="•"/>
            </a:pPr>
            <a:r>
              <a:rPr lang="en-GB" altLang="en-US" sz="2000"/>
              <a:t> Every new ion creates an additional damage that can be written as:</a:t>
            </a:r>
            <a:endParaRPr lang="en-US" altLang="en-US" sz="2000"/>
          </a:p>
        </p:txBody>
      </p:sp>
      <p:graphicFrame>
        <p:nvGraphicFramePr>
          <p:cNvPr id="41990" name="Object 5">
            <a:extLst>
              <a:ext uri="{FF2B5EF4-FFF2-40B4-BE49-F238E27FC236}">
                <a16:creationId xmlns:a16="http://schemas.microsoft.com/office/drawing/2014/main" id="{E7033C79-DA42-52A2-91AF-6AC422C20410}"/>
              </a:ext>
            </a:extLst>
          </p:cNvPr>
          <p:cNvGraphicFramePr>
            <a:graphicFrameLocks noChangeAspect="1"/>
          </p:cNvGraphicFramePr>
          <p:nvPr/>
        </p:nvGraphicFramePr>
        <p:xfrm>
          <a:off x="4017963" y="5519739"/>
          <a:ext cx="2341562" cy="815975"/>
        </p:xfrm>
        <a:graphic>
          <a:graphicData uri="http://schemas.openxmlformats.org/presentationml/2006/ole">
            <mc:AlternateContent xmlns:mc="http://schemas.openxmlformats.org/markup-compatibility/2006">
              <mc:Choice xmlns:v="urn:schemas-microsoft-com:vml" Requires="v">
                <p:oleObj name="Equation" r:id="rId3" imgW="1384300" imgH="482600" progId="Equation.DSMT4">
                  <p:embed/>
                </p:oleObj>
              </mc:Choice>
              <mc:Fallback>
                <p:oleObj name="Equation" r:id="rId3" imgW="1384300" imgH="482600" progId="Equation.DSMT4">
                  <p:embed/>
                  <p:pic>
                    <p:nvPicPr>
                      <p:cNvPr id="41990" name="Object 5">
                        <a:extLst>
                          <a:ext uri="{FF2B5EF4-FFF2-40B4-BE49-F238E27FC236}">
                            <a16:creationId xmlns:a16="http://schemas.microsoft.com/office/drawing/2014/main" id="{E7033C79-DA42-52A2-91AF-6AC422C204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7963" y="5519739"/>
                        <a:ext cx="2341562" cy="815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991" name="Oval 6">
            <a:extLst>
              <a:ext uri="{FF2B5EF4-FFF2-40B4-BE49-F238E27FC236}">
                <a16:creationId xmlns:a16="http://schemas.microsoft.com/office/drawing/2014/main" id="{1E8CB542-D4E9-A256-9DA6-B73BB3BBF517}"/>
              </a:ext>
            </a:extLst>
          </p:cNvPr>
          <p:cNvSpPr>
            <a:spLocks noChangeArrowheads="1"/>
          </p:cNvSpPr>
          <p:nvPr/>
        </p:nvSpPr>
        <p:spPr bwMode="auto">
          <a:xfrm>
            <a:off x="5822950" y="5911850"/>
            <a:ext cx="406400" cy="457200"/>
          </a:xfrm>
          <a:prstGeom prst="ellipse">
            <a:avLst/>
          </a:prstGeom>
          <a:noFill/>
          <a:ln w="12700" algn="ctr">
            <a:solidFill>
              <a:srgbClr val="646464"/>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41992" name="Line 7">
            <a:extLst>
              <a:ext uri="{FF2B5EF4-FFF2-40B4-BE49-F238E27FC236}">
                <a16:creationId xmlns:a16="http://schemas.microsoft.com/office/drawing/2014/main" id="{C2B68609-B562-5D8C-CEE4-84757F1BFF3C}"/>
              </a:ext>
            </a:extLst>
          </p:cNvPr>
          <p:cNvSpPr>
            <a:spLocks noChangeShapeType="1"/>
          </p:cNvSpPr>
          <p:nvPr/>
        </p:nvSpPr>
        <p:spPr bwMode="auto">
          <a:xfrm flipV="1">
            <a:off x="6232525" y="5973763"/>
            <a:ext cx="427038" cy="152400"/>
          </a:xfrm>
          <a:prstGeom prst="line">
            <a:avLst/>
          </a:prstGeom>
          <a:noFill/>
          <a:ln w="12700">
            <a:solidFill>
              <a:srgbClr val="646464"/>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41993" name="Text Box 8">
            <a:extLst>
              <a:ext uri="{FF2B5EF4-FFF2-40B4-BE49-F238E27FC236}">
                <a16:creationId xmlns:a16="http://schemas.microsoft.com/office/drawing/2014/main" id="{022115B4-7A5F-DE16-4ABC-15A0EC2A78DC}"/>
              </a:ext>
            </a:extLst>
          </p:cNvPr>
          <p:cNvSpPr txBox="1">
            <a:spLocks noChangeArrowheads="1"/>
          </p:cNvSpPr>
          <p:nvPr/>
        </p:nvSpPr>
        <p:spPr bwMode="auto">
          <a:xfrm>
            <a:off x="6659563" y="5821363"/>
            <a:ext cx="2119312" cy="336550"/>
          </a:xfrm>
          <a:prstGeom prst="rect">
            <a:avLst/>
          </a:prstGeom>
          <a:noFill/>
          <a:ln w="12700" algn="ctr">
            <a:solidFill>
              <a:srgbClr val="808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Amorphizing damage</a:t>
            </a:r>
            <a:endParaRPr lang="en-US" altLang="en-US" sz="1600"/>
          </a:p>
        </p:txBody>
      </p:sp>
      <p:sp>
        <p:nvSpPr>
          <p:cNvPr id="41994" name="Oval 9">
            <a:extLst>
              <a:ext uri="{FF2B5EF4-FFF2-40B4-BE49-F238E27FC236}">
                <a16:creationId xmlns:a16="http://schemas.microsoft.com/office/drawing/2014/main" id="{C0063CDA-1EB5-94E3-80F9-6E16B437B7EE}"/>
              </a:ext>
            </a:extLst>
          </p:cNvPr>
          <p:cNvSpPr>
            <a:spLocks noChangeArrowheads="1"/>
          </p:cNvSpPr>
          <p:nvPr/>
        </p:nvSpPr>
        <p:spPr bwMode="auto">
          <a:xfrm>
            <a:off x="5886451" y="5546726"/>
            <a:ext cx="239713" cy="366713"/>
          </a:xfrm>
          <a:prstGeom prst="ellipse">
            <a:avLst/>
          </a:prstGeom>
          <a:noFill/>
          <a:ln w="12700" algn="ctr">
            <a:solidFill>
              <a:srgbClr val="646464"/>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41995" name="Text Box 10">
            <a:extLst>
              <a:ext uri="{FF2B5EF4-FFF2-40B4-BE49-F238E27FC236}">
                <a16:creationId xmlns:a16="http://schemas.microsoft.com/office/drawing/2014/main" id="{F55D09A8-632A-0A15-E1A1-AC91AA1F43B8}"/>
              </a:ext>
            </a:extLst>
          </p:cNvPr>
          <p:cNvSpPr txBox="1">
            <a:spLocks noChangeArrowheads="1"/>
          </p:cNvSpPr>
          <p:nvPr/>
        </p:nvSpPr>
        <p:spPr bwMode="auto">
          <a:xfrm>
            <a:off x="6691314" y="5211764"/>
            <a:ext cx="2682875" cy="568325"/>
          </a:xfrm>
          <a:prstGeom prst="rect">
            <a:avLst/>
          </a:prstGeom>
          <a:noFill/>
          <a:ln w="12700" algn="ctr">
            <a:solidFill>
              <a:srgbClr val="808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Pre-existing damage (from previous cascades)</a:t>
            </a:r>
            <a:endParaRPr lang="en-US" altLang="en-US" sz="1600"/>
          </a:p>
        </p:txBody>
      </p:sp>
      <p:sp>
        <p:nvSpPr>
          <p:cNvPr id="41996" name="Line 11">
            <a:extLst>
              <a:ext uri="{FF2B5EF4-FFF2-40B4-BE49-F238E27FC236}">
                <a16:creationId xmlns:a16="http://schemas.microsoft.com/office/drawing/2014/main" id="{9B07EA43-D336-09AC-D016-76C0BE2779A4}"/>
              </a:ext>
            </a:extLst>
          </p:cNvPr>
          <p:cNvSpPr>
            <a:spLocks noChangeShapeType="1"/>
          </p:cNvSpPr>
          <p:nvPr/>
        </p:nvSpPr>
        <p:spPr bwMode="auto">
          <a:xfrm flipV="1">
            <a:off x="6156325" y="5554664"/>
            <a:ext cx="655638" cy="168275"/>
          </a:xfrm>
          <a:prstGeom prst="line">
            <a:avLst/>
          </a:prstGeom>
          <a:noFill/>
          <a:ln w="12700">
            <a:solidFill>
              <a:srgbClr val="646464"/>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41997" name="Oval 12">
            <a:extLst>
              <a:ext uri="{FF2B5EF4-FFF2-40B4-BE49-F238E27FC236}">
                <a16:creationId xmlns:a16="http://schemas.microsoft.com/office/drawing/2014/main" id="{F4654057-CC61-4AFA-FEAC-6A31DCBF6F24}"/>
              </a:ext>
            </a:extLst>
          </p:cNvPr>
          <p:cNvSpPr>
            <a:spLocks noChangeArrowheads="1"/>
          </p:cNvSpPr>
          <p:nvPr/>
        </p:nvSpPr>
        <p:spPr bwMode="auto">
          <a:xfrm>
            <a:off x="5027614" y="5608639"/>
            <a:ext cx="306387" cy="655637"/>
          </a:xfrm>
          <a:prstGeom prst="ellipse">
            <a:avLst/>
          </a:prstGeom>
          <a:noFill/>
          <a:ln w="12700" algn="ctr">
            <a:solidFill>
              <a:srgbClr val="646464"/>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41998" name="Line 13">
            <a:extLst>
              <a:ext uri="{FF2B5EF4-FFF2-40B4-BE49-F238E27FC236}">
                <a16:creationId xmlns:a16="http://schemas.microsoft.com/office/drawing/2014/main" id="{118ADA04-CE4E-716A-05AB-64CE075BE555}"/>
              </a:ext>
            </a:extLst>
          </p:cNvPr>
          <p:cNvSpPr>
            <a:spLocks noChangeShapeType="1"/>
          </p:cNvSpPr>
          <p:nvPr/>
        </p:nvSpPr>
        <p:spPr bwMode="auto">
          <a:xfrm flipH="1">
            <a:off x="3475039" y="6202363"/>
            <a:ext cx="1646237" cy="0"/>
          </a:xfrm>
          <a:prstGeom prst="line">
            <a:avLst/>
          </a:prstGeom>
          <a:noFill/>
          <a:ln w="12700">
            <a:solidFill>
              <a:srgbClr val="646464"/>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41999" name="Text Box 14">
            <a:extLst>
              <a:ext uri="{FF2B5EF4-FFF2-40B4-BE49-F238E27FC236}">
                <a16:creationId xmlns:a16="http://schemas.microsoft.com/office/drawing/2014/main" id="{69BFD020-6398-E9A6-0E21-BE40BA46129B}"/>
              </a:ext>
            </a:extLst>
          </p:cNvPr>
          <p:cNvSpPr txBox="1">
            <a:spLocks noChangeArrowheads="1"/>
          </p:cNvSpPr>
          <p:nvPr/>
        </p:nvSpPr>
        <p:spPr bwMode="auto">
          <a:xfrm>
            <a:off x="1738313" y="5653088"/>
            <a:ext cx="1738312" cy="800100"/>
          </a:xfrm>
          <a:prstGeom prst="rect">
            <a:avLst/>
          </a:prstGeom>
          <a:noFill/>
          <a:ln w="12700" algn="ctr">
            <a:solidFill>
              <a:srgbClr val="808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Recombination within a cascade</a:t>
            </a:r>
            <a:endParaRPr lang="en-US" altLang="en-US" sz="16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3">
            <a:extLst>
              <a:ext uri="{FF2B5EF4-FFF2-40B4-BE49-F238E27FC236}">
                <a16:creationId xmlns:a16="http://schemas.microsoft.com/office/drawing/2014/main" id="{A8915137-FA88-62C0-BD24-5F02E2BB2557}"/>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A8AD8A49-1704-4D81-8824-70F4B3B9BC8D}" type="slidenum">
              <a:rPr lang="en-US" altLang="en-US"/>
              <a:pPr>
                <a:lnSpc>
                  <a:spcPct val="100000"/>
                </a:lnSpc>
                <a:spcBef>
                  <a:spcPct val="0"/>
                </a:spcBef>
                <a:buClr>
                  <a:srgbClr val="F68933"/>
                </a:buClr>
                <a:buFontTx/>
                <a:buNone/>
              </a:pPr>
              <a:t>18</a:t>
            </a:fld>
            <a:endParaRPr lang="en-US" altLang="en-US"/>
          </a:p>
        </p:txBody>
      </p:sp>
      <p:sp>
        <p:nvSpPr>
          <p:cNvPr id="47107" name="Rectangle 2">
            <a:extLst>
              <a:ext uri="{FF2B5EF4-FFF2-40B4-BE49-F238E27FC236}">
                <a16:creationId xmlns:a16="http://schemas.microsoft.com/office/drawing/2014/main" id="{011A4869-6889-887A-2347-A9FA5D72DE20}"/>
              </a:ext>
            </a:extLst>
          </p:cNvPr>
          <p:cNvSpPr>
            <a:spLocks noGrp="1" noChangeArrowheads="1"/>
          </p:cNvSpPr>
          <p:nvPr>
            <p:ph type="title"/>
          </p:nvPr>
        </p:nvSpPr>
        <p:spPr/>
        <p:txBody>
          <a:bodyPr/>
          <a:lstStyle/>
          <a:p>
            <a:pPr eaLnBrk="1" hangingPunct="1"/>
            <a:r>
              <a:rPr lang="en-GB" altLang="en-US"/>
              <a:t>Annealing and damage evolution </a:t>
            </a:r>
            <a:endParaRPr lang="en-US" altLang="en-US"/>
          </a:p>
        </p:txBody>
      </p:sp>
      <p:sp>
        <p:nvSpPr>
          <p:cNvPr id="47108" name="Rectangle 3">
            <a:extLst>
              <a:ext uri="{FF2B5EF4-FFF2-40B4-BE49-F238E27FC236}">
                <a16:creationId xmlns:a16="http://schemas.microsoft.com/office/drawing/2014/main" id="{ABE754F9-C3D7-F23B-A4B1-B2CE5AAA9835}"/>
              </a:ext>
            </a:extLst>
          </p:cNvPr>
          <p:cNvSpPr>
            <a:spLocks noGrp="1" noChangeArrowheads="1"/>
          </p:cNvSpPr>
          <p:nvPr>
            <p:ph type="body" idx="1"/>
          </p:nvPr>
        </p:nvSpPr>
        <p:spPr/>
        <p:txBody>
          <a:bodyPr/>
          <a:lstStyle/>
          <a:p>
            <a:pPr eaLnBrk="1" hangingPunct="1"/>
            <a:r>
              <a:rPr lang="en-GB" altLang="en-US"/>
              <a:t>A simple but powerful model:</a:t>
            </a:r>
          </a:p>
          <a:p>
            <a:pPr lvl="1" eaLnBrk="1" hangingPunct="1"/>
            <a:r>
              <a:rPr lang="en-GB" altLang="en-US"/>
              <a:t>At relatively low temperature (400 </a:t>
            </a:r>
            <a:r>
              <a:rPr lang="en-US" altLang="en-US">
                <a:cs typeface="Arial" panose="020B0604020202020204" pitchFamily="34" charset="0"/>
              </a:rPr>
              <a:t>°C) most of the interstitials and vacancies (Frenkel pairs) recombine (they </a:t>
            </a:r>
            <a:r>
              <a:rPr lang="en-GB" altLang="en-US">
                <a:cs typeface="Arial" panose="020B0604020202020204" pitchFamily="34" charset="0"/>
                <a:sym typeface="Wingdings" panose="05000000000000000000" pitchFamily="2" charset="2"/>
              </a:rPr>
              <a:t>can of course recombine independently at surface).</a:t>
            </a:r>
            <a:endParaRPr lang="en-US" altLang="en-US">
              <a:cs typeface="Arial" panose="020B0604020202020204" pitchFamily="34" charset="0"/>
            </a:endParaRPr>
          </a:p>
          <a:p>
            <a:pPr lvl="1" eaLnBrk="1" hangingPunct="1"/>
            <a:r>
              <a:rPr lang="en-GB" altLang="en-US">
                <a:cs typeface="Arial" panose="020B0604020202020204" pitchFamily="34" charset="0"/>
              </a:rPr>
              <a:t>Only the interstitial left when the doping atoms have occupied their final lattice sites are left </a:t>
            </a:r>
            <a:r>
              <a:rPr lang="en-GB" altLang="en-US">
                <a:cs typeface="Arial" panose="020B0604020202020204" pitchFamily="34" charset="0"/>
                <a:sym typeface="Wingdings" panose="05000000000000000000" pitchFamily="2" charset="2"/>
              </a:rPr>
              <a:t> </a:t>
            </a:r>
            <a:r>
              <a:rPr lang="en-GB" altLang="en-US" b="1">
                <a:cs typeface="Arial" panose="020B0604020202020204" pitchFamily="34" charset="0"/>
                <a:sym typeface="Wingdings" panose="05000000000000000000" pitchFamily="2" charset="2"/>
              </a:rPr>
              <a:t>+1 MODEL</a:t>
            </a:r>
          </a:p>
          <a:p>
            <a:pPr lvl="1" eaLnBrk="1" hangingPunct="1"/>
            <a:r>
              <a:rPr lang="en-GB" altLang="en-US" b="1">
                <a:cs typeface="Arial" panose="020B0604020202020204" pitchFamily="34" charset="0"/>
                <a:sym typeface="Wingdings" panose="05000000000000000000" pitchFamily="2" charset="2"/>
              </a:rPr>
              <a:t>No experimental proof, but gives a good estimate of excess interstitials </a:t>
            </a:r>
          </a:p>
          <a:p>
            <a:pPr lvl="1" eaLnBrk="1" hangingPunct="1">
              <a:buFontTx/>
              <a:buNone/>
            </a:pPr>
            <a:endParaRPr lang="en-GB" altLang="en-US" b="1">
              <a:cs typeface="Arial" panose="020B0604020202020204" pitchFamily="34" charset="0"/>
              <a:sym typeface="Wingdings" panose="05000000000000000000" pitchFamily="2" charset="2"/>
            </a:endParaRPr>
          </a:p>
          <a:p>
            <a:pPr eaLnBrk="1" hangingPunct="1"/>
            <a:r>
              <a:rPr lang="en-GB" altLang="en-US" b="1">
                <a:cs typeface="Arial" panose="020B0604020202020204" pitchFamily="34" charset="0"/>
                <a:sym typeface="Wingdings" panose="05000000000000000000" pitchFamily="2" charset="2"/>
              </a:rPr>
              <a:t>What happens to the excess +1 interstitials?</a:t>
            </a:r>
          </a:p>
          <a:p>
            <a:pPr lvl="1" eaLnBrk="1" hangingPunct="1">
              <a:buFontTx/>
              <a:buNone/>
            </a:pPr>
            <a:endParaRPr lang="en-GB" altLang="en-US">
              <a:cs typeface="Arial" panose="020B0604020202020204" pitchFamily="34" charset="0"/>
              <a:sym typeface="Wingdings" panose="05000000000000000000" pitchFamily="2" charset="2"/>
            </a:endParaRPr>
          </a:p>
          <a:p>
            <a:pPr lvl="1" eaLnBrk="1" hangingPunct="1">
              <a:buFontTx/>
              <a:buNone/>
            </a:pPr>
            <a:endParaRPr lang="en-US" altLang="en-US">
              <a:cs typeface="Arial" panose="020B0604020202020204" pitchFamily="34" charset="0"/>
              <a:sym typeface="Wingdings" panose="05000000000000000000" pitchFamily="2" charset="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3">
            <a:extLst>
              <a:ext uri="{FF2B5EF4-FFF2-40B4-BE49-F238E27FC236}">
                <a16:creationId xmlns:a16="http://schemas.microsoft.com/office/drawing/2014/main" id="{4B465B20-F5AB-E702-0CB6-24B6B7615A40}"/>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BBFCA46C-9F87-4ABA-B414-F3159DAEF900}" type="slidenum">
              <a:rPr lang="en-US" altLang="en-US"/>
              <a:pPr>
                <a:lnSpc>
                  <a:spcPct val="100000"/>
                </a:lnSpc>
                <a:spcBef>
                  <a:spcPct val="0"/>
                </a:spcBef>
                <a:buClr>
                  <a:srgbClr val="F68933"/>
                </a:buClr>
                <a:buFontTx/>
                <a:buNone/>
              </a:pPr>
              <a:t>19</a:t>
            </a:fld>
            <a:endParaRPr lang="en-US" altLang="en-US"/>
          </a:p>
        </p:txBody>
      </p:sp>
      <p:sp>
        <p:nvSpPr>
          <p:cNvPr id="49155" name="Rectangle 2">
            <a:extLst>
              <a:ext uri="{FF2B5EF4-FFF2-40B4-BE49-F238E27FC236}">
                <a16:creationId xmlns:a16="http://schemas.microsoft.com/office/drawing/2014/main" id="{36202DE1-0025-A990-1903-8E3ACD753C24}"/>
              </a:ext>
            </a:extLst>
          </p:cNvPr>
          <p:cNvSpPr>
            <a:spLocks noGrp="1" noChangeArrowheads="1"/>
          </p:cNvSpPr>
          <p:nvPr>
            <p:ph type="title"/>
          </p:nvPr>
        </p:nvSpPr>
        <p:spPr/>
        <p:txBody>
          <a:bodyPr/>
          <a:lstStyle/>
          <a:p>
            <a:pPr eaLnBrk="1" hangingPunct="1"/>
            <a:r>
              <a:rPr lang="en-GB" altLang="en-US"/>
              <a:t>Annealing and damage evolution </a:t>
            </a:r>
            <a:endParaRPr lang="en-US" altLang="en-US"/>
          </a:p>
        </p:txBody>
      </p:sp>
      <p:sp>
        <p:nvSpPr>
          <p:cNvPr id="49156" name="Rectangle 3">
            <a:extLst>
              <a:ext uri="{FF2B5EF4-FFF2-40B4-BE49-F238E27FC236}">
                <a16:creationId xmlns:a16="http://schemas.microsoft.com/office/drawing/2014/main" id="{7DF23A95-6D3B-402F-4B9E-57BB9378D325}"/>
              </a:ext>
            </a:extLst>
          </p:cNvPr>
          <p:cNvSpPr>
            <a:spLocks noGrp="1" noChangeArrowheads="1"/>
          </p:cNvSpPr>
          <p:nvPr>
            <p:ph type="body" idx="1"/>
          </p:nvPr>
        </p:nvSpPr>
        <p:spPr/>
        <p:txBody>
          <a:bodyPr/>
          <a:lstStyle/>
          <a:p>
            <a:pPr eaLnBrk="1" hangingPunct="1"/>
            <a:r>
              <a:rPr lang="en-GB" altLang="en-US"/>
              <a:t>Upon further annealing excess interstitials tend to agglomerate in small rod-shaped clusters on {311} planes, extending in &lt;110&gt; directions  </a:t>
            </a:r>
            <a:endParaRPr lang="en-US" altLang="en-US"/>
          </a:p>
        </p:txBody>
      </p:sp>
      <p:pic>
        <p:nvPicPr>
          <p:cNvPr id="49157" name="Picture 4">
            <a:extLst>
              <a:ext uri="{FF2B5EF4-FFF2-40B4-BE49-F238E27FC236}">
                <a16:creationId xmlns:a16="http://schemas.microsoft.com/office/drawing/2014/main" id="{25A21194-B402-078C-F550-5219B8CD60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2776" y="2197101"/>
            <a:ext cx="1870075" cy="146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158" name="Picture 5" descr="image7">
            <a:extLst>
              <a:ext uri="{FF2B5EF4-FFF2-40B4-BE49-F238E27FC236}">
                <a16:creationId xmlns:a16="http://schemas.microsoft.com/office/drawing/2014/main" id="{6489CCDD-3D1F-38FF-4EAE-9862FFC868FF}"/>
              </a:ext>
            </a:extLst>
          </p:cNvPr>
          <p:cNvPicPr>
            <a:picLocks noChangeAspect="1" noChangeArrowheads="1"/>
          </p:cNvPicPr>
          <p:nvPr/>
        </p:nvPicPr>
        <p:blipFill>
          <a:blip r:embed="rId4">
            <a:lum bright="24000"/>
            <a:extLst>
              <a:ext uri="{28A0092B-C50C-407E-A947-70E740481C1C}">
                <a14:useLocalDpi xmlns:a14="http://schemas.microsoft.com/office/drawing/2010/main" val="0"/>
              </a:ext>
            </a:extLst>
          </a:blip>
          <a:srcRect r="14891"/>
          <a:stretch>
            <a:fillRect/>
          </a:stretch>
        </p:blipFill>
        <p:spPr bwMode="auto">
          <a:xfrm>
            <a:off x="3924301" y="2112964"/>
            <a:ext cx="1592263" cy="187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9" name="Text Box 6">
            <a:extLst>
              <a:ext uri="{FF2B5EF4-FFF2-40B4-BE49-F238E27FC236}">
                <a16:creationId xmlns:a16="http://schemas.microsoft.com/office/drawing/2014/main" id="{6D812EF5-F637-C298-3D00-2D503665A2D6}"/>
              </a:ext>
            </a:extLst>
          </p:cNvPr>
          <p:cNvSpPr txBox="1">
            <a:spLocks noChangeArrowheads="1"/>
          </p:cNvSpPr>
          <p:nvPr/>
        </p:nvSpPr>
        <p:spPr bwMode="auto">
          <a:xfrm>
            <a:off x="5902325" y="2465388"/>
            <a:ext cx="4495800" cy="3592512"/>
          </a:xfrm>
          <a:prstGeom prst="rect">
            <a:avLst/>
          </a:prstGeom>
          <a:noFill/>
          <a:ln w="12700" algn="ctr">
            <a:solidFill>
              <a:srgbClr val="FF7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a:t>Depending on the amount of damage (and distance from the surface…) they can:</a:t>
            </a:r>
          </a:p>
          <a:p>
            <a:pPr eaLnBrk="1" hangingPunct="1">
              <a:spcBef>
                <a:spcPct val="50000"/>
              </a:spcBef>
              <a:buFont typeface="Times" panose="02020603050405020304" pitchFamily="18" charset="0"/>
              <a:buChar char="•"/>
            </a:pPr>
            <a:r>
              <a:rPr lang="en-GB" altLang="en-US"/>
              <a:t>Disappear by “evaporation”  of interstitials from the ends (and recombination at surface)</a:t>
            </a:r>
          </a:p>
          <a:p>
            <a:pPr eaLnBrk="1" hangingPunct="1">
              <a:spcBef>
                <a:spcPct val="50000"/>
              </a:spcBef>
              <a:buFont typeface="Times" panose="02020603050405020304" pitchFamily="18" charset="0"/>
              <a:buChar char="•"/>
            </a:pPr>
            <a:r>
              <a:rPr lang="en-GB" altLang="en-US" sz="2000"/>
              <a:t>Turn into dislocation loops (see next slide)</a:t>
            </a:r>
          </a:p>
          <a:p>
            <a:pPr lvl="1" eaLnBrk="1" hangingPunct="1">
              <a:spcBef>
                <a:spcPct val="50000"/>
              </a:spcBef>
              <a:buFont typeface="Times" panose="02020603050405020304" pitchFamily="18" charset="0"/>
              <a:buChar char="•"/>
            </a:pPr>
            <a:r>
              <a:rPr lang="en-GB" altLang="en-US"/>
              <a:t> Loops can agglomerate to form huge dislocation</a:t>
            </a:r>
          </a:p>
          <a:p>
            <a:pPr lvl="1" eaLnBrk="1" hangingPunct="1">
              <a:spcBef>
                <a:spcPct val="50000"/>
              </a:spcBef>
              <a:buFont typeface="Times" panose="02020603050405020304" pitchFamily="18" charset="0"/>
              <a:buChar char="•"/>
            </a:pPr>
            <a:r>
              <a:rPr lang="en-GB" altLang="en-US"/>
              <a:t> They can be dissolved at very high T (&gt;1100 </a:t>
            </a:r>
            <a:r>
              <a:rPr lang="en-US" altLang="en-US">
                <a:cs typeface="Arial" panose="020B0604020202020204" pitchFamily="34" charset="0"/>
              </a:rPr>
              <a:t>°)</a:t>
            </a:r>
          </a:p>
        </p:txBody>
      </p:sp>
      <p:pic>
        <p:nvPicPr>
          <p:cNvPr id="49160" name="Picture 7">
            <a:extLst>
              <a:ext uri="{FF2B5EF4-FFF2-40B4-BE49-F238E27FC236}">
                <a16:creationId xmlns:a16="http://schemas.microsoft.com/office/drawing/2014/main" id="{537B993E-BD0E-6058-D162-DE10582AF2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8013" y="3971925"/>
            <a:ext cx="3409950" cy="241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3">
            <a:extLst>
              <a:ext uri="{FF2B5EF4-FFF2-40B4-BE49-F238E27FC236}">
                <a16:creationId xmlns:a16="http://schemas.microsoft.com/office/drawing/2014/main" id="{2810F021-63EA-C677-A2F0-B472B9CA0E90}"/>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9E4E50A8-8FCE-4BE4-ADB1-62DEF5395F08}" type="slidenum">
              <a:rPr lang="en-US" altLang="en-US"/>
              <a:pPr>
                <a:lnSpc>
                  <a:spcPct val="100000"/>
                </a:lnSpc>
                <a:spcBef>
                  <a:spcPct val="0"/>
                </a:spcBef>
                <a:buClr>
                  <a:srgbClr val="F68933"/>
                </a:buClr>
                <a:buFontTx/>
                <a:buNone/>
              </a:pPr>
              <a:t>20</a:t>
            </a:fld>
            <a:endParaRPr lang="en-US" altLang="en-US"/>
          </a:p>
        </p:txBody>
      </p:sp>
      <p:sp>
        <p:nvSpPr>
          <p:cNvPr id="51203" name="Rectangle 2">
            <a:extLst>
              <a:ext uri="{FF2B5EF4-FFF2-40B4-BE49-F238E27FC236}">
                <a16:creationId xmlns:a16="http://schemas.microsoft.com/office/drawing/2014/main" id="{25D95DD9-2CC9-308A-CCF2-80473C3E0B83}"/>
              </a:ext>
            </a:extLst>
          </p:cNvPr>
          <p:cNvSpPr>
            <a:spLocks noGrp="1" noChangeArrowheads="1"/>
          </p:cNvSpPr>
          <p:nvPr>
            <p:ph type="title"/>
          </p:nvPr>
        </p:nvSpPr>
        <p:spPr/>
        <p:txBody>
          <a:bodyPr/>
          <a:lstStyle/>
          <a:p>
            <a:pPr eaLnBrk="1" hangingPunct="1"/>
            <a:r>
              <a:rPr lang="en-GB" altLang="en-US"/>
              <a:t>Annealing and damage evolution </a:t>
            </a:r>
            <a:endParaRPr lang="en-US" altLang="en-US"/>
          </a:p>
        </p:txBody>
      </p:sp>
      <p:pic>
        <p:nvPicPr>
          <p:cNvPr id="51204" name="Picture 9">
            <a:extLst>
              <a:ext uri="{FF2B5EF4-FFF2-40B4-BE49-F238E27FC236}">
                <a16:creationId xmlns:a16="http://schemas.microsoft.com/office/drawing/2014/main" id="{06635223-8F62-D283-9602-551D9AFC5D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76" y="1106488"/>
            <a:ext cx="6151563" cy="529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05" name="Text Box 10">
            <a:extLst>
              <a:ext uri="{FF2B5EF4-FFF2-40B4-BE49-F238E27FC236}">
                <a16:creationId xmlns:a16="http://schemas.microsoft.com/office/drawing/2014/main" id="{71CC9515-53CF-DD8D-6674-C2C03BD1A1A8}"/>
              </a:ext>
            </a:extLst>
          </p:cNvPr>
          <p:cNvSpPr txBox="1">
            <a:spLocks noChangeArrowheads="1"/>
          </p:cNvSpPr>
          <p:nvPr/>
        </p:nvSpPr>
        <p:spPr bwMode="auto">
          <a:xfrm>
            <a:off x="8047038" y="2087564"/>
            <a:ext cx="2620962" cy="2312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b="1"/>
              <a:t>Example:</a:t>
            </a:r>
          </a:p>
          <a:p>
            <a:pPr eaLnBrk="1" hangingPunct="1">
              <a:spcBef>
                <a:spcPct val="50000"/>
              </a:spcBef>
            </a:pPr>
            <a:r>
              <a:rPr lang="en-GB" altLang="en-US" sz="1600"/>
              <a:t>80 Kev 1E15 B implant</a:t>
            </a:r>
          </a:p>
          <a:p>
            <a:pPr eaLnBrk="1" hangingPunct="1">
              <a:spcBef>
                <a:spcPct val="50000"/>
              </a:spcBef>
            </a:pPr>
            <a:r>
              <a:rPr lang="en-GB" altLang="en-US" sz="1600"/>
              <a:t>30 min 900 </a:t>
            </a:r>
            <a:r>
              <a:rPr lang="en-US" altLang="en-US" sz="1600">
                <a:cs typeface="Arial" panose="020B0604020202020204" pitchFamily="34" charset="0"/>
              </a:rPr>
              <a:t>°C annealing</a:t>
            </a:r>
          </a:p>
          <a:p>
            <a:pPr eaLnBrk="1" hangingPunct="1">
              <a:spcBef>
                <a:spcPct val="50000"/>
              </a:spcBef>
            </a:pPr>
            <a:r>
              <a:rPr lang="en-GB" altLang="en-US" sz="1600">
                <a:cs typeface="Arial" panose="020B0604020202020204" pitchFamily="34" charset="0"/>
              </a:rPr>
              <a:t>Dislocation loops are easily detectable at the projected range (were also predicted by simulation [left])</a:t>
            </a:r>
            <a:endParaRPr lang="en-US" altLang="en-US" sz="1600">
              <a:cs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3">
            <a:extLst>
              <a:ext uri="{FF2B5EF4-FFF2-40B4-BE49-F238E27FC236}">
                <a16:creationId xmlns:a16="http://schemas.microsoft.com/office/drawing/2014/main" id="{9BFB4255-1F15-ACA6-812B-A89A833B5538}"/>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A64D998A-E188-4A60-BC88-47CCD94BE45F}" type="slidenum">
              <a:rPr lang="en-US" altLang="en-US"/>
              <a:pPr>
                <a:lnSpc>
                  <a:spcPct val="100000"/>
                </a:lnSpc>
                <a:spcBef>
                  <a:spcPct val="0"/>
                </a:spcBef>
                <a:buClr>
                  <a:srgbClr val="F68933"/>
                </a:buClr>
                <a:buFontTx/>
                <a:buNone/>
              </a:pPr>
              <a:t>21</a:t>
            </a:fld>
            <a:endParaRPr lang="en-US" altLang="en-US"/>
          </a:p>
        </p:txBody>
      </p:sp>
      <p:sp>
        <p:nvSpPr>
          <p:cNvPr id="53251" name="Rectangle 2">
            <a:extLst>
              <a:ext uri="{FF2B5EF4-FFF2-40B4-BE49-F238E27FC236}">
                <a16:creationId xmlns:a16="http://schemas.microsoft.com/office/drawing/2014/main" id="{4E83C351-6EA3-A441-2A4B-A5905C86C98C}"/>
              </a:ext>
            </a:extLst>
          </p:cNvPr>
          <p:cNvSpPr>
            <a:spLocks noGrp="1" noChangeArrowheads="1"/>
          </p:cNvSpPr>
          <p:nvPr>
            <p:ph type="title"/>
          </p:nvPr>
        </p:nvSpPr>
        <p:spPr/>
        <p:txBody>
          <a:bodyPr/>
          <a:lstStyle/>
          <a:p>
            <a:pPr eaLnBrk="1" hangingPunct="1"/>
            <a:r>
              <a:rPr lang="en-GB" altLang="en-US"/>
              <a:t>Activation</a:t>
            </a:r>
            <a:endParaRPr lang="en-US" altLang="en-US"/>
          </a:p>
        </p:txBody>
      </p:sp>
      <p:sp>
        <p:nvSpPr>
          <p:cNvPr id="53252" name="Rectangle 3">
            <a:extLst>
              <a:ext uri="{FF2B5EF4-FFF2-40B4-BE49-F238E27FC236}">
                <a16:creationId xmlns:a16="http://schemas.microsoft.com/office/drawing/2014/main" id="{841CA213-E3AF-9748-F55E-501F15F90509}"/>
              </a:ext>
            </a:extLst>
          </p:cNvPr>
          <p:cNvSpPr>
            <a:spLocks noGrp="1" noChangeArrowheads="1"/>
          </p:cNvSpPr>
          <p:nvPr>
            <p:ph type="body" idx="1"/>
          </p:nvPr>
        </p:nvSpPr>
        <p:spPr/>
        <p:txBody>
          <a:bodyPr/>
          <a:lstStyle/>
          <a:p>
            <a:pPr eaLnBrk="1" hangingPunct="1"/>
            <a:r>
              <a:rPr lang="en-GB" altLang="en-US"/>
              <a:t>To be active dopants must be in substitutional position:</a:t>
            </a:r>
          </a:p>
          <a:p>
            <a:pPr lvl="1" eaLnBrk="1" hangingPunct="1"/>
            <a:r>
              <a:rPr lang="en-GB" altLang="en-US"/>
              <a:t>Post implantation anneal has also the function to activate dopants</a:t>
            </a:r>
          </a:p>
          <a:p>
            <a:pPr lvl="1" eaLnBrk="1" hangingPunct="1"/>
            <a:r>
              <a:rPr lang="en-GB" altLang="en-US"/>
              <a:t>For low doses or for amorphizing implants good activation is obtained at relatively low T (600 </a:t>
            </a:r>
            <a:r>
              <a:rPr lang="en-US" altLang="en-US">
                <a:cs typeface="Arial" panose="020B0604020202020204" pitchFamily="34" charset="0"/>
              </a:rPr>
              <a:t>°C)</a:t>
            </a:r>
          </a:p>
          <a:p>
            <a:pPr lvl="1" eaLnBrk="1" hangingPunct="1"/>
            <a:r>
              <a:rPr lang="en-GB" altLang="en-US">
                <a:cs typeface="Arial" panose="020B0604020202020204" pitchFamily="34" charset="0"/>
              </a:rPr>
              <a:t>Things are not so easy for high-damage implants (e.g. E15 at/cm</a:t>
            </a:r>
            <a:r>
              <a:rPr lang="en-GB" altLang="en-US" baseline="30000">
                <a:cs typeface="Arial" panose="020B0604020202020204" pitchFamily="34" charset="0"/>
              </a:rPr>
              <a:t>-2</a:t>
            </a:r>
            <a:r>
              <a:rPr lang="en-US" altLang="en-US" baseline="30000">
                <a:cs typeface="Arial" panose="020B0604020202020204" pitchFamily="34" charset="0"/>
              </a:rPr>
              <a:t> </a:t>
            </a:r>
            <a:r>
              <a:rPr lang="en-US" altLang="en-US">
                <a:cs typeface="Arial" panose="020B0604020202020204" pitchFamily="34" charset="0"/>
              </a:rPr>
              <a:t>B):</a:t>
            </a:r>
          </a:p>
          <a:p>
            <a:pPr lvl="2" eaLnBrk="1" hangingPunct="1"/>
            <a:r>
              <a:rPr lang="en-GB" altLang="en-US">
                <a:cs typeface="Arial" panose="020B0604020202020204" pitchFamily="34" charset="0"/>
              </a:rPr>
              <a:t>Excess interstitials compete with B for substitutional sites </a:t>
            </a:r>
          </a:p>
          <a:p>
            <a:pPr lvl="2" eaLnBrk="1" hangingPunct="1"/>
            <a:r>
              <a:rPr lang="en-GB" altLang="en-US">
                <a:cs typeface="Arial" panose="020B0604020202020204" pitchFamily="34" charset="0"/>
              </a:rPr>
              <a:t>I/B inactive complexes</a:t>
            </a:r>
            <a:endParaRPr lang="en-US" altLang="en-US">
              <a:cs typeface="Arial" panose="020B0604020202020204" pitchFamily="34" charset="0"/>
            </a:endParaRPr>
          </a:p>
          <a:p>
            <a:pPr lvl="1" eaLnBrk="1" hangingPunct="1"/>
            <a:endParaRPr lang="en-US" altLang="en-US"/>
          </a:p>
        </p:txBody>
      </p:sp>
      <p:graphicFrame>
        <p:nvGraphicFramePr>
          <p:cNvPr id="53253" name="Object 5">
            <a:extLst>
              <a:ext uri="{FF2B5EF4-FFF2-40B4-BE49-F238E27FC236}">
                <a16:creationId xmlns:a16="http://schemas.microsoft.com/office/drawing/2014/main" id="{3B443A26-F2D4-1764-72D3-893DA5FB469E}"/>
              </a:ext>
            </a:extLst>
          </p:cNvPr>
          <p:cNvGraphicFramePr>
            <a:graphicFrameLocks noChangeAspect="1"/>
          </p:cNvGraphicFramePr>
          <p:nvPr/>
        </p:nvGraphicFramePr>
        <p:xfrm>
          <a:off x="8216900" y="3429001"/>
          <a:ext cx="2451100" cy="3173413"/>
        </p:xfrm>
        <a:graphic>
          <a:graphicData uri="http://schemas.openxmlformats.org/presentationml/2006/ole">
            <mc:AlternateContent xmlns:mc="http://schemas.openxmlformats.org/markup-compatibility/2006">
              <mc:Choice xmlns:v="urn:schemas-microsoft-com:vml" Requires="v">
                <p:oleObj name="Document" r:id="rId3" imgW="2450592" imgH="3172968" progId="Word.Document.8">
                  <p:embed/>
                </p:oleObj>
              </mc:Choice>
              <mc:Fallback>
                <p:oleObj name="Document" r:id="rId3" imgW="2450592" imgH="3172968" progId="Word.Document.8">
                  <p:embed/>
                  <p:pic>
                    <p:nvPicPr>
                      <p:cNvPr id="53253" name="Object 5">
                        <a:extLst>
                          <a:ext uri="{FF2B5EF4-FFF2-40B4-BE49-F238E27FC236}">
                            <a16:creationId xmlns:a16="http://schemas.microsoft.com/office/drawing/2014/main" id="{3B443A26-F2D4-1764-72D3-893DA5FB46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16900" y="3429001"/>
                        <a:ext cx="2451100" cy="3173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3">
            <a:extLst>
              <a:ext uri="{FF2B5EF4-FFF2-40B4-BE49-F238E27FC236}">
                <a16:creationId xmlns:a16="http://schemas.microsoft.com/office/drawing/2014/main" id="{28D30FD8-C5D3-1B0F-2DD7-57E188FF71A7}"/>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888E26BA-44DF-40F0-B2DE-49311DB7DDA8}" type="slidenum">
              <a:rPr lang="en-US" altLang="en-US"/>
              <a:pPr>
                <a:lnSpc>
                  <a:spcPct val="100000"/>
                </a:lnSpc>
                <a:spcBef>
                  <a:spcPct val="0"/>
                </a:spcBef>
                <a:buClr>
                  <a:srgbClr val="F68933"/>
                </a:buClr>
                <a:buFontTx/>
                <a:buNone/>
              </a:pPr>
              <a:t>22</a:t>
            </a:fld>
            <a:endParaRPr lang="en-US" altLang="en-US"/>
          </a:p>
        </p:txBody>
      </p:sp>
      <p:sp>
        <p:nvSpPr>
          <p:cNvPr id="55299" name="Rectangle 2">
            <a:extLst>
              <a:ext uri="{FF2B5EF4-FFF2-40B4-BE49-F238E27FC236}">
                <a16:creationId xmlns:a16="http://schemas.microsoft.com/office/drawing/2014/main" id="{67F9F893-DAD2-B618-D4F7-860CD2795F53}"/>
              </a:ext>
            </a:extLst>
          </p:cNvPr>
          <p:cNvSpPr>
            <a:spLocks noGrp="1" noChangeArrowheads="1"/>
          </p:cNvSpPr>
          <p:nvPr>
            <p:ph type="title"/>
          </p:nvPr>
        </p:nvSpPr>
        <p:spPr/>
        <p:txBody>
          <a:bodyPr/>
          <a:lstStyle/>
          <a:p>
            <a:pPr eaLnBrk="1" hangingPunct="1"/>
            <a:r>
              <a:rPr lang="en-GB" altLang="en-US"/>
              <a:t>Annealing vs diffusion</a:t>
            </a:r>
            <a:endParaRPr lang="en-US" altLang="en-US"/>
          </a:p>
        </p:txBody>
      </p:sp>
      <p:sp>
        <p:nvSpPr>
          <p:cNvPr id="55300" name="Rectangle 3">
            <a:extLst>
              <a:ext uri="{FF2B5EF4-FFF2-40B4-BE49-F238E27FC236}">
                <a16:creationId xmlns:a16="http://schemas.microsoft.com/office/drawing/2014/main" id="{41414869-D5BA-00D3-6F98-B5482B1B3C36}"/>
              </a:ext>
            </a:extLst>
          </p:cNvPr>
          <p:cNvSpPr>
            <a:spLocks noGrp="1" noChangeArrowheads="1"/>
          </p:cNvSpPr>
          <p:nvPr>
            <p:ph type="body" idx="1"/>
          </p:nvPr>
        </p:nvSpPr>
        <p:spPr/>
        <p:txBody>
          <a:bodyPr/>
          <a:lstStyle/>
          <a:p>
            <a:pPr eaLnBrk="1" hangingPunct="1"/>
            <a:r>
              <a:rPr lang="en-GB" altLang="en-US"/>
              <a:t>Annealing after implantation is mandatory :</a:t>
            </a:r>
          </a:p>
          <a:p>
            <a:pPr lvl="1" eaLnBrk="1" hangingPunct="1"/>
            <a:r>
              <a:rPr lang="en-GB" altLang="en-US"/>
              <a:t>To dissolve defects</a:t>
            </a:r>
          </a:p>
          <a:p>
            <a:pPr lvl="1" eaLnBrk="1" hangingPunct="1"/>
            <a:r>
              <a:rPr lang="en-GB" altLang="en-US"/>
              <a:t>To re-grow crystalline silicon if necessary</a:t>
            </a:r>
          </a:p>
          <a:p>
            <a:pPr lvl="1" eaLnBrk="1" hangingPunct="1"/>
            <a:r>
              <a:rPr lang="en-GB" altLang="en-US"/>
              <a:t>To activate dopants</a:t>
            </a:r>
          </a:p>
          <a:p>
            <a:pPr lvl="1" eaLnBrk="1" hangingPunct="1"/>
            <a:endParaRPr lang="en-US" altLang="en-US"/>
          </a:p>
        </p:txBody>
      </p:sp>
      <p:sp>
        <p:nvSpPr>
          <p:cNvPr id="55301" name="Text Box 4">
            <a:extLst>
              <a:ext uri="{FF2B5EF4-FFF2-40B4-BE49-F238E27FC236}">
                <a16:creationId xmlns:a16="http://schemas.microsoft.com/office/drawing/2014/main" id="{1DAB7A6B-743F-179A-6641-539887169506}"/>
              </a:ext>
            </a:extLst>
          </p:cNvPr>
          <p:cNvSpPr txBox="1">
            <a:spLocks noChangeArrowheads="1"/>
          </p:cNvSpPr>
          <p:nvPr/>
        </p:nvSpPr>
        <p:spPr bwMode="auto">
          <a:xfrm>
            <a:off x="5543550" y="3429000"/>
            <a:ext cx="3017838"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BUT</a:t>
            </a:r>
            <a:endParaRPr lang="en-US" altLang="en-US" sz="2000"/>
          </a:p>
        </p:txBody>
      </p:sp>
      <p:sp>
        <p:nvSpPr>
          <p:cNvPr id="55302" name="Text Box 5">
            <a:extLst>
              <a:ext uri="{FF2B5EF4-FFF2-40B4-BE49-F238E27FC236}">
                <a16:creationId xmlns:a16="http://schemas.microsoft.com/office/drawing/2014/main" id="{56672152-3AD8-4DF7-DE79-380733C215F3}"/>
              </a:ext>
            </a:extLst>
          </p:cNvPr>
          <p:cNvSpPr txBox="1">
            <a:spLocks noChangeArrowheads="1"/>
          </p:cNvSpPr>
          <p:nvPr/>
        </p:nvSpPr>
        <p:spPr bwMode="auto">
          <a:xfrm>
            <a:off x="1766889" y="3960814"/>
            <a:ext cx="7864475" cy="122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At high temperatures</a:t>
            </a:r>
            <a:r>
              <a:rPr lang="en-GB" altLang="en-US" sz="2000" b="1"/>
              <a:t> diffusion</a:t>
            </a:r>
            <a:r>
              <a:rPr lang="en-GB" altLang="en-US" sz="2000"/>
              <a:t> also occurs:</a:t>
            </a:r>
          </a:p>
          <a:p>
            <a:pPr lvl="1" eaLnBrk="1" hangingPunct="1">
              <a:spcBef>
                <a:spcPct val="50000"/>
              </a:spcBef>
              <a:buFont typeface="Times" panose="02020603050405020304" pitchFamily="18" charset="0"/>
              <a:buChar char="•"/>
            </a:pPr>
            <a:r>
              <a:rPr lang="en-GB" altLang="en-US" sz="2000"/>
              <a:t> diffusion can be particularly enhanced by implantation-induced defects </a:t>
            </a:r>
            <a:r>
              <a:rPr lang="en-GB" altLang="en-US" sz="2000">
                <a:sym typeface="Wingdings" panose="05000000000000000000" pitchFamily="2" charset="2"/>
              </a:rPr>
              <a:t> </a:t>
            </a:r>
            <a:r>
              <a:rPr lang="en-GB" altLang="en-US" sz="2800" b="1">
                <a:solidFill>
                  <a:srgbClr val="F0522C"/>
                </a:solidFill>
                <a:sym typeface="Wingdings" panose="05000000000000000000" pitchFamily="2" charset="2"/>
              </a:rPr>
              <a:t>TED</a:t>
            </a:r>
            <a:r>
              <a:rPr lang="en-GB" altLang="en-US" sz="2000"/>
              <a:t>	</a:t>
            </a:r>
            <a:endParaRPr lang="en-US" altLang="en-US" sz="2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3">
            <a:extLst>
              <a:ext uri="{FF2B5EF4-FFF2-40B4-BE49-F238E27FC236}">
                <a16:creationId xmlns:a16="http://schemas.microsoft.com/office/drawing/2014/main" id="{BB66E928-AD7B-3028-E9FA-BB0DB37BACA0}"/>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172AA459-E845-4500-BEA1-4A52E0C03FFE}" type="slidenum">
              <a:rPr lang="en-US" altLang="en-US"/>
              <a:pPr>
                <a:lnSpc>
                  <a:spcPct val="100000"/>
                </a:lnSpc>
                <a:spcBef>
                  <a:spcPct val="0"/>
                </a:spcBef>
                <a:buClr>
                  <a:srgbClr val="F68933"/>
                </a:buClr>
                <a:buFontTx/>
                <a:buNone/>
              </a:pPr>
              <a:t>23</a:t>
            </a:fld>
            <a:endParaRPr lang="en-US" altLang="en-US"/>
          </a:p>
        </p:txBody>
      </p:sp>
      <p:sp>
        <p:nvSpPr>
          <p:cNvPr id="57347" name="Rectangle 2">
            <a:extLst>
              <a:ext uri="{FF2B5EF4-FFF2-40B4-BE49-F238E27FC236}">
                <a16:creationId xmlns:a16="http://schemas.microsoft.com/office/drawing/2014/main" id="{1C32A72A-C401-854C-109E-D25B59F9E6B5}"/>
              </a:ext>
            </a:extLst>
          </p:cNvPr>
          <p:cNvSpPr>
            <a:spLocks noGrp="1" noChangeArrowheads="1"/>
          </p:cNvSpPr>
          <p:nvPr>
            <p:ph type="title"/>
          </p:nvPr>
        </p:nvSpPr>
        <p:spPr/>
        <p:txBody>
          <a:bodyPr/>
          <a:lstStyle/>
          <a:p>
            <a:pPr eaLnBrk="1" hangingPunct="1"/>
            <a:r>
              <a:rPr lang="en-GB" altLang="en-US"/>
              <a:t>Transient Enhanced Diffusion</a:t>
            </a:r>
            <a:endParaRPr lang="en-US" altLang="en-US"/>
          </a:p>
        </p:txBody>
      </p:sp>
      <p:graphicFrame>
        <p:nvGraphicFramePr>
          <p:cNvPr id="57348" name="Object 5">
            <a:extLst>
              <a:ext uri="{FF2B5EF4-FFF2-40B4-BE49-F238E27FC236}">
                <a16:creationId xmlns:a16="http://schemas.microsoft.com/office/drawing/2014/main" id="{DD0FB471-8795-2376-E462-37712F9836EF}"/>
              </a:ext>
            </a:extLst>
          </p:cNvPr>
          <p:cNvGraphicFramePr>
            <a:graphicFrameLocks noChangeAspect="1"/>
          </p:cNvGraphicFramePr>
          <p:nvPr/>
        </p:nvGraphicFramePr>
        <p:xfrm>
          <a:off x="1676400" y="971551"/>
          <a:ext cx="3581400" cy="2727325"/>
        </p:xfrm>
        <a:graphic>
          <a:graphicData uri="http://schemas.openxmlformats.org/presentationml/2006/ole">
            <mc:AlternateContent xmlns:mc="http://schemas.openxmlformats.org/markup-compatibility/2006">
              <mc:Choice xmlns:v="urn:schemas-microsoft-com:vml" Requires="v">
                <p:oleObj name="Document" r:id="rId3" imgW="4331208" imgH="3297936" progId="Word.Document.8">
                  <p:embed/>
                </p:oleObj>
              </mc:Choice>
              <mc:Fallback>
                <p:oleObj name="Document" r:id="rId3" imgW="4331208" imgH="3297936" progId="Word.Document.8">
                  <p:embed/>
                  <p:pic>
                    <p:nvPicPr>
                      <p:cNvPr id="57348" name="Object 5">
                        <a:extLst>
                          <a:ext uri="{FF2B5EF4-FFF2-40B4-BE49-F238E27FC236}">
                            <a16:creationId xmlns:a16="http://schemas.microsoft.com/office/drawing/2014/main" id="{DD0FB471-8795-2376-E462-37712F9836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971551"/>
                        <a:ext cx="3581400" cy="2727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49" name="Object 6">
            <a:extLst>
              <a:ext uri="{FF2B5EF4-FFF2-40B4-BE49-F238E27FC236}">
                <a16:creationId xmlns:a16="http://schemas.microsoft.com/office/drawing/2014/main" id="{F142A819-6031-B734-F129-9647620BFC17}"/>
              </a:ext>
            </a:extLst>
          </p:cNvPr>
          <p:cNvGraphicFramePr>
            <a:graphicFrameLocks noChangeAspect="1"/>
          </p:cNvGraphicFramePr>
          <p:nvPr/>
        </p:nvGraphicFramePr>
        <p:xfrm>
          <a:off x="1676400" y="3790950"/>
          <a:ext cx="3733800" cy="2832100"/>
        </p:xfrm>
        <a:graphic>
          <a:graphicData uri="http://schemas.openxmlformats.org/presentationml/2006/ole">
            <mc:AlternateContent xmlns:mc="http://schemas.openxmlformats.org/markup-compatibility/2006">
              <mc:Choice xmlns:v="urn:schemas-microsoft-com:vml" Requires="v">
                <p:oleObj name="Document" r:id="rId5" imgW="4419600" imgH="3352800" progId="Word.Document.8">
                  <p:embed/>
                </p:oleObj>
              </mc:Choice>
              <mc:Fallback>
                <p:oleObj name="Document" r:id="rId5" imgW="4419600" imgH="3352800" progId="Word.Document.8">
                  <p:embed/>
                  <p:pic>
                    <p:nvPicPr>
                      <p:cNvPr id="57349" name="Object 6">
                        <a:extLst>
                          <a:ext uri="{FF2B5EF4-FFF2-40B4-BE49-F238E27FC236}">
                            <a16:creationId xmlns:a16="http://schemas.microsoft.com/office/drawing/2014/main" id="{F142A819-6031-B734-F129-9647620BFC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3790950"/>
                        <a:ext cx="3733800" cy="283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350" name="Text Box 7">
            <a:extLst>
              <a:ext uri="{FF2B5EF4-FFF2-40B4-BE49-F238E27FC236}">
                <a16:creationId xmlns:a16="http://schemas.microsoft.com/office/drawing/2014/main" id="{B59D7B33-75B0-F5DF-33BF-11523CD260B2}"/>
              </a:ext>
            </a:extLst>
          </p:cNvPr>
          <p:cNvSpPr txBox="1">
            <a:spLocks noChangeArrowheads="1"/>
          </p:cNvSpPr>
          <p:nvPr/>
        </p:nvSpPr>
        <p:spPr bwMode="auto">
          <a:xfrm>
            <a:off x="5399088" y="1060451"/>
            <a:ext cx="5268912" cy="449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600">
                <a:solidFill>
                  <a:schemeClr val="tx1"/>
                </a:solidFill>
              </a:rPr>
              <a:t>• TED is the result of interstitial damage from </a:t>
            </a:r>
          </a:p>
          <a:p>
            <a:pPr>
              <a:lnSpc>
                <a:spcPct val="100000"/>
              </a:lnSpc>
              <a:spcBef>
                <a:spcPct val="0"/>
              </a:spcBef>
              <a:buClrTx/>
              <a:buFontTx/>
              <a:buNone/>
            </a:pPr>
            <a:r>
              <a:rPr lang="en-US" altLang="en-US" sz="1600">
                <a:solidFill>
                  <a:schemeClr val="tx1"/>
                </a:solidFill>
              </a:rPr>
              <a:t>   the implant enhancing the dopant diffusion </a:t>
            </a:r>
          </a:p>
          <a:p>
            <a:pPr>
              <a:lnSpc>
                <a:spcPct val="100000"/>
              </a:lnSpc>
              <a:spcBef>
                <a:spcPct val="0"/>
              </a:spcBef>
              <a:buClrTx/>
              <a:buFontTx/>
              <a:buNone/>
            </a:pPr>
            <a:r>
              <a:rPr lang="en-US" altLang="en-US" sz="1600">
                <a:solidFill>
                  <a:schemeClr val="tx1"/>
                </a:solidFill>
              </a:rPr>
              <a:t>   for a brief transient period. </a:t>
            </a:r>
          </a:p>
          <a:p>
            <a:pPr>
              <a:lnSpc>
                <a:spcPct val="100000"/>
              </a:lnSpc>
              <a:spcBef>
                <a:spcPct val="0"/>
              </a:spcBef>
              <a:buClrTx/>
              <a:buFontTx/>
              <a:buNone/>
            </a:pPr>
            <a:endParaRPr lang="en-US" altLang="en-US" sz="1600">
              <a:solidFill>
                <a:schemeClr val="tx1"/>
              </a:solidFill>
            </a:endParaRPr>
          </a:p>
          <a:p>
            <a:pPr>
              <a:lnSpc>
                <a:spcPct val="100000"/>
              </a:lnSpc>
              <a:spcBef>
                <a:spcPct val="0"/>
              </a:spcBef>
              <a:buClrTx/>
              <a:buFontTx/>
              <a:buNone/>
            </a:pPr>
            <a:r>
              <a:rPr lang="en-US" altLang="en-US" sz="1600">
                <a:solidFill>
                  <a:schemeClr val="tx1"/>
                </a:solidFill>
              </a:rPr>
              <a:t>• It is the dominant effect today that determines </a:t>
            </a:r>
          </a:p>
          <a:p>
            <a:pPr>
              <a:lnSpc>
                <a:spcPct val="100000"/>
              </a:lnSpc>
              <a:spcBef>
                <a:spcPct val="0"/>
              </a:spcBef>
              <a:buClrTx/>
              <a:buFontTx/>
              <a:buNone/>
            </a:pPr>
            <a:r>
              <a:rPr lang="en-US" altLang="en-US" sz="1600">
                <a:solidFill>
                  <a:schemeClr val="tx1"/>
                </a:solidFill>
              </a:rPr>
              <a:t>   junction depths in shallow profiles.</a:t>
            </a:r>
          </a:p>
          <a:p>
            <a:pPr>
              <a:lnSpc>
                <a:spcPct val="100000"/>
              </a:lnSpc>
              <a:spcBef>
                <a:spcPct val="0"/>
              </a:spcBef>
              <a:buClrTx/>
              <a:buFontTx/>
              <a:buNone/>
            </a:pPr>
            <a:endParaRPr lang="en-US" altLang="en-US" sz="1600">
              <a:solidFill>
                <a:schemeClr val="tx1"/>
              </a:solidFill>
            </a:endParaRPr>
          </a:p>
          <a:p>
            <a:pPr>
              <a:lnSpc>
                <a:spcPct val="100000"/>
              </a:lnSpc>
              <a:spcBef>
                <a:spcPct val="0"/>
              </a:spcBef>
              <a:buClrTx/>
              <a:buFontTx/>
              <a:buNone/>
            </a:pPr>
            <a:r>
              <a:rPr lang="en-US" altLang="en-US" sz="1600">
                <a:solidFill>
                  <a:schemeClr val="tx1"/>
                </a:solidFill>
              </a:rPr>
              <a:t>• It is anomalous diffusion, because profiles can</a:t>
            </a:r>
          </a:p>
          <a:p>
            <a:pPr>
              <a:lnSpc>
                <a:spcPct val="100000"/>
              </a:lnSpc>
              <a:spcBef>
                <a:spcPct val="0"/>
              </a:spcBef>
              <a:buClrTx/>
              <a:buFontTx/>
              <a:buNone/>
            </a:pPr>
            <a:r>
              <a:rPr lang="en-US" altLang="en-US" sz="1600">
                <a:solidFill>
                  <a:schemeClr val="tx1"/>
                </a:solidFill>
              </a:rPr>
              <a:t>    diffuse more at low temperatures than at high </a:t>
            </a:r>
          </a:p>
          <a:p>
            <a:pPr>
              <a:lnSpc>
                <a:spcPct val="100000"/>
              </a:lnSpc>
              <a:spcBef>
                <a:spcPct val="0"/>
              </a:spcBef>
              <a:buClrTx/>
              <a:buFontTx/>
              <a:buNone/>
            </a:pPr>
            <a:r>
              <a:rPr lang="en-US" altLang="en-US" sz="1600">
                <a:solidFill>
                  <a:schemeClr val="tx1"/>
                </a:solidFill>
              </a:rPr>
              <a:t>   temperatures for the same Dt.</a:t>
            </a:r>
          </a:p>
          <a:p>
            <a:pPr>
              <a:lnSpc>
                <a:spcPct val="100000"/>
              </a:lnSpc>
              <a:spcBef>
                <a:spcPct val="0"/>
              </a:spcBef>
              <a:buClrTx/>
              <a:buFontTx/>
              <a:buNone/>
            </a:pPr>
            <a:endParaRPr lang="en-US" altLang="en-US" sz="1600">
              <a:solidFill>
                <a:schemeClr val="tx1"/>
              </a:solidFill>
            </a:endParaRPr>
          </a:p>
          <a:p>
            <a:pPr>
              <a:lnSpc>
                <a:spcPct val="100000"/>
              </a:lnSpc>
              <a:spcBef>
                <a:spcPct val="0"/>
              </a:spcBef>
              <a:buClrTx/>
              <a:buFontTx/>
              <a:buNone/>
            </a:pPr>
            <a:r>
              <a:rPr lang="en-US" altLang="en-US" sz="1600">
                <a:solidFill>
                  <a:schemeClr val="tx1"/>
                </a:solidFill>
              </a:rPr>
              <a:t>• The basic model for TED assumes that all the </a:t>
            </a:r>
          </a:p>
          <a:p>
            <a:pPr>
              <a:lnSpc>
                <a:spcPct val="100000"/>
              </a:lnSpc>
              <a:spcBef>
                <a:spcPct val="0"/>
              </a:spcBef>
              <a:buClrTx/>
              <a:buFontTx/>
              <a:buNone/>
            </a:pPr>
            <a:r>
              <a:rPr lang="en-US" altLang="en-US" sz="1600">
                <a:solidFill>
                  <a:schemeClr val="tx1"/>
                </a:solidFill>
              </a:rPr>
              <a:t>   implant damage recombines rapidly, leaving</a:t>
            </a:r>
          </a:p>
          <a:p>
            <a:pPr>
              <a:lnSpc>
                <a:spcPct val="100000"/>
              </a:lnSpc>
              <a:spcBef>
                <a:spcPct val="0"/>
              </a:spcBef>
              <a:buClrTx/>
              <a:buFontTx/>
              <a:buNone/>
            </a:pPr>
            <a:r>
              <a:rPr lang="en-US" altLang="en-US" sz="1600">
                <a:solidFill>
                  <a:schemeClr val="tx1"/>
                </a:solidFill>
              </a:rPr>
              <a:t>   only 1 interstitial generated per dopant atom </a:t>
            </a:r>
          </a:p>
          <a:p>
            <a:pPr>
              <a:lnSpc>
                <a:spcPct val="100000"/>
              </a:lnSpc>
              <a:spcBef>
                <a:spcPct val="0"/>
              </a:spcBef>
              <a:buClrTx/>
              <a:buFontTx/>
              <a:buNone/>
            </a:pPr>
            <a:r>
              <a:rPr lang="en-US" altLang="en-US" sz="1600">
                <a:solidFill>
                  <a:schemeClr val="tx1"/>
                </a:solidFill>
              </a:rPr>
              <a:t>   when the dopant atom occupies a </a:t>
            </a:r>
          </a:p>
          <a:p>
            <a:pPr>
              <a:lnSpc>
                <a:spcPct val="100000"/>
              </a:lnSpc>
              <a:spcBef>
                <a:spcPct val="0"/>
              </a:spcBef>
              <a:buClrTx/>
              <a:buFontTx/>
              <a:buNone/>
            </a:pPr>
            <a:r>
              <a:rPr lang="en-US" altLang="en-US" sz="1600">
                <a:solidFill>
                  <a:schemeClr val="tx1"/>
                </a:solidFill>
              </a:rPr>
              <a:t>   substitutional site (the +1 model).</a:t>
            </a:r>
          </a:p>
          <a:p>
            <a:pPr>
              <a:lnSpc>
                <a:spcPct val="100000"/>
              </a:lnSpc>
              <a:spcBef>
                <a:spcPct val="0"/>
              </a:spcBef>
              <a:buClrTx/>
              <a:buFontTx/>
              <a:buNone/>
            </a:pPr>
            <a:endParaRPr lang="en-US" altLang="en-US" sz="1600" noProof="1">
              <a:solidFill>
                <a:schemeClr val="tx1"/>
              </a:solidFill>
            </a:endParaRPr>
          </a:p>
          <a:p>
            <a:pPr>
              <a:lnSpc>
                <a:spcPct val="100000"/>
              </a:lnSpc>
              <a:spcBef>
                <a:spcPct val="0"/>
              </a:spcBef>
              <a:buClrTx/>
              <a:buFontTx/>
              <a:buNone/>
            </a:pPr>
            <a:endParaRPr lang="en-US" altLang="en-US" sz="1600">
              <a:solidFill>
                <a:schemeClr val="tx1"/>
              </a:solidFill>
            </a:endParaRPr>
          </a:p>
        </p:txBody>
      </p:sp>
      <p:sp>
        <p:nvSpPr>
          <p:cNvPr id="57351" name="Rectangle 8">
            <a:extLst>
              <a:ext uri="{FF2B5EF4-FFF2-40B4-BE49-F238E27FC236}">
                <a16:creationId xmlns:a16="http://schemas.microsoft.com/office/drawing/2014/main" id="{642A5961-8E0C-05DD-C880-23876D4B622D}"/>
              </a:ext>
            </a:extLst>
          </p:cNvPr>
          <p:cNvSpPr>
            <a:spLocks noChangeArrowheads="1"/>
          </p:cNvSpPr>
          <p:nvPr/>
        </p:nvSpPr>
        <p:spPr bwMode="auto">
          <a:xfrm>
            <a:off x="5676900" y="5097463"/>
            <a:ext cx="4572000" cy="1223962"/>
          </a:xfrm>
          <a:prstGeom prst="rect">
            <a:avLst/>
          </a:prstGeom>
          <a:noFill/>
          <a:ln w="12700" algn="ctr">
            <a:solidFill>
              <a:srgbClr val="FF7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r>
              <a:rPr lang="en-US" altLang="en-US" sz="1200" noProof="1">
                <a:solidFill>
                  <a:schemeClr val="tx1"/>
                </a:solidFill>
              </a:rPr>
              <a:t>After 900˚C, 1 sec anneal, the amorphous As </a:t>
            </a:r>
          </a:p>
          <a:p>
            <a:pPr eaLnBrk="1" hangingPunct="1"/>
            <a:r>
              <a:rPr lang="en-US" altLang="en-US" sz="1200" noProof="1">
                <a:solidFill>
                  <a:schemeClr val="tx1"/>
                </a:solidFill>
              </a:rPr>
              <a:t>   surface profile recrystalizes by SPE without </a:t>
            </a:r>
          </a:p>
          <a:p>
            <a:pPr eaLnBrk="1" hangingPunct="1"/>
            <a:r>
              <a:rPr lang="en-US" altLang="en-US" sz="1200" noProof="1">
                <a:solidFill>
                  <a:schemeClr val="tx1"/>
                </a:solidFill>
              </a:rPr>
              <a:t>   much TED.</a:t>
            </a:r>
          </a:p>
          <a:p>
            <a:pPr eaLnBrk="1" hangingPunct="1"/>
            <a:r>
              <a:rPr lang="en-US" altLang="en-US" sz="1200" noProof="1">
                <a:solidFill>
                  <a:schemeClr val="tx1"/>
                </a:solidFill>
              </a:rPr>
              <a:t>• The buried boron layer is drastically affected </a:t>
            </a:r>
          </a:p>
          <a:p>
            <a:pPr eaLnBrk="1" hangingPunct="1"/>
            <a:r>
              <a:rPr lang="en-US" altLang="en-US" sz="1200" noProof="1">
                <a:solidFill>
                  <a:schemeClr val="tx1"/>
                </a:solidFill>
              </a:rPr>
              <a:t>   by the +1 interstitials in the As tail  region.</a:t>
            </a:r>
            <a:r>
              <a:rPr lang="en-US" altLang="en-US" sz="1200" noProof="1"/>
              <a:t> </a:t>
            </a:r>
            <a:endParaRPr lang="en-US" altLang="en-US" sz="1200"/>
          </a:p>
        </p:txBody>
      </p:sp>
      <p:sp>
        <p:nvSpPr>
          <p:cNvPr id="57352" name="Line 9">
            <a:extLst>
              <a:ext uri="{FF2B5EF4-FFF2-40B4-BE49-F238E27FC236}">
                <a16:creationId xmlns:a16="http://schemas.microsoft.com/office/drawing/2014/main" id="{E7537D87-F6C0-0131-8FCE-2FAB47AC5D32}"/>
              </a:ext>
            </a:extLst>
          </p:cNvPr>
          <p:cNvSpPr>
            <a:spLocks noChangeShapeType="1"/>
          </p:cNvSpPr>
          <p:nvPr/>
        </p:nvSpPr>
        <p:spPr bwMode="auto">
          <a:xfrm flipH="1">
            <a:off x="5299076" y="5753100"/>
            <a:ext cx="365125" cy="0"/>
          </a:xfrm>
          <a:prstGeom prst="line">
            <a:avLst/>
          </a:prstGeom>
          <a:noFill/>
          <a:ln w="12700">
            <a:solidFill>
              <a:srgbClr val="FF7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3">
            <a:extLst>
              <a:ext uri="{FF2B5EF4-FFF2-40B4-BE49-F238E27FC236}">
                <a16:creationId xmlns:a16="http://schemas.microsoft.com/office/drawing/2014/main" id="{15B021DE-8E96-9D1E-27DD-FD525F33804F}"/>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3D2A4B8A-C94E-4769-8F0A-BA2627DEF5BA}" type="slidenum">
              <a:rPr lang="en-US" altLang="en-US"/>
              <a:pPr>
                <a:lnSpc>
                  <a:spcPct val="100000"/>
                </a:lnSpc>
                <a:spcBef>
                  <a:spcPct val="0"/>
                </a:spcBef>
                <a:buClr>
                  <a:srgbClr val="F68933"/>
                </a:buClr>
                <a:buFontTx/>
                <a:buNone/>
              </a:pPr>
              <a:t>24</a:t>
            </a:fld>
            <a:endParaRPr lang="en-US" altLang="en-US"/>
          </a:p>
        </p:txBody>
      </p:sp>
      <p:sp>
        <p:nvSpPr>
          <p:cNvPr id="59395" name="Rectangle 2">
            <a:extLst>
              <a:ext uri="{FF2B5EF4-FFF2-40B4-BE49-F238E27FC236}">
                <a16:creationId xmlns:a16="http://schemas.microsoft.com/office/drawing/2014/main" id="{47AC103E-2F8E-6501-F5A9-F0DEE95D6570}"/>
              </a:ext>
            </a:extLst>
          </p:cNvPr>
          <p:cNvSpPr>
            <a:spLocks noGrp="1" noChangeArrowheads="1"/>
          </p:cNvSpPr>
          <p:nvPr>
            <p:ph type="title"/>
          </p:nvPr>
        </p:nvSpPr>
        <p:spPr>
          <a:xfrm>
            <a:off x="1873250" y="60325"/>
            <a:ext cx="8402638" cy="1143000"/>
          </a:xfrm>
        </p:spPr>
        <p:txBody>
          <a:bodyPr/>
          <a:lstStyle/>
          <a:p>
            <a:pPr eaLnBrk="1" hangingPunct="1"/>
            <a:r>
              <a:rPr lang="en-GB" altLang="en-US"/>
              <a:t>TED:atomic-level mechanisms</a:t>
            </a:r>
            <a:endParaRPr lang="en-US" altLang="en-US"/>
          </a:p>
        </p:txBody>
      </p:sp>
      <p:graphicFrame>
        <p:nvGraphicFramePr>
          <p:cNvPr id="59396" name="Object 4">
            <a:extLst>
              <a:ext uri="{FF2B5EF4-FFF2-40B4-BE49-F238E27FC236}">
                <a16:creationId xmlns:a16="http://schemas.microsoft.com/office/drawing/2014/main" id="{5CDD08BF-DCE1-2E0C-FE14-9093F73DB89E}"/>
              </a:ext>
            </a:extLst>
          </p:cNvPr>
          <p:cNvGraphicFramePr>
            <a:graphicFrameLocks noChangeAspect="1"/>
          </p:cNvGraphicFramePr>
          <p:nvPr/>
        </p:nvGraphicFramePr>
        <p:xfrm>
          <a:off x="1676400" y="914401"/>
          <a:ext cx="4038600" cy="3065463"/>
        </p:xfrm>
        <a:graphic>
          <a:graphicData uri="http://schemas.openxmlformats.org/presentationml/2006/ole">
            <mc:AlternateContent xmlns:mc="http://schemas.openxmlformats.org/markup-compatibility/2006">
              <mc:Choice xmlns:v="urn:schemas-microsoft-com:vml" Requires="v">
                <p:oleObj name="Document" r:id="rId2" imgW="5004816" imgH="3797808" progId="Word.Document.8">
                  <p:embed/>
                </p:oleObj>
              </mc:Choice>
              <mc:Fallback>
                <p:oleObj name="Document" r:id="rId2" imgW="5004816" imgH="3797808" progId="Word.Document.8">
                  <p:embed/>
                  <p:pic>
                    <p:nvPicPr>
                      <p:cNvPr id="59396" name="Object 4">
                        <a:extLst>
                          <a:ext uri="{FF2B5EF4-FFF2-40B4-BE49-F238E27FC236}">
                            <a16:creationId xmlns:a16="http://schemas.microsoft.com/office/drawing/2014/main" id="{5CDD08BF-DCE1-2E0C-FE14-9093F73DB8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914401"/>
                        <a:ext cx="4038600" cy="306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397" name="Text Box 5">
            <a:extLst>
              <a:ext uri="{FF2B5EF4-FFF2-40B4-BE49-F238E27FC236}">
                <a16:creationId xmlns:a16="http://schemas.microsoft.com/office/drawing/2014/main" id="{F040869D-CE44-4748-B141-856686964AE6}"/>
              </a:ext>
            </a:extLst>
          </p:cNvPr>
          <p:cNvSpPr txBox="1">
            <a:spLocks noChangeArrowheads="1"/>
          </p:cNvSpPr>
          <p:nvPr/>
        </p:nvSpPr>
        <p:spPr bwMode="auto">
          <a:xfrm>
            <a:off x="5715000" y="990601"/>
            <a:ext cx="4953000" cy="256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447675" indent="-2476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638175" indent="-142875">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876300" indent="-200025">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1085850" indent="-17145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15430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0002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24574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29146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r>
              <a:rPr lang="en-US" altLang="en-US" sz="2000" dirty="0"/>
              <a:t>{311} clusters form rapidly and then are stable for extended periods (sec - min), driving TED by emitting I while they shrink.</a:t>
            </a:r>
          </a:p>
          <a:p>
            <a:pPr eaLnBrk="1" hangingPunct="1"/>
            <a:r>
              <a:rPr lang="en-US" altLang="en-US" sz="2000" noProof="1"/>
              <a:t>By 0.1 sec (750˚C), the {311} defects</a:t>
            </a:r>
            <a:r>
              <a:rPr lang="en-GB" altLang="en-US" sz="2000" dirty="0"/>
              <a:t> </a:t>
            </a:r>
            <a:r>
              <a:rPr lang="en-GB" altLang="en-US" sz="2000" noProof="1"/>
              <a:t>have formed and C</a:t>
            </a:r>
            <a:r>
              <a:rPr lang="en-GB" altLang="en-US" sz="2000" baseline="-25000" noProof="1"/>
              <a:t>I</a:t>
            </a:r>
            <a:r>
              <a:rPr lang="en-GB" altLang="en-US" sz="2000" noProof="1"/>
              <a:t> is down to ≈ 10</a:t>
            </a:r>
            <a:r>
              <a:rPr lang="en-GB" altLang="en-US" sz="2000" baseline="30000" noProof="1"/>
              <a:t>13</a:t>
            </a:r>
            <a:r>
              <a:rPr lang="en-GB" altLang="en-US" sz="2000" noProof="1"/>
              <a:t> cm-3 </a:t>
            </a:r>
          </a:p>
          <a:p>
            <a:pPr eaLnBrk="1" hangingPunct="1"/>
            <a:r>
              <a:rPr lang="en-GB" altLang="en-US" sz="2000" noProof="1"/>
              <a:t>But   </a:t>
            </a:r>
            <a:r>
              <a:rPr lang="en-GB" altLang="en-US" sz="2000" dirty="0"/>
              <a:t>C</a:t>
            </a:r>
            <a:r>
              <a:rPr lang="en-GB" altLang="en-US" sz="2000" baseline="-25000" dirty="0"/>
              <a:t>I</a:t>
            </a:r>
            <a:r>
              <a:rPr lang="en-GB" altLang="en-US" sz="2000" baseline="30000" dirty="0"/>
              <a:t>*</a:t>
            </a:r>
            <a:r>
              <a:rPr lang="en-GB" altLang="en-US" sz="2000" noProof="1"/>
              <a:t>≈ 10^8 cm-3 at 750˚C, so the enhancement is &gt; 10</a:t>
            </a:r>
            <a:r>
              <a:rPr lang="en-GB" altLang="en-US" sz="2000" baseline="30000" noProof="1"/>
              <a:t>5</a:t>
            </a:r>
            <a:r>
              <a:rPr lang="en-GB" altLang="en-US" sz="2000" noProof="1"/>
              <a:t>!</a:t>
            </a:r>
            <a:endParaRPr lang="en-US" altLang="en-US" sz="2000" dirty="0"/>
          </a:p>
        </p:txBody>
      </p:sp>
      <p:graphicFrame>
        <p:nvGraphicFramePr>
          <p:cNvPr id="59398" name="Object 7">
            <a:extLst>
              <a:ext uri="{FF2B5EF4-FFF2-40B4-BE49-F238E27FC236}">
                <a16:creationId xmlns:a16="http://schemas.microsoft.com/office/drawing/2014/main" id="{08B5F54B-9745-C20A-B3AA-3817C462361B}"/>
              </a:ext>
            </a:extLst>
          </p:cNvPr>
          <p:cNvGraphicFramePr>
            <a:graphicFrameLocks noChangeAspect="1"/>
          </p:cNvGraphicFramePr>
          <p:nvPr/>
        </p:nvGraphicFramePr>
        <p:xfrm>
          <a:off x="1981200" y="4038601"/>
          <a:ext cx="3429000" cy="2538413"/>
        </p:xfrm>
        <a:graphic>
          <a:graphicData uri="http://schemas.openxmlformats.org/presentationml/2006/ole">
            <mc:AlternateContent xmlns:mc="http://schemas.openxmlformats.org/markup-compatibility/2006">
              <mc:Choice xmlns:v="urn:schemas-microsoft-com:vml" Requires="v">
                <p:oleObj name="Document" r:id="rId4" imgW="3785616" imgH="2804160" progId="Word.Document.8">
                  <p:embed/>
                </p:oleObj>
              </mc:Choice>
              <mc:Fallback>
                <p:oleObj name="Document" r:id="rId4" imgW="3785616" imgH="2804160" progId="Word.Document.8">
                  <p:embed/>
                  <p:pic>
                    <p:nvPicPr>
                      <p:cNvPr id="59398" name="Object 7">
                        <a:extLst>
                          <a:ext uri="{FF2B5EF4-FFF2-40B4-BE49-F238E27FC236}">
                            <a16:creationId xmlns:a16="http://schemas.microsoft.com/office/drawing/2014/main" id="{08B5F54B-9745-C20A-B3AA-3817C46236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1200" y="4038601"/>
                        <a:ext cx="3429000" cy="2538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399" name="Text Box 8">
            <a:extLst>
              <a:ext uri="{FF2B5EF4-FFF2-40B4-BE49-F238E27FC236}">
                <a16:creationId xmlns:a16="http://schemas.microsoft.com/office/drawing/2014/main" id="{F744B8A2-38B1-3001-9B14-1B51C025DF70}"/>
              </a:ext>
            </a:extLst>
          </p:cNvPr>
          <p:cNvSpPr txBox="1">
            <a:spLocks noChangeArrowheads="1"/>
          </p:cNvSpPr>
          <p:nvPr/>
        </p:nvSpPr>
        <p:spPr bwMode="auto">
          <a:xfrm>
            <a:off x="5649914" y="4451350"/>
            <a:ext cx="5018087"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447675" indent="-2476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638175" indent="-142875">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876300" indent="-200025">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1085850" indent="-17145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15430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0002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24574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29146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r>
              <a:rPr lang="en-US" altLang="en-US" sz="2000"/>
              <a:t> On a much larger time scale, the {311} clusters decay.</a:t>
            </a:r>
          </a:p>
          <a:p>
            <a:pPr eaLnBrk="1" hangingPunct="1"/>
            <a:r>
              <a:rPr lang="en-US" altLang="en-US" sz="2000"/>
              <a:t>TED lasts hours at very low T, minutes at intermediate T and msec at very high 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3">
            <a:extLst>
              <a:ext uri="{FF2B5EF4-FFF2-40B4-BE49-F238E27FC236}">
                <a16:creationId xmlns:a16="http://schemas.microsoft.com/office/drawing/2014/main" id="{A07B1828-6B36-1106-6050-27B1F708401D}"/>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37C628F7-731A-419E-B75C-E34F7AA47B64}" type="slidenum">
              <a:rPr lang="en-US" altLang="en-US"/>
              <a:pPr>
                <a:lnSpc>
                  <a:spcPct val="100000"/>
                </a:lnSpc>
                <a:spcBef>
                  <a:spcPct val="0"/>
                </a:spcBef>
                <a:buClr>
                  <a:srgbClr val="F68933"/>
                </a:buClr>
                <a:buFontTx/>
                <a:buNone/>
              </a:pPr>
              <a:t>25</a:t>
            </a:fld>
            <a:endParaRPr lang="en-US" altLang="en-US"/>
          </a:p>
        </p:txBody>
      </p:sp>
      <p:sp>
        <p:nvSpPr>
          <p:cNvPr id="60419" name="Rectangle 2">
            <a:extLst>
              <a:ext uri="{FF2B5EF4-FFF2-40B4-BE49-F238E27FC236}">
                <a16:creationId xmlns:a16="http://schemas.microsoft.com/office/drawing/2014/main" id="{8A7DF440-FD21-BBA1-A617-83BBDE962944}"/>
              </a:ext>
            </a:extLst>
          </p:cNvPr>
          <p:cNvSpPr>
            <a:spLocks noGrp="1" noChangeArrowheads="1"/>
          </p:cNvSpPr>
          <p:nvPr>
            <p:ph type="title"/>
          </p:nvPr>
        </p:nvSpPr>
        <p:spPr/>
        <p:txBody>
          <a:bodyPr/>
          <a:lstStyle/>
          <a:p>
            <a:pPr eaLnBrk="1" hangingPunct="1"/>
            <a:r>
              <a:rPr lang="en-GB" altLang="en-US"/>
              <a:t>TED: effects on devices</a:t>
            </a:r>
            <a:endParaRPr lang="en-US" altLang="en-US"/>
          </a:p>
        </p:txBody>
      </p:sp>
      <p:sp>
        <p:nvSpPr>
          <p:cNvPr id="60420" name="Rectangle 3">
            <a:extLst>
              <a:ext uri="{FF2B5EF4-FFF2-40B4-BE49-F238E27FC236}">
                <a16:creationId xmlns:a16="http://schemas.microsoft.com/office/drawing/2014/main" id="{7E4B7D60-9BF3-7CD3-D14E-824A90BD77C9}"/>
              </a:ext>
            </a:extLst>
          </p:cNvPr>
          <p:cNvSpPr>
            <a:spLocks noGrp="1" noChangeArrowheads="1"/>
          </p:cNvSpPr>
          <p:nvPr>
            <p:ph type="body" idx="1"/>
          </p:nvPr>
        </p:nvSpPr>
        <p:spPr/>
        <p:txBody>
          <a:bodyPr/>
          <a:lstStyle/>
          <a:p>
            <a:pPr eaLnBrk="1" hangingPunct="1"/>
            <a:r>
              <a:rPr lang="en-GB" altLang="en-US"/>
              <a:t>Reverse short channel effect is explained by TED.</a:t>
            </a:r>
          </a:p>
          <a:p>
            <a:pPr lvl="1" eaLnBrk="1" hangingPunct="1"/>
            <a:r>
              <a:rPr lang="en-GB" altLang="en-US"/>
              <a:t>Damaged induced by S&amp;D junctions implants “pushes” channel  species (B)  towards the surface</a:t>
            </a:r>
          </a:p>
          <a:p>
            <a:pPr lvl="1" eaLnBrk="1" hangingPunct="1"/>
            <a:r>
              <a:rPr lang="en-GB" altLang="en-US"/>
              <a:t>Threshold voltage is thus increased</a:t>
            </a:r>
          </a:p>
          <a:p>
            <a:pPr lvl="1" eaLnBrk="1" hangingPunct="1"/>
            <a:r>
              <a:rPr lang="en-GB" altLang="en-US"/>
              <a:t>The effect is more pronounced for short channel devices</a:t>
            </a:r>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3">
            <a:extLst>
              <a:ext uri="{FF2B5EF4-FFF2-40B4-BE49-F238E27FC236}">
                <a16:creationId xmlns:a16="http://schemas.microsoft.com/office/drawing/2014/main" id="{8B7FC529-A17B-3240-B5BA-67B373B36A9B}"/>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5015CC20-3979-4382-BE98-01E575963C61}" type="slidenum">
              <a:rPr lang="en-US" altLang="en-US"/>
              <a:pPr>
                <a:lnSpc>
                  <a:spcPct val="100000"/>
                </a:lnSpc>
                <a:spcBef>
                  <a:spcPct val="0"/>
                </a:spcBef>
                <a:buClr>
                  <a:srgbClr val="F68933"/>
                </a:buClr>
                <a:buFontTx/>
                <a:buNone/>
              </a:pPr>
              <a:t>26</a:t>
            </a:fld>
            <a:endParaRPr lang="en-US" altLang="en-US"/>
          </a:p>
        </p:txBody>
      </p:sp>
      <p:sp>
        <p:nvSpPr>
          <p:cNvPr id="44035" name="Rectangle 2">
            <a:extLst>
              <a:ext uri="{FF2B5EF4-FFF2-40B4-BE49-F238E27FC236}">
                <a16:creationId xmlns:a16="http://schemas.microsoft.com/office/drawing/2014/main" id="{F9540880-15C3-D2E2-1C3D-A73C70667B03}"/>
              </a:ext>
            </a:extLst>
          </p:cNvPr>
          <p:cNvSpPr>
            <a:spLocks noGrp="1" noChangeArrowheads="1"/>
          </p:cNvSpPr>
          <p:nvPr>
            <p:ph type="title"/>
          </p:nvPr>
        </p:nvSpPr>
        <p:spPr/>
        <p:txBody>
          <a:bodyPr/>
          <a:lstStyle/>
          <a:p>
            <a:pPr eaLnBrk="1" hangingPunct="1"/>
            <a:r>
              <a:rPr lang="en-GB" altLang="en-US"/>
              <a:t>SPE </a:t>
            </a:r>
            <a:endParaRPr lang="en-US" altLang="en-US"/>
          </a:p>
        </p:txBody>
      </p:sp>
      <p:sp>
        <p:nvSpPr>
          <p:cNvPr id="44036" name="Rectangle 3">
            <a:extLst>
              <a:ext uri="{FF2B5EF4-FFF2-40B4-BE49-F238E27FC236}">
                <a16:creationId xmlns:a16="http://schemas.microsoft.com/office/drawing/2014/main" id="{1835889B-A1C2-45C9-8BF4-953806CA806F}"/>
              </a:ext>
            </a:extLst>
          </p:cNvPr>
          <p:cNvSpPr>
            <a:spLocks noGrp="1" noChangeArrowheads="1"/>
          </p:cNvSpPr>
          <p:nvPr>
            <p:ph type="body" idx="1"/>
          </p:nvPr>
        </p:nvSpPr>
        <p:spPr/>
        <p:txBody>
          <a:bodyPr/>
          <a:lstStyle/>
          <a:p>
            <a:pPr eaLnBrk="1" hangingPunct="1"/>
            <a:r>
              <a:rPr lang="en-GB" altLang="en-US"/>
              <a:t>If the Si crystal has been amorphized during implantation:</a:t>
            </a:r>
          </a:p>
          <a:p>
            <a:pPr lvl="1" eaLnBrk="1" hangingPunct="1"/>
            <a:endParaRPr lang="en-GB" altLang="en-US"/>
          </a:p>
          <a:p>
            <a:pPr lvl="1" eaLnBrk="1" hangingPunct="1"/>
            <a:r>
              <a:rPr lang="en-GB" altLang="en-US"/>
              <a:t>Crystalline structure can be reconstructed by Solid Phase Epitaxy</a:t>
            </a:r>
          </a:p>
          <a:p>
            <a:pPr lvl="1" eaLnBrk="1" hangingPunct="1"/>
            <a:r>
              <a:rPr lang="en-GB" altLang="en-US"/>
              <a:t>Silicon re-grows in crystalline phase using the undamaged substrate as a “seed”:</a:t>
            </a:r>
          </a:p>
          <a:p>
            <a:pPr lvl="3" eaLnBrk="1" hangingPunct="1"/>
            <a:r>
              <a:rPr lang="en-GB" altLang="en-US"/>
              <a:t>SPE is a quick process (50 nm/min @ 600</a:t>
            </a:r>
            <a:r>
              <a:rPr lang="en-US" altLang="en-US">
                <a:cs typeface="Arial" panose="020B0604020202020204" pitchFamily="34" charset="0"/>
              </a:rPr>
              <a:t>°C in &lt;100&gt; orientation)</a:t>
            </a:r>
          </a:p>
          <a:p>
            <a:pPr lvl="3" eaLnBrk="1" hangingPunct="1"/>
            <a:r>
              <a:rPr lang="en-GB" altLang="en-US">
                <a:cs typeface="Arial" panose="020B0604020202020204" pitchFamily="34" charset="0"/>
              </a:rPr>
              <a:t>Activation energy for re-growth rate = 2.3 eV (Si-Si bond braking/formation)</a:t>
            </a:r>
            <a:endParaRPr lang="en-US" altLang="en-US">
              <a:cs typeface="Arial" panose="020B0604020202020204" pitchFamily="34" charset="0"/>
            </a:endParaRPr>
          </a:p>
          <a:p>
            <a:pPr lvl="3" eaLnBrk="1" hangingPunct="1"/>
            <a:r>
              <a:rPr lang="en-GB" altLang="en-US">
                <a:cs typeface="Arial" panose="020B0604020202020204" pitchFamily="34" charset="0"/>
              </a:rPr>
              <a:t>Its quicker if substrate is doped </a:t>
            </a:r>
            <a:r>
              <a:rPr lang="en-GB" altLang="en-US">
                <a:cs typeface="Arial" panose="020B0604020202020204" pitchFamily="34" charset="0"/>
                <a:sym typeface="Wingdings" panose="05000000000000000000" pitchFamily="2" charset="2"/>
              </a:rPr>
              <a:t> easy annealing of defects and activation of dopants</a:t>
            </a:r>
          </a:p>
          <a:p>
            <a:pPr lvl="3" eaLnBrk="1" hangingPunct="1"/>
            <a:r>
              <a:rPr lang="en-GB" altLang="en-US">
                <a:cs typeface="Arial" panose="020B0604020202020204" pitchFamily="34" charset="0"/>
              </a:rPr>
              <a:t>Growth fronts can be two </a:t>
            </a:r>
            <a:r>
              <a:rPr lang="en-GB" altLang="en-US">
                <a:cs typeface="Arial" panose="020B0604020202020204" pitchFamily="34" charset="0"/>
                <a:sym typeface="Wingdings" panose="05000000000000000000" pitchFamily="2" charset="2"/>
              </a:rPr>
              <a:t> from the top surface and from the bottom  clam-shell defects.</a:t>
            </a:r>
            <a:endParaRPr lang="en-US" altLang="en-US">
              <a:cs typeface="Arial" panose="020B0604020202020204" pitchFamily="34" charset="0"/>
            </a:endParaRPr>
          </a:p>
        </p:txBody>
      </p:sp>
    </p:spTree>
    <p:extLst>
      <p:ext uri="{BB962C8B-B14F-4D97-AF65-F5344CB8AC3E}">
        <p14:creationId xmlns:p14="http://schemas.microsoft.com/office/powerpoint/2010/main" val="13299292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3">
            <a:extLst>
              <a:ext uri="{FF2B5EF4-FFF2-40B4-BE49-F238E27FC236}">
                <a16:creationId xmlns:a16="http://schemas.microsoft.com/office/drawing/2014/main" id="{2DA6A29D-1D59-75E3-92EA-C995E6C87282}"/>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CA5D2DF8-1341-46DE-91A9-525FA3ACA425}" type="slidenum">
              <a:rPr lang="en-US" altLang="en-US"/>
              <a:pPr>
                <a:lnSpc>
                  <a:spcPct val="100000"/>
                </a:lnSpc>
                <a:spcBef>
                  <a:spcPct val="0"/>
                </a:spcBef>
                <a:buClr>
                  <a:srgbClr val="F68933"/>
                </a:buClr>
                <a:buFontTx/>
                <a:buNone/>
              </a:pPr>
              <a:t>27</a:t>
            </a:fld>
            <a:endParaRPr lang="en-US" altLang="en-US"/>
          </a:p>
        </p:txBody>
      </p:sp>
      <p:sp>
        <p:nvSpPr>
          <p:cNvPr id="46083" name="Rectangle 2">
            <a:extLst>
              <a:ext uri="{FF2B5EF4-FFF2-40B4-BE49-F238E27FC236}">
                <a16:creationId xmlns:a16="http://schemas.microsoft.com/office/drawing/2014/main" id="{D2F66838-F2D3-2F93-0DFA-B1629F4FE9F7}"/>
              </a:ext>
            </a:extLst>
          </p:cNvPr>
          <p:cNvSpPr>
            <a:spLocks noGrp="1" noChangeArrowheads="1"/>
          </p:cNvSpPr>
          <p:nvPr>
            <p:ph type="title"/>
          </p:nvPr>
        </p:nvSpPr>
        <p:spPr>
          <a:xfrm>
            <a:off x="1647825" y="563563"/>
            <a:ext cx="8402638" cy="1143000"/>
          </a:xfrm>
        </p:spPr>
        <p:txBody>
          <a:bodyPr/>
          <a:lstStyle/>
          <a:p>
            <a:pPr eaLnBrk="1" hangingPunct="1"/>
            <a:r>
              <a:rPr lang="en-GB" altLang="en-US"/>
              <a:t>Amorphization: some TEM pictures</a:t>
            </a:r>
            <a:endParaRPr lang="en-US" altLang="en-US"/>
          </a:p>
        </p:txBody>
      </p:sp>
      <p:pic>
        <p:nvPicPr>
          <p:cNvPr id="46084" name="Picture 4" descr="image1">
            <a:extLst>
              <a:ext uri="{FF2B5EF4-FFF2-40B4-BE49-F238E27FC236}">
                <a16:creationId xmlns:a16="http://schemas.microsoft.com/office/drawing/2014/main" id="{1EA05F84-AB06-B484-4E35-7672A973C5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6776"/>
          <a:stretch>
            <a:fillRect/>
          </a:stretch>
        </p:blipFill>
        <p:spPr bwMode="auto">
          <a:xfrm>
            <a:off x="5591176" y="1774826"/>
            <a:ext cx="3997325" cy="37258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46085" name="Picture 5" descr="image1">
            <a:extLst>
              <a:ext uri="{FF2B5EF4-FFF2-40B4-BE49-F238E27FC236}">
                <a16:creationId xmlns:a16="http://schemas.microsoft.com/office/drawing/2014/main" id="{A742D2DF-7CA5-55C8-9D49-3EB8C026F0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612"/>
          <a:stretch>
            <a:fillRect/>
          </a:stretch>
        </p:blipFill>
        <p:spPr bwMode="auto">
          <a:xfrm>
            <a:off x="1803401" y="1268413"/>
            <a:ext cx="3895725" cy="36766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46086" name="Text Box 7">
            <a:extLst>
              <a:ext uri="{FF2B5EF4-FFF2-40B4-BE49-F238E27FC236}">
                <a16:creationId xmlns:a16="http://schemas.microsoft.com/office/drawing/2014/main" id="{A36863CD-B869-BF66-94E3-638D34F44DBB}"/>
              </a:ext>
            </a:extLst>
          </p:cNvPr>
          <p:cNvSpPr txBox="1">
            <a:spLocks noChangeArrowheads="1"/>
          </p:cNvSpPr>
          <p:nvPr/>
        </p:nvSpPr>
        <p:spPr bwMode="auto">
          <a:xfrm>
            <a:off x="6600825" y="5392739"/>
            <a:ext cx="3074988"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b="1"/>
              <a:t>After annealing: end of range defects are visible</a:t>
            </a:r>
            <a:endParaRPr lang="en-US" altLang="en-US" b="1"/>
          </a:p>
        </p:txBody>
      </p:sp>
      <p:sp>
        <p:nvSpPr>
          <p:cNvPr id="46087" name="Text Box 8">
            <a:extLst>
              <a:ext uri="{FF2B5EF4-FFF2-40B4-BE49-F238E27FC236}">
                <a16:creationId xmlns:a16="http://schemas.microsoft.com/office/drawing/2014/main" id="{F42C7C7A-160A-39E2-302C-4D3C03A1ADC5}"/>
              </a:ext>
            </a:extLst>
          </p:cNvPr>
          <p:cNvSpPr txBox="1">
            <a:spLocks noChangeArrowheads="1"/>
          </p:cNvSpPr>
          <p:nvPr/>
        </p:nvSpPr>
        <p:spPr bwMode="auto">
          <a:xfrm>
            <a:off x="2400300" y="5370514"/>
            <a:ext cx="3074988" cy="35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b="1"/>
              <a:t>After implant</a:t>
            </a:r>
            <a:endParaRPr lang="en-US" altLang="en-US" b="1"/>
          </a:p>
        </p:txBody>
      </p:sp>
    </p:spTree>
    <p:extLst>
      <p:ext uri="{BB962C8B-B14F-4D97-AF65-F5344CB8AC3E}">
        <p14:creationId xmlns:p14="http://schemas.microsoft.com/office/powerpoint/2010/main" val="38414303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3">
            <a:extLst>
              <a:ext uri="{FF2B5EF4-FFF2-40B4-BE49-F238E27FC236}">
                <a16:creationId xmlns:a16="http://schemas.microsoft.com/office/drawing/2014/main" id="{207DC8BF-5E6A-3BFE-B24B-44559CB4303C}"/>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A50506B5-1717-49B3-8508-2CC47E8D3BBE}" type="slidenum">
              <a:rPr lang="en-US" altLang="en-US"/>
              <a:pPr>
                <a:lnSpc>
                  <a:spcPct val="100000"/>
                </a:lnSpc>
                <a:spcBef>
                  <a:spcPct val="0"/>
                </a:spcBef>
                <a:buClr>
                  <a:srgbClr val="F68933"/>
                </a:buClr>
                <a:buFontTx/>
                <a:buNone/>
              </a:pPr>
              <a:t>28</a:t>
            </a:fld>
            <a:endParaRPr lang="en-US" altLang="en-US"/>
          </a:p>
        </p:txBody>
      </p:sp>
      <p:sp>
        <p:nvSpPr>
          <p:cNvPr id="61443" name="Rectangle 2">
            <a:extLst>
              <a:ext uri="{FF2B5EF4-FFF2-40B4-BE49-F238E27FC236}">
                <a16:creationId xmlns:a16="http://schemas.microsoft.com/office/drawing/2014/main" id="{BCC9C6E0-C1B6-6570-CA2B-870A23C1EF7D}"/>
              </a:ext>
            </a:extLst>
          </p:cNvPr>
          <p:cNvSpPr>
            <a:spLocks noGrp="1" noChangeArrowheads="1"/>
          </p:cNvSpPr>
          <p:nvPr>
            <p:ph type="title"/>
          </p:nvPr>
        </p:nvSpPr>
        <p:spPr/>
        <p:txBody>
          <a:bodyPr/>
          <a:lstStyle/>
          <a:p>
            <a:pPr eaLnBrk="1" hangingPunct="1"/>
            <a:r>
              <a:rPr lang="en-GB" altLang="en-US"/>
              <a:t>Key ideas</a:t>
            </a:r>
            <a:endParaRPr lang="en-US" altLang="en-US"/>
          </a:p>
        </p:txBody>
      </p:sp>
      <p:sp>
        <p:nvSpPr>
          <p:cNvPr id="61444" name="Rectangle 3">
            <a:extLst>
              <a:ext uri="{FF2B5EF4-FFF2-40B4-BE49-F238E27FC236}">
                <a16:creationId xmlns:a16="http://schemas.microsoft.com/office/drawing/2014/main" id="{79DBEC80-7A2A-A027-3794-F69D9CA31165}"/>
              </a:ext>
            </a:extLst>
          </p:cNvPr>
          <p:cNvSpPr>
            <a:spLocks noGrp="1" noChangeArrowheads="1"/>
          </p:cNvSpPr>
          <p:nvPr>
            <p:ph type="body" idx="1"/>
          </p:nvPr>
        </p:nvSpPr>
        <p:spPr>
          <a:xfrm>
            <a:off x="1700214" y="1576388"/>
            <a:ext cx="8402637" cy="4114800"/>
          </a:xfrm>
        </p:spPr>
        <p:txBody>
          <a:bodyPr/>
          <a:lstStyle/>
          <a:p>
            <a:pPr eaLnBrk="1" hangingPunct="1">
              <a:lnSpc>
                <a:spcPct val="75000"/>
              </a:lnSpc>
            </a:pPr>
            <a:r>
              <a:rPr lang="en-GB" altLang="en-US" sz="2000"/>
              <a:t>Ion implantation is the mainstream doping method in IC industry nowadays:</a:t>
            </a:r>
          </a:p>
          <a:p>
            <a:pPr lvl="1" eaLnBrk="1" hangingPunct="1">
              <a:lnSpc>
                <a:spcPct val="75000"/>
              </a:lnSpc>
            </a:pPr>
            <a:r>
              <a:rPr lang="en-GB" altLang="en-US"/>
              <a:t>Wide range of doses and energy (i.e. depth)</a:t>
            </a:r>
          </a:p>
          <a:p>
            <a:pPr lvl="1" eaLnBrk="1" hangingPunct="1">
              <a:lnSpc>
                <a:spcPct val="75000"/>
              </a:lnSpc>
            </a:pPr>
            <a:r>
              <a:rPr lang="en-GB" altLang="en-US"/>
              <a:t>Precise dose control</a:t>
            </a:r>
          </a:p>
          <a:p>
            <a:pPr lvl="1" eaLnBrk="1" hangingPunct="1">
              <a:lnSpc>
                <a:spcPct val="75000"/>
              </a:lnSpc>
            </a:pPr>
            <a:r>
              <a:rPr lang="en-GB" altLang="en-US"/>
              <a:t>Easier masking</a:t>
            </a:r>
          </a:p>
          <a:p>
            <a:pPr eaLnBrk="1" hangingPunct="1">
              <a:lnSpc>
                <a:spcPct val="75000"/>
              </a:lnSpc>
            </a:pPr>
            <a:r>
              <a:rPr lang="en-GB" altLang="en-US" sz="2000"/>
              <a:t>Implanted profiles can be thought as gaussian (with some corrections)</a:t>
            </a:r>
          </a:p>
          <a:p>
            <a:pPr eaLnBrk="1" hangingPunct="1">
              <a:lnSpc>
                <a:spcPct val="75000"/>
              </a:lnSpc>
            </a:pPr>
            <a:r>
              <a:rPr lang="en-GB" altLang="en-US" sz="2000"/>
              <a:t>Si crystalline structure is important (channelling)</a:t>
            </a:r>
          </a:p>
          <a:p>
            <a:pPr eaLnBrk="1" hangingPunct="1">
              <a:lnSpc>
                <a:spcPct val="75000"/>
              </a:lnSpc>
            </a:pPr>
            <a:r>
              <a:rPr lang="en-GB" altLang="en-US" sz="2000"/>
              <a:t>Crystalline damage is produced for every ion implantation ( Si displacement energy is much lower than any implant energy)</a:t>
            </a:r>
          </a:p>
          <a:p>
            <a:pPr eaLnBrk="1" hangingPunct="1">
              <a:lnSpc>
                <a:spcPct val="75000"/>
              </a:lnSpc>
            </a:pPr>
            <a:r>
              <a:rPr lang="en-GB" altLang="en-US" sz="2000"/>
              <a:t>Damage can be recovered by annealing but can also generate extended defects</a:t>
            </a:r>
          </a:p>
          <a:p>
            <a:pPr eaLnBrk="1" hangingPunct="1">
              <a:lnSpc>
                <a:spcPct val="75000"/>
              </a:lnSpc>
            </a:pPr>
            <a:r>
              <a:rPr lang="en-GB" altLang="en-US" sz="2000"/>
              <a:t>Damage (interstitials) plays a key role in implanted species diffusion (TED)</a:t>
            </a:r>
          </a:p>
          <a:p>
            <a:pPr eaLnBrk="1" hangingPunct="1">
              <a:lnSpc>
                <a:spcPct val="75000"/>
              </a:lnSpc>
            </a:pPr>
            <a:endParaRPr lang="en-GB" altLang="en-US" sz="2000"/>
          </a:p>
          <a:p>
            <a:pPr eaLnBrk="1" hangingPunct="1">
              <a:lnSpc>
                <a:spcPct val="75000"/>
              </a:lnSpc>
            </a:pPr>
            <a:endParaRPr lang="en-GB" altLang="en-US" sz="2000"/>
          </a:p>
          <a:p>
            <a:pPr eaLnBrk="1" hangingPunct="1">
              <a:lnSpc>
                <a:spcPct val="75000"/>
              </a:lnSpc>
            </a:pPr>
            <a:endParaRPr lang="en-US" altLang="en-US" sz="20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EEEC3-83FF-465F-8B57-CC37F94A9903}"/>
              </a:ext>
            </a:extLst>
          </p:cNvPr>
          <p:cNvSpPr>
            <a:spLocks noGrp="1"/>
          </p:cNvSpPr>
          <p:nvPr>
            <p:ph type="title"/>
          </p:nvPr>
        </p:nvSpPr>
        <p:spPr/>
        <p:txBody>
          <a:bodyPr/>
          <a:lstStyle/>
          <a:p>
            <a:r>
              <a:rPr lang="en-US" dirty="0"/>
              <a:t>Main doping challenges</a:t>
            </a:r>
          </a:p>
        </p:txBody>
      </p:sp>
      <p:sp>
        <p:nvSpPr>
          <p:cNvPr id="3" name="Footer Placeholder 2">
            <a:extLst>
              <a:ext uri="{FF2B5EF4-FFF2-40B4-BE49-F238E27FC236}">
                <a16:creationId xmlns:a16="http://schemas.microsoft.com/office/drawing/2014/main" id="{4E0F31C0-EB56-4FBF-94FC-54845D0742B8}"/>
              </a:ext>
            </a:extLst>
          </p:cNvPr>
          <p:cNvSpPr>
            <a:spLocks noGrp="1"/>
          </p:cNvSpPr>
          <p:nvPr>
            <p:ph type="ftr" sz="quarter" idx="11"/>
          </p:nvPr>
        </p:nvSpPr>
        <p:spPr/>
        <p:txBody>
          <a:bodyPr/>
          <a:lstStyle/>
          <a:p>
            <a:r>
              <a:rPr lang="en-US"/>
              <a:t>Micron Confidential</a:t>
            </a:r>
          </a:p>
        </p:txBody>
      </p:sp>
      <p:sp>
        <p:nvSpPr>
          <p:cNvPr id="4" name="Slide Number Placeholder 3">
            <a:extLst>
              <a:ext uri="{FF2B5EF4-FFF2-40B4-BE49-F238E27FC236}">
                <a16:creationId xmlns:a16="http://schemas.microsoft.com/office/drawing/2014/main" id="{38666492-2A8C-4DBE-A1A8-0EE9A0700D7F}"/>
              </a:ext>
            </a:extLst>
          </p:cNvPr>
          <p:cNvSpPr>
            <a:spLocks noGrp="1"/>
          </p:cNvSpPr>
          <p:nvPr>
            <p:ph type="sldNum" sz="quarter" idx="12"/>
          </p:nvPr>
        </p:nvSpPr>
        <p:spPr/>
        <p:txBody>
          <a:bodyPr/>
          <a:lstStyle/>
          <a:p>
            <a:fld id="{B7E7695C-FCF1-4AA0-9B93-7941FED13DC4}" type="slidenum">
              <a:rPr lang="en-US" smtClean="0"/>
              <a:t>29</a:t>
            </a:fld>
            <a:endParaRPr lang="en-US"/>
          </a:p>
        </p:txBody>
      </p:sp>
      <p:sp>
        <p:nvSpPr>
          <p:cNvPr id="5" name="Text Placeholder 4">
            <a:extLst>
              <a:ext uri="{FF2B5EF4-FFF2-40B4-BE49-F238E27FC236}">
                <a16:creationId xmlns:a16="http://schemas.microsoft.com/office/drawing/2014/main" id="{F36BC13D-B7AE-4219-B798-5744D250A3BA}"/>
              </a:ext>
            </a:extLst>
          </p:cNvPr>
          <p:cNvSpPr>
            <a:spLocks noGrp="1"/>
          </p:cNvSpPr>
          <p:nvPr>
            <p:ph type="body" sz="quarter" idx="13"/>
          </p:nvPr>
        </p:nvSpPr>
        <p:spPr/>
        <p:txBody>
          <a:bodyPr/>
          <a:lstStyle/>
          <a:p>
            <a:endParaRPr lang="en-US" dirty="0"/>
          </a:p>
        </p:txBody>
      </p:sp>
      <p:sp>
        <p:nvSpPr>
          <p:cNvPr id="6" name="Content Placeholder 5">
            <a:extLst>
              <a:ext uri="{FF2B5EF4-FFF2-40B4-BE49-F238E27FC236}">
                <a16:creationId xmlns:a16="http://schemas.microsoft.com/office/drawing/2014/main" id="{F033ED90-F4C5-43E6-AF09-30C3282C0885}"/>
              </a:ext>
            </a:extLst>
          </p:cNvPr>
          <p:cNvSpPr>
            <a:spLocks noGrp="1"/>
          </p:cNvSpPr>
          <p:nvPr>
            <p:ph sz="half" idx="1"/>
          </p:nvPr>
        </p:nvSpPr>
        <p:spPr/>
        <p:txBody>
          <a:bodyPr/>
          <a:lstStyle/>
          <a:p>
            <a:r>
              <a:rPr lang="en-US" dirty="0"/>
              <a:t>Ultra-shallow junctions formation</a:t>
            </a:r>
          </a:p>
          <a:p>
            <a:r>
              <a:rPr lang="en-US" dirty="0"/>
              <a:t>3D doping</a:t>
            </a:r>
          </a:p>
        </p:txBody>
      </p:sp>
    </p:spTree>
    <p:extLst>
      <p:ext uri="{BB962C8B-B14F-4D97-AF65-F5344CB8AC3E}">
        <p14:creationId xmlns:p14="http://schemas.microsoft.com/office/powerpoint/2010/main" val="3070784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3B475-28E2-4AEE-AF9F-67A4650998F2}"/>
              </a:ext>
            </a:extLst>
          </p:cNvPr>
          <p:cNvSpPr>
            <a:spLocks noGrp="1"/>
          </p:cNvSpPr>
          <p:nvPr>
            <p:ph type="title"/>
          </p:nvPr>
        </p:nvSpPr>
        <p:spPr/>
        <p:txBody>
          <a:bodyPr/>
          <a:lstStyle/>
          <a:p>
            <a:r>
              <a:rPr lang="en-US" dirty="0"/>
              <a:t>Ultra shallow junctions </a:t>
            </a:r>
            <a:r>
              <a:rPr lang="en-US" dirty="0">
                <a:sym typeface="Wingdings" panose="05000000000000000000" pitchFamily="2" charset="2"/>
              </a:rPr>
              <a:t> high T annealing</a:t>
            </a:r>
            <a:endParaRPr lang="en-US" dirty="0"/>
          </a:p>
        </p:txBody>
      </p:sp>
      <p:sp>
        <p:nvSpPr>
          <p:cNvPr id="3" name="Footer Placeholder 2">
            <a:extLst>
              <a:ext uri="{FF2B5EF4-FFF2-40B4-BE49-F238E27FC236}">
                <a16:creationId xmlns:a16="http://schemas.microsoft.com/office/drawing/2014/main" id="{652B4B99-2A93-4C66-8AD8-C7782EBB67A7}"/>
              </a:ext>
            </a:extLst>
          </p:cNvPr>
          <p:cNvSpPr>
            <a:spLocks noGrp="1"/>
          </p:cNvSpPr>
          <p:nvPr>
            <p:ph type="ftr" sz="quarter" idx="11"/>
          </p:nvPr>
        </p:nvSpPr>
        <p:spPr/>
        <p:txBody>
          <a:bodyPr/>
          <a:lstStyle/>
          <a:p>
            <a:r>
              <a:rPr lang="en-US"/>
              <a:t>Micron Confidential</a:t>
            </a:r>
          </a:p>
        </p:txBody>
      </p:sp>
      <p:sp>
        <p:nvSpPr>
          <p:cNvPr id="4" name="Slide Number Placeholder 3">
            <a:extLst>
              <a:ext uri="{FF2B5EF4-FFF2-40B4-BE49-F238E27FC236}">
                <a16:creationId xmlns:a16="http://schemas.microsoft.com/office/drawing/2014/main" id="{AB8D195F-1660-4391-971A-6B41FF714E2F}"/>
              </a:ext>
            </a:extLst>
          </p:cNvPr>
          <p:cNvSpPr>
            <a:spLocks noGrp="1"/>
          </p:cNvSpPr>
          <p:nvPr>
            <p:ph type="sldNum" sz="quarter" idx="12"/>
          </p:nvPr>
        </p:nvSpPr>
        <p:spPr/>
        <p:txBody>
          <a:bodyPr/>
          <a:lstStyle/>
          <a:p>
            <a:fld id="{B7E7695C-FCF1-4AA0-9B93-7941FED13DC4}" type="slidenum">
              <a:rPr lang="en-US" smtClean="0"/>
              <a:t>30</a:t>
            </a:fld>
            <a:endParaRPr lang="en-US"/>
          </a:p>
        </p:txBody>
      </p:sp>
      <p:sp>
        <p:nvSpPr>
          <p:cNvPr id="5" name="Text Placeholder 4">
            <a:extLst>
              <a:ext uri="{FF2B5EF4-FFF2-40B4-BE49-F238E27FC236}">
                <a16:creationId xmlns:a16="http://schemas.microsoft.com/office/drawing/2014/main" id="{470172BC-98BA-45AD-9582-F09B353535AF}"/>
              </a:ext>
            </a:extLst>
          </p:cNvPr>
          <p:cNvSpPr>
            <a:spLocks noGrp="1"/>
          </p:cNvSpPr>
          <p:nvPr>
            <p:ph type="body" sz="quarter" idx="13"/>
          </p:nvPr>
        </p:nvSpPr>
        <p:spPr/>
        <p:txBody>
          <a:bodyPr/>
          <a:lstStyle/>
          <a:p>
            <a:endParaRPr lang="en-US"/>
          </a:p>
        </p:txBody>
      </p:sp>
      <p:sp>
        <p:nvSpPr>
          <p:cNvPr id="6" name="Content Placeholder 5">
            <a:extLst>
              <a:ext uri="{FF2B5EF4-FFF2-40B4-BE49-F238E27FC236}">
                <a16:creationId xmlns:a16="http://schemas.microsoft.com/office/drawing/2014/main" id="{F4292BEC-4701-4035-9F73-1FF41C5B5552}"/>
              </a:ext>
            </a:extLst>
          </p:cNvPr>
          <p:cNvSpPr>
            <a:spLocks noGrp="1"/>
          </p:cNvSpPr>
          <p:nvPr>
            <p:ph sz="half" idx="1"/>
          </p:nvPr>
        </p:nvSpPr>
        <p:spPr>
          <a:xfrm>
            <a:off x="504764" y="1810074"/>
            <a:ext cx="7800140" cy="3025416"/>
          </a:xfrm>
        </p:spPr>
        <p:txBody>
          <a:bodyPr/>
          <a:lstStyle/>
          <a:p>
            <a:r>
              <a:rPr lang="fr-FR" dirty="0"/>
              <a:t>TED </a:t>
            </a:r>
            <a:r>
              <a:rPr lang="fr-FR" dirty="0" err="1"/>
              <a:t>effect</a:t>
            </a:r>
            <a:r>
              <a:rPr lang="fr-FR" dirty="0"/>
              <a:t> </a:t>
            </a:r>
            <a:r>
              <a:rPr lang="fr-FR" dirty="0" err="1"/>
              <a:t>is</a:t>
            </a:r>
            <a:r>
              <a:rPr lang="fr-FR" dirty="0"/>
              <a:t> dominant at </a:t>
            </a:r>
            <a:r>
              <a:rPr lang="fr-FR" dirty="0" err="1"/>
              <a:t>relatively</a:t>
            </a:r>
            <a:r>
              <a:rPr lang="fr-FR" dirty="0"/>
              <a:t> </a:t>
            </a:r>
            <a:r>
              <a:rPr lang="fr-FR" dirty="0" err="1"/>
              <a:t>low</a:t>
            </a:r>
            <a:r>
              <a:rPr lang="fr-FR" dirty="0"/>
              <a:t> T </a:t>
            </a:r>
            <a:r>
              <a:rPr lang="fr-FR" dirty="0">
                <a:sym typeface="Wingdings" panose="05000000000000000000" pitchFamily="2" charset="2"/>
              </a:rPr>
              <a:t> </a:t>
            </a:r>
            <a:r>
              <a:rPr lang="fr-FR" dirty="0" err="1"/>
              <a:t>apply</a:t>
            </a:r>
            <a:r>
              <a:rPr lang="fr-FR" dirty="0"/>
              <a:t> high </a:t>
            </a:r>
            <a:r>
              <a:rPr lang="fr-FR" dirty="0" err="1"/>
              <a:t>temperature</a:t>
            </a:r>
            <a:r>
              <a:rPr lang="fr-FR" dirty="0"/>
              <a:t> </a:t>
            </a:r>
            <a:r>
              <a:rPr lang="fr-FR" dirty="0" err="1"/>
              <a:t>anneal</a:t>
            </a:r>
            <a:r>
              <a:rPr lang="fr-FR" dirty="0"/>
              <a:t> </a:t>
            </a:r>
            <a:r>
              <a:rPr lang="fr-FR" dirty="0" err="1"/>
              <a:t>processes</a:t>
            </a:r>
            <a:r>
              <a:rPr lang="fr-FR" dirty="0"/>
              <a:t> </a:t>
            </a:r>
            <a:r>
              <a:rPr lang="fr-FR" b="1" dirty="0"/>
              <a:t>for a </a:t>
            </a:r>
            <a:r>
              <a:rPr lang="fr-FR" b="1" dirty="0" err="1"/>
              <a:t>very</a:t>
            </a:r>
            <a:r>
              <a:rPr lang="fr-FR" b="1" dirty="0"/>
              <a:t> short time</a:t>
            </a:r>
          </a:p>
          <a:p>
            <a:r>
              <a:rPr lang="fr-FR" b="1" dirty="0"/>
              <a:t>RTP: second time range</a:t>
            </a:r>
          </a:p>
          <a:p>
            <a:r>
              <a:rPr lang="fr-FR" b="1" dirty="0"/>
              <a:t>Flash </a:t>
            </a:r>
            <a:r>
              <a:rPr lang="fr-FR" b="1" dirty="0" err="1"/>
              <a:t>anneal</a:t>
            </a:r>
            <a:r>
              <a:rPr lang="fr-FR" b="1" dirty="0"/>
              <a:t> [</a:t>
            </a:r>
            <a:r>
              <a:rPr lang="fr-FR" dirty="0"/>
              <a:t>Xe flash </a:t>
            </a:r>
            <a:r>
              <a:rPr lang="fr-FR" dirty="0" err="1"/>
              <a:t>lamps</a:t>
            </a:r>
            <a:r>
              <a:rPr lang="fr-FR" dirty="0"/>
              <a:t> </a:t>
            </a:r>
            <a:r>
              <a:rPr lang="fr-FR" dirty="0" err="1"/>
              <a:t>heat</a:t>
            </a:r>
            <a:r>
              <a:rPr lang="fr-FR" dirty="0"/>
              <a:t> the wafer </a:t>
            </a:r>
            <a:r>
              <a:rPr lang="fr-FR" dirty="0" err="1"/>
              <a:t>after</a:t>
            </a:r>
            <a:r>
              <a:rPr lang="fr-FR" dirty="0"/>
              <a:t> a </a:t>
            </a:r>
            <a:r>
              <a:rPr lang="fr-FR" dirty="0" err="1"/>
              <a:t>pre</a:t>
            </a:r>
            <a:r>
              <a:rPr lang="fr-FR" dirty="0"/>
              <a:t> </a:t>
            </a:r>
            <a:r>
              <a:rPr lang="fr-FR" dirty="0" err="1"/>
              <a:t>heating</a:t>
            </a:r>
            <a:r>
              <a:rPr lang="fr-FR" dirty="0"/>
              <a:t> has been </a:t>
            </a:r>
            <a:r>
              <a:rPr lang="fr-FR" dirty="0" err="1"/>
              <a:t>performed</a:t>
            </a:r>
            <a:r>
              <a:rPr lang="fr-FR" dirty="0"/>
              <a:t> by </a:t>
            </a:r>
            <a:r>
              <a:rPr lang="fr-FR" dirty="0" err="1"/>
              <a:t>halogen</a:t>
            </a:r>
            <a:r>
              <a:rPr lang="fr-FR" dirty="0"/>
              <a:t> </a:t>
            </a:r>
            <a:r>
              <a:rPr lang="fr-FR" dirty="0" err="1"/>
              <a:t>lamps</a:t>
            </a:r>
            <a:r>
              <a:rPr lang="fr-FR" b="1" dirty="0"/>
              <a:t>]: </a:t>
            </a:r>
            <a:r>
              <a:rPr lang="fr-FR" b="1" dirty="0" err="1"/>
              <a:t>millisecond</a:t>
            </a:r>
            <a:r>
              <a:rPr lang="fr-FR" b="1" dirty="0"/>
              <a:t> time range</a:t>
            </a:r>
          </a:p>
          <a:p>
            <a:r>
              <a:rPr lang="fr-FR" b="1" dirty="0"/>
              <a:t>Laser </a:t>
            </a:r>
            <a:r>
              <a:rPr lang="fr-FR" b="1" dirty="0" err="1"/>
              <a:t>anneal</a:t>
            </a:r>
            <a:r>
              <a:rPr lang="fr-FR" b="1" dirty="0"/>
              <a:t> [</a:t>
            </a:r>
            <a:r>
              <a:rPr lang="en-US" dirty="0"/>
              <a:t>a laser beam scans the wafer at about 300mm/s speed</a:t>
            </a:r>
            <a:r>
              <a:rPr lang="en-US" b="1" dirty="0"/>
              <a:t>]</a:t>
            </a:r>
            <a:r>
              <a:rPr lang="fr-FR" b="1" dirty="0"/>
              <a:t>: </a:t>
            </a:r>
            <a:r>
              <a:rPr lang="fr-FR" b="1" dirty="0" err="1"/>
              <a:t>mircoseconds</a:t>
            </a:r>
            <a:r>
              <a:rPr lang="fr-FR" b="1" dirty="0"/>
              <a:t> time range</a:t>
            </a:r>
          </a:p>
          <a:p>
            <a:pPr marL="0" indent="0">
              <a:buNone/>
            </a:pPr>
            <a:endParaRPr lang="fr-FR" b="1" dirty="0"/>
          </a:p>
          <a:p>
            <a:pPr marL="0" indent="0">
              <a:buNone/>
            </a:pPr>
            <a:r>
              <a:rPr lang="fr-FR" b="1" dirty="0"/>
              <a:t>Note: </a:t>
            </a:r>
            <a:r>
              <a:rPr lang="en-US" dirty="0"/>
              <a:t>laser melting and liquid phase epitaxial regrowth have been successfully used in point defect engineering. Tailoring the pre-amorphization implant depth to match the melt depth of the laser anneal can lead to a virtuous interaction between laser-created vacancies and end of range interstitials, suppressing TED effects</a:t>
            </a:r>
            <a:endParaRPr lang="en-US" b="1" dirty="0"/>
          </a:p>
          <a:p>
            <a:pPr marL="0" indent="0">
              <a:buNone/>
            </a:pPr>
            <a:endParaRPr lang="en-US" b="1" dirty="0"/>
          </a:p>
        </p:txBody>
      </p:sp>
      <p:pic>
        <p:nvPicPr>
          <p:cNvPr id="8" name="Picture 7">
            <a:extLst>
              <a:ext uri="{FF2B5EF4-FFF2-40B4-BE49-F238E27FC236}">
                <a16:creationId xmlns:a16="http://schemas.microsoft.com/office/drawing/2014/main" id="{48029C3C-2B2B-4465-9817-7E96194D577F}"/>
              </a:ext>
            </a:extLst>
          </p:cNvPr>
          <p:cNvPicPr>
            <a:picLocks noChangeAspect="1"/>
          </p:cNvPicPr>
          <p:nvPr/>
        </p:nvPicPr>
        <p:blipFill>
          <a:blip r:embed="rId2"/>
          <a:stretch>
            <a:fillRect/>
          </a:stretch>
        </p:blipFill>
        <p:spPr>
          <a:xfrm>
            <a:off x="8595360" y="1687072"/>
            <a:ext cx="2452743" cy="2689887"/>
          </a:xfrm>
          <a:prstGeom prst="rect">
            <a:avLst/>
          </a:prstGeom>
        </p:spPr>
      </p:pic>
      <p:sp>
        <p:nvSpPr>
          <p:cNvPr id="13" name="Rectangle 12">
            <a:extLst>
              <a:ext uri="{FF2B5EF4-FFF2-40B4-BE49-F238E27FC236}">
                <a16:creationId xmlns:a16="http://schemas.microsoft.com/office/drawing/2014/main" id="{11683B52-94B9-4E9A-A619-E8C0B086E728}"/>
              </a:ext>
            </a:extLst>
          </p:cNvPr>
          <p:cNvSpPr/>
          <p:nvPr/>
        </p:nvSpPr>
        <p:spPr>
          <a:xfrm>
            <a:off x="8638391" y="4485194"/>
            <a:ext cx="2089033" cy="261610"/>
          </a:xfrm>
          <a:prstGeom prst="rect">
            <a:avLst/>
          </a:prstGeom>
        </p:spPr>
        <p:txBody>
          <a:bodyPr wrap="none">
            <a:spAutoFit/>
          </a:bodyPr>
          <a:lstStyle/>
          <a:p>
            <a:r>
              <a:rPr lang="en-US" sz="1100" dirty="0"/>
              <a:t>Vacuum 81 (2007) 1301–1305</a:t>
            </a:r>
          </a:p>
        </p:txBody>
      </p:sp>
    </p:spTree>
    <p:extLst>
      <p:ext uri="{BB962C8B-B14F-4D97-AF65-F5344CB8AC3E}">
        <p14:creationId xmlns:p14="http://schemas.microsoft.com/office/powerpoint/2010/main" val="9737136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FEBA6C8-B5BB-40FD-B736-574215DA60CB}"/>
              </a:ext>
            </a:extLst>
          </p:cNvPr>
          <p:cNvPicPr>
            <a:picLocks noChangeAspect="1"/>
          </p:cNvPicPr>
          <p:nvPr/>
        </p:nvPicPr>
        <p:blipFill>
          <a:blip r:embed="rId2"/>
          <a:stretch>
            <a:fillRect/>
          </a:stretch>
        </p:blipFill>
        <p:spPr>
          <a:xfrm>
            <a:off x="6758425" y="1728553"/>
            <a:ext cx="5216746" cy="3912560"/>
          </a:xfrm>
          <a:prstGeom prst="rect">
            <a:avLst/>
          </a:prstGeom>
        </p:spPr>
      </p:pic>
      <p:sp>
        <p:nvSpPr>
          <p:cNvPr id="2" name="Title 1">
            <a:extLst>
              <a:ext uri="{FF2B5EF4-FFF2-40B4-BE49-F238E27FC236}">
                <a16:creationId xmlns:a16="http://schemas.microsoft.com/office/drawing/2014/main" id="{2F33B475-28E2-4AEE-AF9F-67A4650998F2}"/>
              </a:ext>
            </a:extLst>
          </p:cNvPr>
          <p:cNvSpPr>
            <a:spLocks noGrp="1"/>
          </p:cNvSpPr>
          <p:nvPr>
            <p:ph type="title"/>
          </p:nvPr>
        </p:nvSpPr>
        <p:spPr/>
        <p:txBody>
          <a:bodyPr/>
          <a:lstStyle/>
          <a:p>
            <a:r>
              <a:rPr lang="en-US" dirty="0"/>
              <a:t>Ultra shallow junctions </a:t>
            </a:r>
            <a:r>
              <a:rPr lang="en-US" dirty="0">
                <a:sym typeface="Wingdings" panose="05000000000000000000" pitchFamily="2" charset="2"/>
              </a:rPr>
              <a:t> defect engineering</a:t>
            </a:r>
            <a:endParaRPr lang="en-US" dirty="0"/>
          </a:p>
        </p:txBody>
      </p:sp>
      <p:sp>
        <p:nvSpPr>
          <p:cNvPr id="3" name="Footer Placeholder 2">
            <a:extLst>
              <a:ext uri="{FF2B5EF4-FFF2-40B4-BE49-F238E27FC236}">
                <a16:creationId xmlns:a16="http://schemas.microsoft.com/office/drawing/2014/main" id="{652B4B99-2A93-4C66-8AD8-C7782EBB67A7}"/>
              </a:ext>
            </a:extLst>
          </p:cNvPr>
          <p:cNvSpPr>
            <a:spLocks noGrp="1"/>
          </p:cNvSpPr>
          <p:nvPr>
            <p:ph type="ftr" sz="quarter" idx="11"/>
          </p:nvPr>
        </p:nvSpPr>
        <p:spPr/>
        <p:txBody>
          <a:bodyPr/>
          <a:lstStyle/>
          <a:p>
            <a:r>
              <a:rPr lang="en-US"/>
              <a:t>Micron Confidential</a:t>
            </a:r>
          </a:p>
        </p:txBody>
      </p:sp>
      <p:sp>
        <p:nvSpPr>
          <p:cNvPr id="4" name="Slide Number Placeholder 3">
            <a:extLst>
              <a:ext uri="{FF2B5EF4-FFF2-40B4-BE49-F238E27FC236}">
                <a16:creationId xmlns:a16="http://schemas.microsoft.com/office/drawing/2014/main" id="{AB8D195F-1660-4391-971A-6B41FF714E2F}"/>
              </a:ext>
            </a:extLst>
          </p:cNvPr>
          <p:cNvSpPr>
            <a:spLocks noGrp="1"/>
          </p:cNvSpPr>
          <p:nvPr>
            <p:ph type="sldNum" sz="quarter" idx="12"/>
          </p:nvPr>
        </p:nvSpPr>
        <p:spPr/>
        <p:txBody>
          <a:bodyPr/>
          <a:lstStyle/>
          <a:p>
            <a:fld id="{B7E7695C-FCF1-4AA0-9B93-7941FED13DC4}" type="slidenum">
              <a:rPr lang="en-US" smtClean="0"/>
              <a:t>31</a:t>
            </a:fld>
            <a:endParaRPr lang="en-US"/>
          </a:p>
        </p:txBody>
      </p:sp>
      <p:sp>
        <p:nvSpPr>
          <p:cNvPr id="5" name="Text Placeholder 4">
            <a:extLst>
              <a:ext uri="{FF2B5EF4-FFF2-40B4-BE49-F238E27FC236}">
                <a16:creationId xmlns:a16="http://schemas.microsoft.com/office/drawing/2014/main" id="{470172BC-98BA-45AD-9582-F09B353535AF}"/>
              </a:ext>
            </a:extLst>
          </p:cNvPr>
          <p:cNvSpPr>
            <a:spLocks noGrp="1"/>
          </p:cNvSpPr>
          <p:nvPr>
            <p:ph type="body" sz="quarter" idx="13"/>
          </p:nvPr>
        </p:nvSpPr>
        <p:spPr/>
        <p:txBody>
          <a:bodyPr/>
          <a:lstStyle/>
          <a:p>
            <a:endParaRPr lang="en-US"/>
          </a:p>
        </p:txBody>
      </p:sp>
      <p:sp>
        <p:nvSpPr>
          <p:cNvPr id="6" name="Content Placeholder 5">
            <a:extLst>
              <a:ext uri="{FF2B5EF4-FFF2-40B4-BE49-F238E27FC236}">
                <a16:creationId xmlns:a16="http://schemas.microsoft.com/office/drawing/2014/main" id="{F4292BEC-4701-4035-9F73-1FF41C5B5552}"/>
              </a:ext>
            </a:extLst>
          </p:cNvPr>
          <p:cNvSpPr>
            <a:spLocks noGrp="1"/>
          </p:cNvSpPr>
          <p:nvPr>
            <p:ph sz="half" idx="1"/>
          </p:nvPr>
        </p:nvSpPr>
        <p:spPr>
          <a:xfrm>
            <a:off x="457200" y="1750979"/>
            <a:ext cx="6632089" cy="4483566"/>
          </a:xfrm>
        </p:spPr>
        <p:txBody>
          <a:bodyPr/>
          <a:lstStyle/>
          <a:p>
            <a:r>
              <a:rPr lang="en-US" dirty="0"/>
              <a:t>Co-implantation</a:t>
            </a:r>
          </a:p>
          <a:p>
            <a:pPr lvl="1"/>
            <a:r>
              <a:rPr lang="en-US" dirty="0"/>
              <a:t>Impurities that compete with dopants in interacting with point defects are implanted , reducing the super-saturation of point-defects</a:t>
            </a:r>
          </a:p>
          <a:p>
            <a:pPr lvl="2"/>
            <a:r>
              <a:rPr lang="en-US" dirty="0"/>
              <a:t>C corm C-I clusters in Si and Si-Ge, reducing B diffusivity</a:t>
            </a:r>
          </a:p>
          <a:p>
            <a:pPr lvl="2"/>
            <a:r>
              <a:rPr lang="en-US" dirty="0"/>
              <a:t>F forms F-V clusters reducing V-assisted diffusivity</a:t>
            </a:r>
          </a:p>
        </p:txBody>
      </p:sp>
      <p:sp>
        <p:nvSpPr>
          <p:cNvPr id="10" name="Rectangle 9">
            <a:extLst>
              <a:ext uri="{FF2B5EF4-FFF2-40B4-BE49-F238E27FC236}">
                <a16:creationId xmlns:a16="http://schemas.microsoft.com/office/drawing/2014/main" id="{7CCB01D0-2719-4494-8FB9-3081195DED60}"/>
              </a:ext>
            </a:extLst>
          </p:cNvPr>
          <p:cNvSpPr/>
          <p:nvPr/>
        </p:nvSpPr>
        <p:spPr>
          <a:xfrm>
            <a:off x="6907845" y="5394892"/>
            <a:ext cx="2893741" cy="246221"/>
          </a:xfrm>
          <a:prstGeom prst="rect">
            <a:avLst/>
          </a:prstGeom>
        </p:spPr>
        <p:txBody>
          <a:bodyPr wrap="none">
            <a:spAutoFit/>
          </a:bodyPr>
          <a:lstStyle/>
          <a:p>
            <a:r>
              <a:rPr lang="en-US" sz="1000" dirty="0"/>
              <a:t>Applied Surface Science 254 (2008) 6013–6016</a:t>
            </a:r>
          </a:p>
        </p:txBody>
      </p:sp>
    </p:spTree>
    <p:extLst>
      <p:ext uri="{BB962C8B-B14F-4D97-AF65-F5344CB8AC3E}">
        <p14:creationId xmlns:p14="http://schemas.microsoft.com/office/powerpoint/2010/main" val="33187749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3B475-28E2-4AEE-AF9F-67A4650998F2}"/>
              </a:ext>
            </a:extLst>
          </p:cNvPr>
          <p:cNvSpPr>
            <a:spLocks noGrp="1"/>
          </p:cNvSpPr>
          <p:nvPr>
            <p:ph type="title"/>
          </p:nvPr>
        </p:nvSpPr>
        <p:spPr/>
        <p:txBody>
          <a:bodyPr/>
          <a:lstStyle/>
          <a:p>
            <a:r>
              <a:rPr lang="en-US" dirty="0"/>
              <a:t>Ultra shallow junctions </a:t>
            </a:r>
            <a:r>
              <a:rPr lang="en-US" dirty="0">
                <a:sym typeface="Wingdings" panose="05000000000000000000" pitchFamily="2" charset="2"/>
              </a:rPr>
              <a:t> defect engineering </a:t>
            </a:r>
            <a:endParaRPr lang="en-US" dirty="0"/>
          </a:p>
        </p:txBody>
      </p:sp>
      <p:sp>
        <p:nvSpPr>
          <p:cNvPr id="3" name="Footer Placeholder 2">
            <a:extLst>
              <a:ext uri="{FF2B5EF4-FFF2-40B4-BE49-F238E27FC236}">
                <a16:creationId xmlns:a16="http://schemas.microsoft.com/office/drawing/2014/main" id="{652B4B99-2A93-4C66-8AD8-C7782EBB67A7}"/>
              </a:ext>
            </a:extLst>
          </p:cNvPr>
          <p:cNvSpPr>
            <a:spLocks noGrp="1"/>
          </p:cNvSpPr>
          <p:nvPr>
            <p:ph type="ftr" sz="quarter" idx="11"/>
          </p:nvPr>
        </p:nvSpPr>
        <p:spPr/>
        <p:txBody>
          <a:bodyPr/>
          <a:lstStyle/>
          <a:p>
            <a:r>
              <a:rPr lang="en-US"/>
              <a:t>Micron Confidential</a:t>
            </a:r>
          </a:p>
        </p:txBody>
      </p:sp>
      <p:sp>
        <p:nvSpPr>
          <p:cNvPr id="4" name="Slide Number Placeholder 3">
            <a:extLst>
              <a:ext uri="{FF2B5EF4-FFF2-40B4-BE49-F238E27FC236}">
                <a16:creationId xmlns:a16="http://schemas.microsoft.com/office/drawing/2014/main" id="{AB8D195F-1660-4391-971A-6B41FF714E2F}"/>
              </a:ext>
            </a:extLst>
          </p:cNvPr>
          <p:cNvSpPr>
            <a:spLocks noGrp="1"/>
          </p:cNvSpPr>
          <p:nvPr>
            <p:ph type="sldNum" sz="quarter" idx="12"/>
          </p:nvPr>
        </p:nvSpPr>
        <p:spPr/>
        <p:txBody>
          <a:bodyPr/>
          <a:lstStyle/>
          <a:p>
            <a:fld id="{B7E7695C-FCF1-4AA0-9B93-7941FED13DC4}" type="slidenum">
              <a:rPr lang="en-US" smtClean="0"/>
              <a:t>32</a:t>
            </a:fld>
            <a:endParaRPr lang="en-US"/>
          </a:p>
        </p:txBody>
      </p:sp>
      <p:sp>
        <p:nvSpPr>
          <p:cNvPr id="5" name="Text Placeholder 4">
            <a:extLst>
              <a:ext uri="{FF2B5EF4-FFF2-40B4-BE49-F238E27FC236}">
                <a16:creationId xmlns:a16="http://schemas.microsoft.com/office/drawing/2014/main" id="{470172BC-98BA-45AD-9582-F09B353535AF}"/>
              </a:ext>
            </a:extLst>
          </p:cNvPr>
          <p:cNvSpPr>
            <a:spLocks noGrp="1"/>
          </p:cNvSpPr>
          <p:nvPr>
            <p:ph type="body" sz="quarter" idx="13"/>
          </p:nvPr>
        </p:nvSpPr>
        <p:spPr/>
        <p:txBody>
          <a:bodyPr/>
          <a:lstStyle/>
          <a:p>
            <a:endParaRPr lang="en-US"/>
          </a:p>
        </p:txBody>
      </p:sp>
      <p:sp>
        <p:nvSpPr>
          <p:cNvPr id="6" name="Content Placeholder 5">
            <a:extLst>
              <a:ext uri="{FF2B5EF4-FFF2-40B4-BE49-F238E27FC236}">
                <a16:creationId xmlns:a16="http://schemas.microsoft.com/office/drawing/2014/main" id="{F4292BEC-4701-4035-9F73-1FF41C5B5552}"/>
              </a:ext>
            </a:extLst>
          </p:cNvPr>
          <p:cNvSpPr>
            <a:spLocks noGrp="1"/>
          </p:cNvSpPr>
          <p:nvPr>
            <p:ph sz="half" idx="1"/>
          </p:nvPr>
        </p:nvSpPr>
        <p:spPr>
          <a:xfrm>
            <a:off x="457200" y="1750979"/>
            <a:ext cx="6632089" cy="4483566"/>
          </a:xfrm>
        </p:spPr>
        <p:txBody>
          <a:bodyPr/>
          <a:lstStyle/>
          <a:p>
            <a:r>
              <a:rPr lang="en-US" dirty="0"/>
              <a:t>Amorphization</a:t>
            </a:r>
          </a:p>
          <a:p>
            <a:pPr lvl="1"/>
            <a:r>
              <a:rPr lang="en-US" dirty="0"/>
              <a:t>High energy self-implantation (or similar techniques) can be used to form amorphous zones</a:t>
            </a:r>
          </a:p>
          <a:p>
            <a:pPr lvl="1"/>
            <a:r>
              <a:rPr lang="en-US" dirty="0"/>
              <a:t>Depth is tailored to contain the subsequent implant</a:t>
            </a:r>
          </a:p>
          <a:p>
            <a:pPr lvl="1"/>
            <a:r>
              <a:rPr lang="en-US" dirty="0"/>
              <a:t>SPE re-crystallizes starting from undamaged wafer</a:t>
            </a:r>
          </a:p>
          <a:p>
            <a:pPr lvl="1"/>
            <a:r>
              <a:rPr lang="en-US" dirty="0"/>
              <a:t>End of range defects play an important role</a:t>
            </a:r>
          </a:p>
        </p:txBody>
      </p:sp>
      <p:pic>
        <p:nvPicPr>
          <p:cNvPr id="8" name="Picture 7">
            <a:extLst>
              <a:ext uri="{FF2B5EF4-FFF2-40B4-BE49-F238E27FC236}">
                <a16:creationId xmlns:a16="http://schemas.microsoft.com/office/drawing/2014/main" id="{99C83AD3-12E8-4C71-A76E-B8D9407D5256}"/>
              </a:ext>
            </a:extLst>
          </p:cNvPr>
          <p:cNvPicPr>
            <a:picLocks noChangeAspect="1"/>
          </p:cNvPicPr>
          <p:nvPr/>
        </p:nvPicPr>
        <p:blipFill>
          <a:blip r:embed="rId2"/>
          <a:stretch>
            <a:fillRect/>
          </a:stretch>
        </p:blipFill>
        <p:spPr>
          <a:xfrm>
            <a:off x="3063812" y="3992762"/>
            <a:ext cx="7791450" cy="2657475"/>
          </a:xfrm>
          <a:prstGeom prst="rect">
            <a:avLst/>
          </a:prstGeom>
        </p:spPr>
      </p:pic>
      <p:pic>
        <p:nvPicPr>
          <p:cNvPr id="9" name="Picture 8">
            <a:extLst>
              <a:ext uri="{FF2B5EF4-FFF2-40B4-BE49-F238E27FC236}">
                <a16:creationId xmlns:a16="http://schemas.microsoft.com/office/drawing/2014/main" id="{C2413627-F7AA-41E0-A0E5-880E6A516462}"/>
              </a:ext>
            </a:extLst>
          </p:cNvPr>
          <p:cNvPicPr>
            <a:picLocks noChangeAspect="1"/>
          </p:cNvPicPr>
          <p:nvPr/>
        </p:nvPicPr>
        <p:blipFill>
          <a:blip r:embed="rId3"/>
          <a:stretch>
            <a:fillRect/>
          </a:stretch>
        </p:blipFill>
        <p:spPr>
          <a:xfrm>
            <a:off x="271144" y="5957829"/>
            <a:ext cx="5585336" cy="406775"/>
          </a:xfrm>
          <a:prstGeom prst="rect">
            <a:avLst/>
          </a:prstGeom>
        </p:spPr>
      </p:pic>
    </p:spTree>
    <p:extLst>
      <p:ext uri="{BB962C8B-B14F-4D97-AF65-F5344CB8AC3E}">
        <p14:creationId xmlns:p14="http://schemas.microsoft.com/office/powerpoint/2010/main" val="38158612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D7E757B-B46D-4EE1-83D8-3472E079766B}"/>
              </a:ext>
            </a:extLst>
          </p:cNvPr>
          <p:cNvPicPr>
            <a:picLocks noChangeAspect="1"/>
          </p:cNvPicPr>
          <p:nvPr/>
        </p:nvPicPr>
        <p:blipFill>
          <a:blip r:embed="rId2"/>
          <a:stretch>
            <a:fillRect/>
          </a:stretch>
        </p:blipFill>
        <p:spPr>
          <a:xfrm>
            <a:off x="8462275" y="1202899"/>
            <a:ext cx="3729725" cy="5470264"/>
          </a:xfrm>
          <a:prstGeom prst="rect">
            <a:avLst/>
          </a:prstGeom>
        </p:spPr>
      </p:pic>
      <p:sp>
        <p:nvSpPr>
          <p:cNvPr id="2" name="Title 1">
            <a:extLst>
              <a:ext uri="{FF2B5EF4-FFF2-40B4-BE49-F238E27FC236}">
                <a16:creationId xmlns:a16="http://schemas.microsoft.com/office/drawing/2014/main" id="{2F33B475-28E2-4AEE-AF9F-67A4650998F2}"/>
              </a:ext>
            </a:extLst>
          </p:cNvPr>
          <p:cNvSpPr>
            <a:spLocks noGrp="1"/>
          </p:cNvSpPr>
          <p:nvPr>
            <p:ph type="title"/>
          </p:nvPr>
        </p:nvSpPr>
        <p:spPr/>
        <p:txBody>
          <a:bodyPr/>
          <a:lstStyle/>
          <a:p>
            <a:r>
              <a:rPr lang="en-US" dirty="0"/>
              <a:t>Ultra shallow junctions </a:t>
            </a:r>
            <a:r>
              <a:rPr lang="en-US" dirty="0">
                <a:sym typeface="Wingdings" panose="05000000000000000000" pitchFamily="2" charset="2"/>
              </a:rPr>
              <a:t> defect engineering </a:t>
            </a:r>
            <a:endParaRPr lang="en-US" dirty="0"/>
          </a:p>
        </p:txBody>
      </p:sp>
      <p:sp>
        <p:nvSpPr>
          <p:cNvPr id="3" name="Footer Placeholder 2">
            <a:extLst>
              <a:ext uri="{FF2B5EF4-FFF2-40B4-BE49-F238E27FC236}">
                <a16:creationId xmlns:a16="http://schemas.microsoft.com/office/drawing/2014/main" id="{652B4B99-2A93-4C66-8AD8-C7782EBB67A7}"/>
              </a:ext>
            </a:extLst>
          </p:cNvPr>
          <p:cNvSpPr>
            <a:spLocks noGrp="1"/>
          </p:cNvSpPr>
          <p:nvPr>
            <p:ph type="ftr" sz="quarter" idx="11"/>
          </p:nvPr>
        </p:nvSpPr>
        <p:spPr/>
        <p:txBody>
          <a:bodyPr/>
          <a:lstStyle/>
          <a:p>
            <a:r>
              <a:rPr lang="en-US"/>
              <a:t>Micron Confidential</a:t>
            </a:r>
          </a:p>
        </p:txBody>
      </p:sp>
      <p:sp>
        <p:nvSpPr>
          <p:cNvPr id="4" name="Slide Number Placeholder 3">
            <a:extLst>
              <a:ext uri="{FF2B5EF4-FFF2-40B4-BE49-F238E27FC236}">
                <a16:creationId xmlns:a16="http://schemas.microsoft.com/office/drawing/2014/main" id="{AB8D195F-1660-4391-971A-6B41FF714E2F}"/>
              </a:ext>
            </a:extLst>
          </p:cNvPr>
          <p:cNvSpPr>
            <a:spLocks noGrp="1"/>
          </p:cNvSpPr>
          <p:nvPr>
            <p:ph type="sldNum" sz="quarter" idx="12"/>
          </p:nvPr>
        </p:nvSpPr>
        <p:spPr/>
        <p:txBody>
          <a:bodyPr/>
          <a:lstStyle/>
          <a:p>
            <a:fld id="{B7E7695C-FCF1-4AA0-9B93-7941FED13DC4}" type="slidenum">
              <a:rPr lang="en-US" smtClean="0"/>
              <a:t>33</a:t>
            </a:fld>
            <a:endParaRPr lang="en-US"/>
          </a:p>
        </p:txBody>
      </p:sp>
      <p:sp>
        <p:nvSpPr>
          <p:cNvPr id="5" name="Text Placeholder 4">
            <a:extLst>
              <a:ext uri="{FF2B5EF4-FFF2-40B4-BE49-F238E27FC236}">
                <a16:creationId xmlns:a16="http://schemas.microsoft.com/office/drawing/2014/main" id="{470172BC-98BA-45AD-9582-F09B353535AF}"/>
              </a:ext>
            </a:extLst>
          </p:cNvPr>
          <p:cNvSpPr>
            <a:spLocks noGrp="1"/>
          </p:cNvSpPr>
          <p:nvPr>
            <p:ph type="body" sz="quarter" idx="13"/>
          </p:nvPr>
        </p:nvSpPr>
        <p:spPr/>
        <p:txBody>
          <a:bodyPr/>
          <a:lstStyle/>
          <a:p>
            <a:endParaRPr lang="en-US"/>
          </a:p>
        </p:txBody>
      </p:sp>
      <p:sp>
        <p:nvSpPr>
          <p:cNvPr id="6" name="Content Placeholder 5">
            <a:extLst>
              <a:ext uri="{FF2B5EF4-FFF2-40B4-BE49-F238E27FC236}">
                <a16:creationId xmlns:a16="http://schemas.microsoft.com/office/drawing/2014/main" id="{F4292BEC-4701-4035-9F73-1FF41C5B5552}"/>
              </a:ext>
            </a:extLst>
          </p:cNvPr>
          <p:cNvSpPr>
            <a:spLocks noGrp="1"/>
          </p:cNvSpPr>
          <p:nvPr>
            <p:ph sz="half" idx="1"/>
          </p:nvPr>
        </p:nvSpPr>
        <p:spPr>
          <a:xfrm>
            <a:off x="134472" y="1740222"/>
            <a:ext cx="4835562" cy="3025416"/>
          </a:xfrm>
        </p:spPr>
        <p:txBody>
          <a:bodyPr/>
          <a:lstStyle/>
          <a:p>
            <a:r>
              <a:rPr lang="en-US" b="1" dirty="0"/>
              <a:t>Surface treatment</a:t>
            </a:r>
          </a:p>
          <a:p>
            <a:pPr lvl="1"/>
            <a:r>
              <a:rPr lang="en-US" dirty="0"/>
              <a:t>The wafer surface acts as a sink for interstitials annihilation </a:t>
            </a:r>
            <a:r>
              <a:rPr lang="en-US" dirty="0">
                <a:sym typeface="Wingdings" panose="05000000000000000000" pitchFamily="2" charset="2"/>
              </a:rPr>
              <a:t></a:t>
            </a:r>
            <a:r>
              <a:rPr lang="en-US" dirty="0"/>
              <a:t> wafer surface treatments can significantly modulate dopant-point defects interactions and thus dopant diffusion. </a:t>
            </a:r>
          </a:p>
          <a:p>
            <a:pPr lvl="1"/>
            <a:r>
              <a:rPr lang="en-US" dirty="0"/>
              <a:t>Having an atomically clean surface, and thus a higher number of dangling bonds, significantly increases the probability of interstitial adsorption. </a:t>
            </a:r>
          </a:p>
          <a:p>
            <a:pPr lvl="1"/>
            <a:r>
              <a:rPr lang="en-US" dirty="0"/>
              <a:t>Both ultra-low pressure NH3 treatments and high vacuum annealing after native oxide removal have been shown to significantly reduce arsenic and boron diffusion, even in the presence of pre-</a:t>
            </a:r>
            <a:r>
              <a:rPr lang="en-US" dirty="0" err="1"/>
              <a:t>amorphizing</a:t>
            </a:r>
            <a:r>
              <a:rPr lang="en-US" dirty="0"/>
              <a:t> implants.</a:t>
            </a:r>
            <a:endParaRPr lang="en-US" b="1" dirty="0"/>
          </a:p>
          <a:p>
            <a:pPr lvl="1"/>
            <a:endParaRPr lang="en-US" dirty="0"/>
          </a:p>
        </p:txBody>
      </p:sp>
      <p:pic>
        <p:nvPicPr>
          <p:cNvPr id="7" name="Picture 6">
            <a:extLst>
              <a:ext uri="{FF2B5EF4-FFF2-40B4-BE49-F238E27FC236}">
                <a16:creationId xmlns:a16="http://schemas.microsoft.com/office/drawing/2014/main" id="{4514B435-14D5-40B2-A72D-A99D11EF7D21}"/>
              </a:ext>
            </a:extLst>
          </p:cNvPr>
          <p:cNvPicPr>
            <a:picLocks noChangeAspect="1"/>
          </p:cNvPicPr>
          <p:nvPr/>
        </p:nvPicPr>
        <p:blipFill>
          <a:blip r:embed="rId3"/>
          <a:stretch>
            <a:fillRect/>
          </a:stretch>
        </p:blipFill>
        <p:spPr>
          <a:xfrm>
            <a:off x="5832136" y="1216887"/>
            <a:ext cx="3157711" cy="2507164"/>
          </a:xfrm>
          <a:prstGeom prst="rect">
            <a:avLst/>
          </a:prstGeom>
        </p:spPr>
      </p:pic>
      <p:sp>
        <p:nvSpPr>
          <p:cNvPr id="10" name="Rectangle 9">
            <a:extLst>
              <a:ext uri="{FF2B5EF4-FFF2-40B4-BE49-F238E27FC236}">
                <a16:creationId xmlns:a16="http://schemas.microsoft.com/office/drawing/2014/main" id="{256B4E05-35B9-4CDE-8E92-2DCF26574CC1}"/>
              </a:ext>
            </a:extLst>
          </p:cNvPr>
          <p:cNvSpPr/>
          <p:nvPr/>
        </p:nvSpPr>
        <p:spPr>
          <a:xfrm>
            <a:off x="6685827" y="3707461"/>
            <a:ext cx="1776448" cy="215444"/>
          </a:xfrm>
          <a:prstGeom prst="rect">
            <a:avLst/>
          </a:prstGeom>
        </p:spPr>
        <p:txBody>
          <a:bodyPr wrap="none">
            <a:spAutoFit/>
          </a:bodyPr>
          <a:lstStyle/>
          <a:p>
            <a:r>
              <a:rPr lang="fr-FR" sz="1100" dirty="0" err="1"/>
              <a:t>Appl</a:t>
            </a:r>
            <a:r>
              <a:rPr lang="fr-FR" sz="1100" dirty="0"/>
              <a:t>. Phys. </a:t>
            </a:r>
            <a:r>
              <a:rPr lang="fr-FR" sz="1100" dirty="0" err="1"/>
              <a:t>Lett</a:t>
            </a:r>
            <a:r>
              <a:rPr lang="fr-FR" sz="1100" dirty="0"/>
              <a:t>. 91, 102112 2007</a:t>
            </a:r>
            <a:endParaRPr lang="en-US" sz="1100" dirty="0"/>
          </a:p>
        </p:txBody>
      </p:sp>
      <p:pic>
        <p:nvPicPr>
          <p:cNvPr id="11" name="Picture 10">
            <a:extLst>
              <a:ext uri="{FF2B5EF4-FFF2-40B4-BE49-F238E27FC236}">
                <a16:creationId xmlns:a16="http://schemas.microsoft.com/office/drawing/2014/main" id="{1C12733C-6EB6-4CE2-95F1-D05ECB9B5A74}"/>
              </a:ext>
            </a:extLst>
          </p:cNvPr>
          <p:cNvPicPr>
            <a:picLocks noChangeAspect="1"/>
          </p:cNvPicPr>
          <p:nvPr/>
        </p:nvPicPr>
        <p:blipFill>
          <a:blip r:embed="rId4"/>
          <a:stretch>
            <a:fillRect/>
          </a:stretch>
        </p:blipFill>
        <p:spPr>
          <a:xfrm>
            <a:off x="5340326" y="4098383"/>
            <a:ext cx="3121949" cy="1924850"/>
          </a:xfrm>
          <a:prstGeom prst="rect">
            <a:avLst/>
          </a:prstGeom>
        </p:spPr>
      </p:pic>
      <p:sp>
        <p:nvSpPr>
          <p:cNvPr id="12" name="Rectangle 11">
            <a:extLst>
              <a:ext uri="{FF2B5EF4-FFF2-40B4-BE49-F238E27FC236}">
                <a16:creationId xmlns:a16="http://schemas.microsoft.com/office/drawing/2014/main" id="{2C06FF97-6B39-43CD-BF07-8AF36C845EE2}"/>
              </a:ext>
            </a:extLst>
          </p:cNvPr>
          <p:cNvSpPr/>
          <p:nvPr/>
        </p:nvSpPr>
        <p:spPr>
          <a:xfrm>
            <a:off x="5536965" y="5965491"/>
            <a:ext cx="2345514" cy="261610"/>
          </a:xfrm>
          <a:prstGeom prst="rect">
            <a:avLst/>
          </a:prstGeom>
        </p:spPr>
        <p:txBody>
          <a:bodyPr wrap="none">
            <a:spAutoFit/>
          </a:bodyPr>
          <a:lstStyle/>
          <a:p>
            <a:r>
              <a:rPr lang="fr-FR" sz="1100" dirty="0" err="1"/>
              <a:t>Appl</a:t>
            </a:r>
            <a:r>
              <a:rPr lang="fr-FR" sz="1100" dirty="0"/>
              <a:t>. Phys. </a:t>
            </a:r>
            <a:r>
              <a:rPr lang="fr-FR" sz="1100" dirty="0" err="1"/>
              <a:t>Lett</a:t>
            </a:r>
            <a:r>
              <a:rPr lang="fr-FR" sz="1100" dirty="0"/>
              <a:t>. 89, 152114 2006</a:t>
            </a:r>
            <a:endParaRPr lang="en-US" sz="1100" dirty="0"/>
          </a:p>
        </p:txBody>
      </p:sp>
    </p:spTree>
    <p:extLst>
      <p:ext uri="{BB962C8B-B14F-4D97-AF65-F5344CB8AC3E}">
        <p14:creationId xmlns:p14="http://schemas.microsoft.com/office/powerpoint/2010/main" val="30089463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10330-F51D-4D66-A204-888029AA309D}"/>
              </a:ext>
            </a:extLst>
          </p:cNvPr>
          <p:cNvSpPr>
            <a:spLocks noGrp="1"/>
          </p:cNvSpPr>
          <p:nvPr>
            <p:ph type="title"/>
          </p:nvPr>
        </p:nvSpPr>
        <p:spPr/>
        <p:txBody>
          <a:bodyPr/>
          <a:lstStyle/>
          <a:p>
            <a:r>
              <a:rPr lang="en-US" dirty="0"/>
              <a:t>3D Doping</a:t>
            </a:r>
          </a:p>
        </p:txBody>
      </p:sp>
      <p:sp>
        <p:nvSpPr>
          <p:cNvPr id="3" name="Footer Placeholder 2">
            <a:extLst>
              <a:ext uri="{FF2B5EF4-FFF2-40B4-BE49-F238E27FC236}">
                <a16:creationId xmlns:a16="http://schemas.microsoft.com/office/drawing/2014/main" id="{28CECAA1-13B1-4514-B88B-5B295B751795}"/>
              </a:ext>
            </a:extLst>
          </p:cNvPr>
          <p:cNvSpPr>
            <a:spLocks noGrp="1"/>
          </p:cNvSpPr>
          <p:nvPr>
            <p:ph type="ftr" sz="quarter" idx="11"/>
          </p:nvPr>
        </p:nvSpPr>
        <p:spPr/>
        <p:txBody>
          <a:bodyPr/>
          <a:lstStyle/>
          <a:p>
            <a:r>
              <a:rPr lang="en-US"/>
              <a:t>Micron Confidential</a:t>
            </a:r>
          </a:p>
        </p:txBody>
      </p:sp>
      <p:sp>
        <p:nvSpPr>
          <p:cNvPr id="4" name="Slide Number Placeholder 3">
            <a:extLst>
              <a:ext uri="{FF2B5EF4-FFF2-40B4-BE49-F238E27FC236}">
                <a16:creationId xmlns:a16="http://schemas.microsoft.com/office/drawing/2014/main" id="{AEC87D67-125F-434F-8539-21B1409B4982}"/>
              </a:ext>
            </a:extLst>
          </p:cNvPr>
          <p:cNvSpPr>
            <a:spLocks noGrp="1"/>
          </p:cNvSpPr>
          <p:nvPr>
            <p:ph type="sldNum" sz="quarter" idx="12"/>
          </p:nvPr>
        </p:nvSpPr>
        <p:spPr/>
        <p:txBody>
          <a:bodyPr/>
          <a:lstStyle/>
          <a:p>
            <a:fld id="{B7E7695C-FCF1-4AA0-9B93-7941FED13DC4}" type="slidenum">
              <a:rPr lang="en-US" smtClean="0"/>
              <a:t>34</a:t>
            </a:fld>
            <a:endParaRPr lang="en-US"/>
          </a:p>
        </p:txBody>
      </p:sp>
      <p:sp>
        <p:nvSpPr>
          <p:cNvPr id="5" name="Text Placeholder 4">
            <a:extLst>
              <a:ext uri="{FF2B5EF4-FFF2-40B4-BE49-F238E27FC236}">
                <a16:creationId xmlns:a16="http://schemas.microsoft.com/office/drawing/2014/main" id="{2CC19A12-9973-446B-936F-77D80B4445C0}"/>
              </a:ext>
            </a:extLst>
          </p:cNvPr>
          <p:cNvSpPr>
            <a:spLocks noGrp="1"/>
          </p:cNvSpPr>
          <p:nvPr>
            <p:ph type="body" sz="quarter" idx="13"/>
          </p:nvPr>
        </p:nvSpPr>
        <p:spPr/>
        <p:txBody>
          <a:bodyPr/>
          <a:lstStyle/>
          <a:p>
            <a:endParaRPr lang="en-US"/>
          </a:p>
        </p:txBody>
      </p:sp>
      <p:sp>
        <p:nvSpPr>
          <p:cNvPr id="6" name="Content Placeholder 5">
            <a:extLst>
              <a:ext uri="{FF2B5EF4-FFF2-40B4-BE49-F238E27FC236}">
                <a16:creationId xmlns:a16="http://schemas.microsoft.com/office/drawing/2014/main" id="{38C61086-9D01-4808-AC73-D6B23D1979B0}"/>
              </a:ext>
            </a:extLst>
          </p:cNvPr>
          <p:cNvSpPr>
            <a:spLocks noGrp="1"/>
          </p:cNvSpPr>
          <p:nvPr>
            <p:ph sz="half" idx="1"/>
          </p:nvPr>
        </p:nvSpPr>
        <p:spPr/>
        <p:txBody>
          <a:bodyPr/>
          <a:lstStyle/>
          <a:p>
            <a:r>
              <a:rPr lang="en-US" dirty="0"/>
              <a:t>Ion implantation is perfectly suitable for planar devices. </a:t>
            </a:r>
          </a:p>
          <a:p>
            <a:r>
              <a:rPr lang="en-US" dirty="0"/>
              <a:t>Things start to get tricky when dealing with 3D devices</a:t>
            </a:r>
          </a:p>
        </p:txBody>
      </p:sp>
      <p:pic>
        <p:nvPicPr>
          <p:cNvPr id="7" name="Picture 6">
            <a:extLst>
              <a:ext uri="{FF2B5EF4-FFF2-40B4-BE49-F238E27FC236}">
                <a16:creationId xmlns:a16="http://schemas.microsoft.com/office/drawing/2014/main" id="{EEFBD1F2-E8D9-4690-A516-AF30E6BF8121}"/>
              </a:ext>
            </a:extLst>
          </p:cNvPr>
          <p:cNvPicPr>
            <a:picLocks noChangeAspect="1"/>
          </p:cNvPicPr>
          <p:nvPr/>
        </p:nvPicPr>
        <p:blipFill>
          <a:blip r:embed="rId2"/>
          <a:stretch>
            <a:fillRect/>
          </a:stretch>
        </p:blipFill>
        <p:spPr>
          <a:xfrm>
            <a:off x="419100" y="2772476"/>
            <a:ext cx="5258058" cy="2961350"/>
          </a:xfrm>
          <a:prstGeom prst="rect">
            <a:avLst/>
          </a:prstGeom>
        </p:spPr>
      </p:pic>
      <p:sp>
        <p:nvSpPr>
          <p:cNvPr id="8" name="Rectangle 7">
            <a:extLst>
              <a:ext uri="{FF2B5EF4-FFF2-40B4-BE49-F238E27FC236}">
                <a16:creationId xmlns:a16="http://schemas.microsoft.com/office/drawing/2014/main" id="{00D743FA-1F92-4134-AFBF-54B26A1BDCAC}"/>
              </a:ext>
            </a:extLst>
          </p:cNvPr>
          <p:cNvSpPr/>
          <p:nvPr/>
        </p:nvSpPr>
        <p:spPr>
          <a:xfrm>
            <a:off x="425826" y="5694548"/>
            <a:ext cx="7139492" cy="276999"/>
          </a:xfrm>
          <a:prstGeom prst="rect">
            <a:avLst/>
          </a:prstGeom>
        </p:spPr>
        <p:txBody>
          <a:bodyPr wrap="square">
            <a:spAutoFit/>
          </a:bodyPr>
          <a:lstStyle/>
          <a:p>
            <a:r>
              <a:rPr lang="en-US" sz="1200" dirty="0">
                <a:hlinkClick r:id="rId3"/>
              </a:rPr>
              <a:t>https://hothardware.com/news/intel-details-advanced-10nm-node</a:t>
            </a:r>
            <a:endParaRPr lang="en-US" sz="1200" dirty="0"/>
          </a:p>
        </p:txBody>
      </p:sp>
      <p:pic>
        <p:nvPicPr>
          <p:cNvPr id="9" name="Picture 8">
            <a:extLst>
              <a:ext uri="{FF2B5EF4-FFF2-40B4-BE49-F238E27FC236}">
                <a16:creationId xmlns:a16="http://schemas.microsoft.com/office/drawing/2014/main" id="{C9C89822-5925-42F5-88F9-EF2BF46820A7}"/>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40000"/>
                    </a14:imgEffect>
                  </a14:imgLayer>
                </a14:imgProps>
              </a:ext>
            </a:extLst>
          </a:blip>
          <a:stretch>
            <a:fillRect/>
          </a:stretch>
        </p:blipFill>
        <p:spPr>
          <a:xfrm>
            <a:off x="7572872" y="160338"/>
            <a:ext cx="4396099" cy="3512288"/>
          </a:xfrm>
          <a:prstGeom prst="rect">
            <a:avLst/>
          </a:prstGeom>
        </p:spPr>
      </p:pic>
      <p:sp>
        <p:nvSpPr>
          <p:cNvPr id="10" name="Rectangle 9">
            <a:extLst>
              <a:ext uri="{FF2B5EF4-FFF2-40B4-BE49-F238E27FC236}">
                <a16:creationId xmlns:a16="http://schemas.microsoft.com/office/drawing/2014/main" id="{A4921EDC-B0F6-451C-A557-FD910FF90553}"/>
              </a:ext>
            </a:extLst>
          </p:cNvPr>
          <p:cNvSpPr/>
          <p:nvPr/>
        </p:nvSpPr>
        <p:spPr>
          <a:xfrm>
            <a:off x="7511015" y="3771847"/>
            <a:ext cx="4572000" cy="461665"/>
          </a:xfrm>
          <a:prstGeom prst="rect">
            <a:avLst/>
          </a:prstGeom>
        </p:spPr>
        <p:txBody>
          <a:bodyPr wrap="square">
            <a:spAutoFit/>
          </a:bodyPr>
          <a:lstStyle/>
          <a:p>
            <a:r>
              <a:rPr lang="en-US" sz="1200" dirty="0">
                <a:hlinkClick r:id="rId6"/>
              </a:rPr>
              <a:t>http://www.maltiel-consulting.com/Unit-cell_wordline-WL-pitch-Hynix%2044-31nm.jpg</a:t>
            </a:r>
            <a:endParaRPr lang="en-US" sz="1200" dirty="0"/>
          </a:p>
        </p:txBody>
      </p:sp>
    </p:spTree>
    <p:extLst>
      <p:ext uri="{BB962C8B-B14F-4D97-AF65-F5344CB8AC3E}">
        <p14:creationId xmlns:p14="http://schemas.microsoft.com/office/powerpoint/2010/main" val="14938984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B4936-77B3-4965-ADDF-02B1F968A712}"/>
              </a:ext>
            </a:extLst>
          </p:cNvPr>
          <p:cNvSpPr>
            <a:spLocks noGrp="1"/>
          </p:cNvSpPr>
          <p:nvPr>
            <p:ph type="title"/>
          </p:nvPr>
        </p:nvSpPr>
        <p:spPr/>
        <p:txBody>
          <a:bodyPr/>
          <a:lstStyle/>
          <a:p>
            <a:r>
              <a:rPr lang="en-US" dirty="0"/>
              <a:t>3D doping </a:t>
            </a:r>
            <a:r>
              <a:rPr lang="en-US" dirty="0">
                <a:sym typeface="Wingdings" panose="05000000000000000000" pitchFamily="2" charset="2"/>
              </a:rPr>
              <a:t> </a:t>
            </a:r>
            <a:r>
              <a:rPr lang="en-US" dirty="0"/>
              <a:t>Plasma doping</a:t>
            </a:r>
          </a:p>
        </p:txBody>
      </p:sp>
      <p:sp>
        <p:nvSpPr>
          <p:cNvPr id="3" name="Footer Placeholder 2">
            <a:extLst>
              <a:ext uri="{FF2B5EF4-FFF2-40B4-BE49-F238E27FC236}">
                <a16:creationId xmlns:a16="http://schemas.microsoft.com/office/drawing/2014/main" id="{EE06304F-05C4-4A41-A577-761B5032A273}"/>
              </a:ext>
            </a:extLst>
          </p:cNvPr>
          <p:cNvSpPr>
            <a:spLocks noGrp="1"/>
          </p:cNvSpPr>
          <p:nvPr>
            <p:ph type="ftr" sz="quarter" idx="11"/>
          </p:nvPr>
        </p:nvSpPr>
        <p:spPr/>
        <p:txBody>
          <a:bodyPr/>
          <a:lstStyle/>
          <a:p>
            <a:r>
              <a:rPr lang="en-US"/>
              <a:t>Micron Confidential</a:t>
            </a:r>
          </a:p>
        </p:txBody>
      </p:sp>
      <p:sp>
        <p:nvSpPr>
          <p:cNvPr id="4" name="Slide Number Placeholder 3">
            <a:extLst>
              <a:ext uri="{FF2B5EF4-FFF2-40B4-BE49-F238E27FC236}">
                <a16:creationId xmlns:a16="http://schemas.microsoft.com/office/drawing/2014/main" id="{44227A02-8865-45F9-864E-EF47CA791882}"/>
              </a:ext>
            </a:extLst>
          </p:cNvPr>
          <p:cNvSpPr>
            <a:spLocks noGrp="1"/>
          </p:cNvSpPr>
          <p:nvPr>
            <p:ph type="sldNum" sz="quarter" idx="12"/>
          </p:nvPr>
        </p:nvSpPr>
        <p:spPr/>
        <p:txBody>
          <a:bodyPr/>
          <a:lstStyle/>
          <a:p>
            <a:fld id="{B7E7695C-FCF1-4AA0-9B93-7941FED13DC4}" type="slidenum">
              <a:rPr lang="en-US" smtClean="0"/>
              <a:t>35</a:t>
            </a:fld>
            <a:endParaRPr lang="en-US"/>
          </a:p>
        </p:txBody>
      </p:sp>
      <p:sp>
        <p:nvSpPr>
          <p:cNvPr id="5" name="Text Placeholder 4">
            <a:extLst>
              <a:ext uri="{FF2B5EF4-FFF2-40B4-BE49-F238E27FC236}">
                <a16:creationId xmlns:a16="http://schemas.microsoft.com/office/drawing/2014/main" id="{9BD8B009-378E-4A3A-8AA8-4B2BA8990EF5}"/>
              </a:ext>
            </a:extLst>
          </p:cNvPr>
          <p:cNvSpPr>
            <a:spLocks noGrp="1"/>
          </p:cNvSpPr>
          <p:nvPr>
            <p:ph type="body" sz="quarter" idx="13"/>
          </p:nvPr>
        </p:nvSpPr>
        <p:spPr/>
        <p:txBody>
          <a:bodyPr/>
          <a:lstStyle/>
          <a:p>
            <a:endParaRPr lang="en-US"/>
          </a:p>
        </p:txBody>
      </p:sp>
      <p:sp>
        <p:nvSpPr>
          <p:cNvPr id="6" name="Content Placeholder 5">
            <a:extLst>
              <a:ext uri="{FF2B5EF4-FFF2-40B4-BE49-F238E27FC236}">
                <a16:creationId xmlns:a16="http://schemas.microsoft.com/office/drawing/2014/main" id="{46681498-CC9C-4423-AA48-A714A04A0F4B}"/>
              </a:ext>
            </a:extLst>
          </p:cNvPr>
          <p:cNvSpPr>
            <a:spLocks noGrp="1"/>
          </p:cNvSpPr>
          <p:nvPr>
            <p:ph sz="half" idx="1"/>
          </p:nvPr>
        </p:nvSpPr>
        <p:spPr>
          <a:xfrm>
            <a:off x="564776" y="1714519"/>
            <a:ext cx="11277600" cy="4483566"/>
          </a:xfrm>
        </p:spPr>
        <p:txBody>
          <a:bodyPr/>
          <a:lstStyle/>
          <a:p>
            <a:r>
              <a:rPr lang="en-US" dirty="0"/>
              <a:t>In a plasma doping system, the wafer is immersed in a plasma of doping ions. A pulsed voltage is applied to the wafer, and ions are accelerated though the sheath region into the wafer at every pulse. The dopant depth is controlled by the applied pulsed voltage. </a:t>
            </a:r>
            <a:endParaRPr lang="en-US" b="1" dirty="0"/>
          </a:p>
          <a:p>
            <a:r>
              <a:rPr lang="fr-FR" b="1" dirty="0" err="1"/>
              <a:t>With</a:t>
            </a:r>
            <a:r>
              <a:rPr lang="fr-FR" b="1" dirty="0"/>
              <a:t> </a:t>
            </a:r>
            <a:r>
              <a:rPr lang="fr-FR" b="1" dirty="0" err="1"/>
              <a:t>such</a:t>
            </a:r>
            <a:r>
              <a:rPr lang="fr-FR" b="1" dirty="0"/>
              <a:t> a </a:t>
            </a:r>
            <a:r>
              <a:rPr lang="fr-FR" b="1" dirty="0" err="1"/>
              <a:t>relatively</a:t>
            </a:r>
            <a:r>
              <a:rPr lang="fr-FR" b="1" dirty="0"/>
              <a:t> simple </a:t>
            </a:r>
            <a:r>
              <a:rPr lang="fr-FR" b="1" dirty="0" err="1"/>
              <a:t>tool</a:t>
            </a:r>
            <a:r>
              <a:rPr lang="fr-FR" b="1" dirty="0"/>
              <a:t>, doses </a:t>
            </a:r>
            <a:r>
              <a:rPr lang="fr-FR" b="1" dirty="0" err="1"/>
              <a:t>several</a:t>
            </a:r>
            <a:r>
              <a:rPr lang="fr-FR" b="1" dirty="0"/>
              <a:t> times </a:t>
            </a:r>
            <a:r>
              <a:rPr lang="fr-FR" b="1" dirty="0" err="1"/>
              <a:t>higher</a:t>
            </a:r>
            <a:r>
              <a:rPr lang="fr-FR" b="1" dirty="0"/>
              <a:t> </a:t>
            </a:r>
            <a:r>
              <a:rPr lang="fr-FR" b="1" dirty="0" err="1"/>
              <a:t>than</a:t>
            </a:r>
            <a:r>
              <a:rPr lang="fr-FR" b="1" dirty="0"/>
              <a:t> </a:t>
            </a:r>
            <a:r>
              <a:rPr lang="fr-FR" b="1" dirty="0" err="1"/>
              <a:t>conventional</a:t>
            </a:r>
            <a:r>
              <a:rPr lang="fr-FR" b="1" dirty="0"/>
              <a:t> </a:t>
            </a:r>
            <a:r>
              <a:rPr lang="fr-FR" b="1" dirty="0" err="1"/>
              <a:t>beam</a:t>
            </a:r>
            <a:r>
              <a:rPr lang="fr-FR" b="1" dirty="0"/>
              <a:t> line doping can </a:t>
            </a:r>
            <a:r>
              <a:rPr lang="fr-FR" b="1" dirty="0" err="1"/>
              <a:t>be</a:t>
            </a:r>
            <a:r>
              <a:rPr lang="fr-FR" b="1" dirty="0"/>
              <a:t> </a:t>
            </a:r>
            <a:r>
              <a:rPr lang="fr-FR" b="1" dirty="0" err="1"/>
              <a:t>obtained</a:t>
            </a:r>
            <a:r>
              <a:rPr lang="fr-FR" b="1" dirty="0"/>
              <a:t>, </a:t>
            </a:r>
            <a:r>
              <a:rPr lang="fr-FR" b="1" dirty="0" err="1"/>
              <a:t>very</a:t>
            </a:r>
            <a:r>
              <a:rPr lang="fr-FR" b="1" dirty="0"/>
              <a:t> </a:t>
            </a:r>
            <a:r>
              <a:rPr lang="fr-FR" b="1" dirty="0" err="1"/>
              <a:t>limited</a:t>
            </a:r>
            <a:r>
              <a:rPr lang="fr-FR" b="1" dirty="0"/>
              <a:t> or no </a:t>
            </a:r>
            <a:r>
              <a:rPr lang="fr-FR" b="1" dirty="0" err="1"/>
              <a:t>charging</a:t>
            </a:r>
            <a:r>
              <a:rPr lang="fr-FR" b="1" dirty="0"/>
              <a:t> of the wafer </a:t>
            </a:r>
            <a:r>
              <a:rPr lang="fr-FR" b="1" dirty="0" err="1"/>
              <a:t>is</a:t>
            </a:r>
            <a:r>
              <a:rPr lang="fr-FR" b="1" dirty="0"/>
              <a:t> </a:t>
            </a:r>
            <a:r>
              <a:rPr lang="fr-FR" b="1" dirty="0" err="1"/>
              <a:t>produced</a:t>
            </a:r>
            <a:r>
              <a:rPr lang="fr-FR" b="1" dirty="0"/>
              <a:t>, and the dopant distribution </a:t>
            </a:r>
            <a:r>
              <a:rPr lang="fr-FR" b="1" dirty="0" err="1"/>
              <a:t>is</a:t>
            </a:r>
            <a:r>
              <a:rPr lang="fr-FR" b="1" dirty="0"/>
              <a:t> </a:t>
            </a:r>
            <a:r>
              <a:rPr lang="fr-FR" b="1" dirty="0" err="1"/>
              <a:t>intrinsically</a:t>
            </a:r>
            <a:r>
              <a:rPr lang="fr-FR" b="1" dirty="0"/>
              <a:t> </a:t>
            </a:r>
            <a:r>
              <a:rPr lang="fr-FR" b="1" dirty="0" err="1"/>
              <a:t>conformal</a:t>
            </a:r>
            <a:r>
              <a:rPr lang="fr-FR" b="1" dirty="0"/>
              <a:t>, </a:t>
            </a:r>
            <a:r>
              <a:rPr lang="fr-FR" b="1" dirty="0" err="1"/>
              <a:t>making</a:t>
            </a:r>
            <a:r>
              <a:rPr lang="fr-FR" b="1" dirty="0"/>
              <a:t> </a:t>
            </a:r>
            <a:r>
              <a:rPr lang="fr-FR" b="1" dirty="0" err="1"/>
              <a:t>this</a:t>
            </a:r>
            <a:r>
              <a:rPr lang="fr-FR" b="1" dirty="0"/>
              <a:t> technique a </a:t>
            </a:r>
            <a:r>
              <a:rPr lang="fr-FR" b="1" dirty="0" err="1"/>
              <a:t>natural</a:t>
            </a:r>
            <a:r>
              <a:rPr lang="fr-FR" b="1" dirty="0"/>
              <a:t> </a:t>
            </a:r>
            <a:r>
              <a:rPr lang="fr-FR" b="1" dirty="0" err="1"/>
              <a:t>approach</a:t>
            </a:r>
            <a:r>
              <a:rPr lang="fr-FR" b="1" dirty="0"/>
              <a:t> for 3D structures doping </a:t>
            </a:r>
            <a:endParaRPr lang="en-US" dirty="0"/>
          </a:p>
        </p:txBody>
      </p:sp>
      <p:pic>
        <p:nvPicPr>
          <p:cNvPr id="7" name="Picture 6">
            <a:extLst>
              <a:ext uri="{FF2B5EF4-FFF2-40B4-BE49-F238E27FC236}">
                <a16:creationId xmlns:a16="http://schemas.microsoft.com/office/drawing/2014/main" id="{D29B340B-A59A-4203-AF0C-C53B56F9FEE9}"/>
              </a:ext>
            </a:extLst>
          </p:cNvPr>
          <p:cNvPicPr>
            <a:picLocks noChangeAspect="1"/>
          </p:cNvPicPr>
          <p:nvPr/>
        </p:nvPicPr>
        <p:blipFill>
          <a:blip r:embed="rId2"/>
          <a:stretch>
            <a:fillRect/>
          </a:stretch>
        </p:blipFill>
        <p:spPr>
          <a:xfrm>
            <a:off x="7401262" y="3738665"/>
            <a:ext cx="3786629" cy="2325526"/>
          </a:xfrm>
          <a:prstGeom prst="rect">
            <a:avLst/>
          </a:prstGeom>
        </p:spPr>
      </p:pic>
      <p:sp>
        <p:nvSpPr>
          <p:cNvPr id="8" name="Rectangle 7">
            <a:extLst>
              <a:ext uri="{FF2B5EF4-FFF2-40B4-BE49-F238E27FC236}">
                <a16:creationId xmlns:a16="http://schemas.microsoft.com/office/drawing/2014/main" id="{02E7F49E-FBA4-4C30-AC3F-867A95604F7D}"/>
              </a:ext>
            </a:extLst>
          </p:cNvPr>
          <p:cNvSpPr/>
          <p:nvPr/>
        </p:nvSpPr>
        <p:spPr>
          <a:xfrm>
            <a:off x="7401262" y="6033685"/>
            <a:ext cx="4225962" cy="600164"/>
          </a:xfrm>
          <a:prstGeom prst="rect">
            <a:avLst/>
          </a:prstGeom>
        </p:spPr>
        <p:txBody>
          <a:bodyPr wrap="square">
            <a:spAutoFit/>
          </a:bodyPr>
          <a:lstStyle/>
          <a:p>
            <a:r>
              <a:rPr lang="fr-CA" sz="1100" dirty="0">
                <a:latin typeface="Times New Roman" panose="02020603050405020304" pitchFamily="18" charset="0"/>
                <a:ea typeface="Times New Roman" panose="02020603050405020304" pitchFamily="18" charset="0"/>
              </a:rPr>
              <a:t>S. Qin, «PLAD (Plasma Doping) on 22nm </a:t>
            </a:r>
            <a:r>
              <a:rPr lang="fr-CA" sz="1100" dirty="0" err="1">
                <a:latin typeface="Times New Roman" panose="02020603050405020304" pitchFamily="18" charset="0"/>
                <a:ea typeface="Times New Roman" panose="02020603050405020304" pitchFamily="18" charset="0"/>
              </a:rPr>
              <a:t>technology</a:t>
            </a:r>
            <a:r>
              <a:rPr lang="fr-CA" sz="1100" dirty="0">
                <a:latin typeface="Times New Roman" panose="02020603050405020304" pitchFamily="18" charset="0"/>
                <a:ea typeface="Times New Roman" panose="02020603050405020304" pitchFamily="18" charset="0"/>
              </a:rPr>
              <a:t> </a:t>
            </a:r>
            <a:r>
              <a:rPr lang="fr-CA" sz="1100" dirty="0" err="1">
                <a:latin typeface="Times New Roman" panose="02020603050405020304" pitchFamily="18" charset="0"/>
                <a:ea typeface="Times New Roman" panose="02020603050405020304" pitchFamily="18" charset="0"/>
              </a:rPr>
              <a:t>node</a:t>
            </a:r>
            <a:r>
              <a:rPr lang="fr-CA" sz="1100" dirty="0">
                <a:latin typeface="Times New Roman" panose="02020603050405020304" pitchFamily="18" charset="0"/>
                <a:ea typeface="Times New Roman" panose="02020603050405020304" pitchFamily="18" charset="0"/>
              </a:rPr>
              <a:t> and </a:t>
            </a:r>
            <a:r>
              <a:rPr lang="fr-CA" sz="1100" dirty="0" err="1">
                <a:latin typeface="Times New Roman" panose="02020603050405020304" pitchFamily="18" charset="0"/>
                <a:ea typeface="Times New Roman" panose="02020603050405020304" pitchFamily="18" charset="0"/>
              </a:rPr>
              <a:t>beyond</a:t>
            </a:r>
            <a:r>
              <a:rPr lang="fr-CA" sz="1100" dirty="0">
                <a:latin typeface="Times New Roman" panose="02020603050405020304" pitchFamily="18" charset="0"/>
                <a:ea typeface="Times New Roman" panose="02020603050405020304" pitchFamily="18" charset="0"/>
              </a:rPr>
              <a:t>- </a:t>
            </a:r>
            <a:r>
              <a:rPr lang="fr-CA" sz="1100" dirty="0" err="1">
                <a:latin typeface="Times New Roman" panose="02020603050405020304" pitchFamily="18" charset="0"/>
                <a:ea typeface="Times New Roman" panose="02020603050405020304" pitchFamily="18" charset="0"/>
              </a:rPr>
              <a:t>Evolutionary</a:t>
            </a:r>
            <a:r>
              <a:rPr lang="fr-CA" sz="1100" dirty="0">
                <a:latin typeface="Times New Roman" panose="02020603050405020304" pitchFamily="18" charset="0"/>
                <a:ea typeface="Times New Roman" panose="02020603050405020304" pitchFamily="18" charset="0"/>
              </a:rPr>
              <a:t> and/or </a:t>
            </a:r>
            <a:r>
              <a:rPr lang="fr-CA" sz="1100" dirty="0" err="1">
                <a:latin typeface="Times New Roman" panose="02020603050405020304" pitchFamily="18" charset="0"/>
                <a:ea typeface="Times New Roman" panose="02020603050405020304" pitchFamily="18" charset="0"/>
              </a:rPr>
              <a:t>revolutionary</a:t>
            </a:r>
            <a:r>
              <a:rPr lang="fr-CA" sz="1100" dirty="0">
                <a:latin typeface="Times New Roman" panose="02020603050405020304" pitchFamily="18" charset="0"/>
                <a:ea typeface="Times New Roman" panose="02020603050405020304" pitchFamily="18" charset="0"/>
              </a:rPr>
              <a:t>,» , </a:t>
            </a:r>
            <a:r>
              <a:rPr lang="fr-CA" sz="1100" i="1" dirty="0">
                <a:latin typeface="Times New Roman" panose="02020603050405020304" pitchFamily="18" charset="0"/>
                <a:ea typeface="Times New Roman" panose="02020603050405020304" pitchFamily="18" charset="0"/>
              </a:rPr>
              <a:t>12th International Workshop on </a:t>
            </a:r>
            <a:r>
              <a:rPr lang="fr-CA" sz="1100" i="1" dirty="0" err="1">
                <a:latin typeface="Times New Roman" panose="02020603050405020304" pitchFamily="18" charset="0"/>
                <a:ea typeface="Times New Roman" panose="02020603050405020304" pitchFamily="18" charset="0"/>
              </a:rPr>
              <a:t>junction</a:t>
            </a:r>
            <a:r>
              <a:rPr lang="fr-CA" sz="1100" i="1" dirty="0">
                <a:latin typeface="Times New Roman" panose="02020603050405020304" pitchFamily="18" charset="0"/>
                <a:ea typeface="Times New Roman" panose="02020603050405020304" pitchFamily="18" charset="0"/>
              </a:rPr>
              <a:t> </a:t>
            </a:r>
            <a:r>
              <a:rPr lang="fr-CA" sz="1100" i="1" dirty="0" err="1">
                <a:latin typeface="Times New Roman" panose="02020603050405020304" pitchFamily="18" charset="0"/>
                <a:ea typeface="Times New Roman" panose="02020603050405020304" pitchFamily="18" charset="0"/>
              </a:rPr>
              <a:t>technology</a:t>
            </a:r>
            <a:r>
              <a:rPr lang="fr-CA" sz="1100" dirty="0">
                <a:latin typeface="Times New Roman" panose="02020603050405020304" pitchFamily="18" charset="0"/>
                <a:ea typeface="Times New Roman" panose="02020603050405020304" pitchFamily="18" charset="0"/>
              </a:rPr>
              <a:t>, 2012. </a:t>
            </a:r>
            <a:endParaRPr lang="en-US" sz="1100" dirty="0"/>
          </a:p>
        </p:txBody>
      </p:sp>
      <p:pic>
        <p:nvPicPr>
          <p:cNvPr id="9" name="Picture 8">
            <a:extLst>
              <a:ext uri="{FF2B5EF4-FFF2-40B4-BE49-F238E27FC236}">
                <a16:creationId xmlns:a16="http://schemas.microsoft.com/office/drawing/2014/main" id="{1906A66E-1A8C-4A51-B1BE-CCF3CEB47BF8}"/>
              </a:ext>
            </a:extLst>
          </p:cNvPr>
          <p:cNvPicPr>
            <a:picLocks noChangeAspect="1"/>
          </p:cNvPicPr>
          <p:nvPr/>
        </p:nvPicPr>
        <p:blipFill>
          <a:blip r:embed="rId3"/>
          <a:stretch>
            <a:fillRect/>
          </a:stretch>
        </p:blipFill>
        <p:spPr>
          <a:xfrm>
            <a:off x="930167" y="4096646"/>
            <a:ext cx="3189563" cy="2101439"/>
          </a:xfrm>
          <a:prstGeom prst="rect">
            <a:avLst/>
          </a:prstGeom>
        </p:spPr>
      </p:pic>
      <p:sp>
        <p:nvSpPr>
          <p:cNvPr id="10" name="Rectangle 9">
            <a:extLst>
              <a:ext uri="{FF2B5EF4-FFF2-40B4-BE49-F238E27FC236}">
                <a16:creationId xmlns:a16="http://schemas.microsoft.com/office/drawing/2014/main" id="{93510379-6FA9-4709-B81F-628AE07E029A}"/>
              </a:ext>
            </a:extLst>
          </p:cNvPr>
          <p:cNvSpPr/>
          <p:nvPr/>
        </p:nvSpPr>
        <p:spPr>
          <a:xfrm>
            <a:off x="349624" y="6138968"/>
            <a:ext cx="6096000" cy="253916"/>
          </a:xfrm>
          <a:prstGeom prst="rect">
            <a:avLst/>
          </a:prstGeom>
        </p:spPr>
        <p:txBody>
          <a:bodyPr>
            <a:spAutoFit/>
          </a:bodyPr>
          <a:lstStyle/>
          <a:p>
            <a:r>
              <a:rPr lang="en-US" sz="1000" dirty="0"/>
              <a:t>https://docplayer.net/1016013-A-plasma-doping-process-for-3d-finfet-source-drain-extensions.html</a:t>
            </a:r>
          </a:p>
        </p:txBody>
      </p:sp>
    </p:spTree>
    <p:extLst>
      <p:ext uri="{BB962C8B-B14F-4D97-AF65-F5344CB8AC3E}">
        <p14:creationId xmlns:p14="http://schemas.microsoft.com/office/powerpoint/2010/main" val="31323683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B4936-77B3-4965-ADDF-02B1F968A712}"/>
              </a:ext>
            </a:extLst>
          </p:cNvPr>
          <p:cNvSpPr>
            <a:spLocks noGrp="1"/>
          </p:cNvSpPr>
          <p:nvPr>
            <p:ph type="title"/>
          </p:nvPr>
        </p:nvSpPr>
        <p:spPr/>
        <p:txBody>
          <a:bodyPr/>
          <a:lstStyle/>
          <a:p>
            <a:r>
              <a:rPr lang="en-US" dirty="0"/>
              <a:t>3D doping </a:t>
            </a:r>
            <a:r>
              <a:rPr lang="en-US" dirty="0">
                <a:sym typeface="Wingdings" panose="05000000000000000000" pitchFamily="2" charset="2"/>
              </a:rPr>
              <a:t> </a:t>
            </a:r>
            <a:r>
              <a:rPr lang="en-US" dirty="0"/>
              <a:t>Molecular monolayer doping</a:t>
            </a:r>
          </a:p>
        </p:txBody>
      </p:sp>
      <p:sp>
        <p:nvSpPr>
          <p:cNvPr id="3" name="Footer Placeholder 2">
            <a:extLst>
              <a:ext uri="{FF2B5EF4-FFF2-40B4-BE49-F238E27FC236}">
                <a16:creationId xmlns:a16="http://schemas.microsoft.com/office/drawing/2014/main" id="{EE06304F-05C4-4A41-A577-761B5032A273}"/>
              </a:ext>
            </a:extLst>
          </p:cNvPr>
          <p:cNvSpPr>
            <a:spLocks noGrp="1"/>
          </p:cNvSpPr>
          <p:nvPr>
            <p:ph type="ftr" sz="quarter" idx="11"/>
          </p:nvPr>
        </p:nvSpPr>
        <p:spPr/>
        <p:txBody>
          <a:bodyPr/>
          <a:lstStyle/>
          <a:p>
            <a:r>
              <a:rPr lang="en-US"/>
              <a:t>Micron Confidential</a:t>
            </a:r>
          </a:p>
        </p:txBody>
      </p:sp>
      <p:sp>
        <p:nvSpPr>
          <p:cNvPr id="4" name="Slide Number Placeholder 3">
            <a:extLst>
              <a:ext uri="{FF2B5EF4-FFF2-40B4-BE49-F238E27FC236}">
                <a16:creationId xmlns:a16="http://schemas.microsoft.com/office/drawing/2014/main" id="{44227A02-8865-45F9-864E-EF47CA791882}"/>
              </a:ext>
            </a:extLst>
          </p:cNvPr>
          <p:cNvSpPr>
            <a:spLocks noGrp="1"/>
          </p:cNvSpPr>
          <p:nvPr>
            <p:ph type="sldNum" sz="quarter" idx="12"/>
          </p:nvPr>
        </p:nvSpPr>
        <p:spPr/>
        <p:txBody>
          <a:bodyPr/>
          <a:lstStyle/>
          <a:p>
            <a:fld id="{B7E7695C-FCF1-4AA0-9B93-7941FED13DC4}" type="slidenum">
              <a:rPr lang="en-US" smtClean="0"/>
              <a:t>36</a:t>
            </a:fld>
            <a:endParaRPr lang="en-US"/>
          </a:p>
        </p:txBody>
      </p:sp>
      <p:sp>
        <p:nvSpPr>
          <p:cNvPr id="5" name="Text Placeholder 4">
            <a:extLst>
              <a:ext uri="{FF2B5EF4-FFF2-40B4-BE49-F238E27FC236}">
                <a16:creationId xmlns:a16="http://schemas.microsoft.com/office/drawing/2014/main" id="{9BD8B009-378E-4A3A-8AA8-4B2BA8990EF5}"/>
              </a:ext>
            </a:extLst>
          </p:cNvPr>
          <p:cNvSpPr>
            <a:spLocks noGrp="1"/>
          </p:cNvSpPr>
          <p:nvPr>
            <p:ph type="body" sz="quarter" idx="13"/>
          </p:nvPr>
        </p:nvSpPr>
        <p:spPr/>
        <p:txBody>
          <a:bodyPr/>
          <a:lstStyle/>
          <a:p>
            <a:endParaRPr lang="en-US" dirty="0"/>
          </a:p>
        </p:txBody>
      </p:sp>
      <p:sp>
        <p:nvSpPr>
          <p:cNvPr id="6" name="Content Placeholder 5">
            <a:extLst>
              <a:ext uri="{FF2B5EF4-FFF2-40B4-BE49-F238E27FC236}">
                <a16:creationId xmlns:a16="http://schemas.microsoft.com/office/drawing/2014/main" id="{46681498-CC9C-4423-AA48-A714A04A0F4B}"/>
              </a:ext>
            </a:extLst>
          </p:cNvPr>
          <p:cNvSpPr>
            <a:spLocks noGrp="1"/>
          </p:cNvSpPr>
          <p:nvPr>
            <p:ph sz="half" idx="1"/>
          </p:nvPr>
        </p:nvSpPr>
        <p:spPr>
          <a:xfrm>
            <a:off x="564775" y="1714519"/>
            <a:ext cx="5082989" cy="4483566"/>
          </a:xfrm>
        </p:spPr>
        <p:txBody>
          <a:bodyPr/>
          <a:lstStyle/>
          <a:p>
            <a:r>
              <a:rPr lang="en-US" dirty="0"/>
              <a:t>Self-limiting reactions are used to form a mono-layer of B or P containing molecules, covalently bonded to the silicon surface. </a:t>
            </a:r>
          </a:p>
          <a:p>
            <a:r>
              <a:rPr lang="en-US" dirty="0"/>
              <a:t>A subsequent rapid thermal annealing process ensures the molecule bond breaking and the dopant diffusion. </a:t>
            </a:r>
          </a:p>
          <a:p>
            <a:r>
              <a:rPr lang="en-US" dirty="0"/>
              <a:t>The dose of the dopant can be modulated by combining dopant-containing and “blank” precursors during the deposition process.</a:t>
            </a:r>
          </a:p>
          <a:p>
            <a:r>
              <a:rPr lang="en-US" dirty="0"/>
              <a:t>The dopant diffusion depth can be controlled by modulating the RTA temperature.   </a:t>
            </a:r>
            <a:endParaRPr lang="en-US" b="1" dirty="0"/>
          </a:p>
          <a:p>
            <a:endParaRPr lang="en-US" dirty="0"/>
          </a:p>
        </p:txBody>
      </p:sp>
      <p:pic>
        <p:nvPicPr>
          <p:cNvPr id="12" name="Picture 11">
            <a:extLst>
              <a:ext uri="{FF2B5EF4-FFF2-40B4-BE49-F238E27FC236}">
                <a16:creationId xmlns:a16="http://schemas.microsoft.com/office/drawing/2014/main" id="{3D32F99A-5219-4244-BACF-2D4BDE5D83A2}"/>
              </a:ext>
            </a:extLst>
          </p:cNvPr>
          <p:cNvPicPr>
            <a:picLocks noChangeAspect="1"/>
          </p:cNvPicPr>
          <p:nvPr/>
        </p:nvPicPr>
        <p:blipFill>
          <a:blip r:embed="rId2"/>
          <a:stretch>
            <a:fillRect/>
          </a:stretch>
        </p:blipFill>
        <p:spPr>
          <a:xfrm>
            <a:off x="6777318" y="1714519"/>
            <a:ext cx="4523590" cy="4176610"/>
          </a:xfrm>
          <a:prstGeom prst="rect">
            <a:avLst/>
          </a:prstGeom>
        </p:spPr>
      </p:pic>
      <p:sp>
        <p:nvSpPr>
          <p:cNvPr id="13" name="Rectangle 12">
            <a:extLst>
              <a:ext uri="{FF2B5EF4-FFF2-40B4-BE49-F238E27FC236}">
                <a16:creationId xmlns:a16="http://schemas.microsoft.com/office/drawing/2014/main" id="{32E7213A-3B25-4C5E-8165-A8648981E3ED}"/>
              </a:ext>
            </a:extLst>
          </p:cNvPr>
          <p:cNvSpPr/>
          <p:nvPr/>
        </p:nvSpPr>
        <p:spPr>
          <a:xfrm>
            <a:off x="6978186" y="5828753"/>
            <a:ext cx="4322722" cy="369332"/>
          </a:xfrm>
          <a:prstGeom prst="rect">
            <a:avLst/>
          </a:prstGeom>
        </p:spPr>
        <p:txBody>
          <a:bodyPr wrap="none">
            <a:spAutoFit/>
          </a:bodyPr>
          <a:lstStyle/>
          <a:p>
            <a:r>
              <a:rPr lang="nl-NL" dirty="0"/>
              <a:t>nature materials VOL 7 JANUARY 2008 </a:t>
            </a:r>
            <a:endParaRPr lang="en-US" dirty="0"/>
          </a:p>
        </p:txBody>
      </p:sp>
    </p:spTree>
    <p:extLst>
      <p:ext uri="{BB962C8B-B14F-4D97-AF65-F5344CB8AC3E}">
        <p14:creationId xmlns:p14="http://schemas.microsoft.com/office/powerpoint/2010/main" val="34424658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3">
            <a:extLst>
              <a:ext uri="{FF2B5EF4-FFF2-40B4-BE49-F238E27FC236}">
                <a16:creationId xmlns:a16="http://schemas.microsoft.com/office/drawing/2014/main" id="{9161CCA6-7995-957E-3A83-B8CCDD4DDF22}"/>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a:t>Page </a:t>
            </a:r>
            <a:fld id="{2AA68C8B-1599-43E1-8AAE-E035C02498C2}" type="slidenum">
              <a:rPr lang="en-US" altLang="en-US"/>
              <a:pPr>
                <a:lnSpc>
                  <a:spcPct val="100000"/>
                </a:lnSpc>
                <a:spcBef>
                  <a:spcPct val="0"/>
                </a:spcBef>
                <a:buClr>
                  <a:srgbClr val="F68933"/>
                </a:buClr>
                <a:buFontTx/>
                <a:buNone/>
              </a:pPr>
              <a:t>37</a:t>
            </a:fld>
            <a:endParaRPr lang="en-US" altLang="en-US"/>
          </a:p>
        </p:txBody>
      </p:sp>
      <p:sp>
        <p:nvSpPr>
          <p:cNvPr id="62467" name="Rectangle 2">
            <a:extLst>
              <a:ext uri="{FF2B5EF4-FFF2-40B4-BE49-F238E27FC236}">
                <a16:creationId xmlns:a16="http://schemas.microsoft.com/office/drawing/2014/main" id="{0BA69A13-EEB7-8F70-B080-B060C903A351}"/>
              </a:ext>
            </a:extLst>
          </p:cNvPr>
          <p:cNvSpPr>
            <a:spLocks noGrp="1" noChangeArrowheads="1"/>
          </p:cNvSpPr>
          <p:nvPr>
            <p:ph type="title"/>
          </p:nvPr>
        </p:nvSpPr>
        <p:spPr/>
        <p:txBody>
          <a:bodyPr/>
          <a:lstStyle/>
          <a:p>
            <a:pPr eaLnBrk="1" hangingPunct="1"/>
            <a:r>
              <a:rPr lang="en-GB" altLang="en-US"/>
              <a:t>Bibliography for this lesson</a:t>
            </a:r>
            <a:endParaRPr lang="en-US" altLang="en-US"/>
          </a:p>
        </p:txBody>
      </p:sp>
      <p:sp>
        <p:nvSpPr>
          <p:cNvPr id="62468" name="Rectangle 3">
            <a:extLst>
              <a:ext uri="{FF2B5EF4-FFF2-40B4-BE49-F238E27FC236}">
                <a16:creationId xmlns:a16="http://schemas.microsoft.com/office/drawing/2014/main" id="{22ECBB97-AA61-F236-EF2A-759C01EC48F9}"/>
              </a:ext>
            </a:extLst>
          </p:cNvPr>
          <p:cNvSpPr>
            <a:spLocks noGrp="1" noChangeArrowheads="1"/>
          </p:cNvSpPr>
          <p:nvPr>
            <p:ph type="body" idx="1"/>
          </p:nvPr>
        </p:nvSpPr>
        <p:spPr/>
        <p:txBody>
          <a:bodyPr/>
          <a:lstStyle/>
          <a:p>
            <a:pPr eaLnBrk="1" hangingPunct="1"/>
            <a:r>
              <a:rPr lang="en-GB" altLang="en-US" sz="2000"/>
              <a:t>J.D. Plummer, “Silicon VLSI technology. Fundamentals, practice and modeling” , Prentice Hall 2000</a:t>
            </a:r>
          </a:p>
          <a:p>
            <a:pPr eaLnBrk="1" hangingPunct="1"/>
            <a:r>
              <a:rPr lang="en-GB" altLang="en-US" sz="2000"/>
              <a:t>S.A. Campbell, “The science and engineering of microelectronic fabrication”, Oxford University Press 2001</a:t>
            </a:r>
          </a:p>
          <a:p>
            <a:pPr eaLnBrk="1" hangingPunct="1"/>
            <a:r>
              <a:rPr lang="en-GB" altLang="en-US" sz="2000"/>
              <a:t>V. Soncini, “Ion implantation”,ST microelectronics internal course, unpublished</a:t>
            </a:r>
          </a:p>
          <a:p>
            <a:pPr eaLnBrk="1" hangingPunct="1"/>
            <a:r>
              <a:rPr lang="en-GB" altLang="en-US" sz="2000"/>
              <a:t>P.A. Stolk et al., “Physical mechanisms of transient enhanced dopant diffusion in ion-implanted silicon”, J. Appl. Phys. 81(9), 1997</a:t>
            </a:r>
          </a:p>
          <a:p>
            <a:pPr eaLnBrk="1" hangingPunct="1"/>
            <a:r>
              <a:rPr lang="en-GB" altLang="en-US" sz="2000"/>
              <a:t>M.L. Polignano et al., “The evolution of the ion implantation damage in device processing”, Material Science and Engineering B,  in press (available on line)</a:t>
            </a:r>
            <a:endParaRPr lang="en-US" altLang="en-US" sz="2000"/>
          </a:p>
        </p:txBody>
      </p:sp>
    </p:spTree>
  </p:cSld>
  <p:clrMapOvr>
    <a:masterClrMapping/>
  </p:clrMapOvr>
</p:sld>
</file>

<file path=ppt/theme/theme1.xml><?xml version="1.0" encoding="utf-8"?>
<a:theme xmlns:a="http://schemas.openxmlformats.org/drawingml/2006/main" name="Micron">
  <a:themeElements>
    <a:clrScheme name="Custom 1">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99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spAutoFit/>
      </a:bodyPr>
      <a:lstStyle>
        <a:defPPr algn="l">
          <a:lnSpc>
            <a:spcPct val="100000"/>
          </a:lnSpc>
          <a:defRPr sz="1800" dirty="0" err="1" smtClean="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extLst>
    <a:ext uri="{05A4C25C-085E-4340-85A3-A5531E510DB2}">
      <thm15:themeFamily xmlns:thm15="http://schemas.microsoft.com/office/thememl/2012/main" name="Blank.pptx" id="{2E5F151F-97D2-4DD4-8DAD-E3CD0A6F382A}" vid="{C72134E5-D970-4521-AA44-C9918EA35CF6}"/>
    </a:ext>
  </a:extLst>
</a:theme>
</file>

<file path=ppt/theme/theme2.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theme/theme3.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F1A5B3B-FC7C-6B4A-9F92-50D5BA24EF06}">
  <we:reference id="b0430364-2ab6-47cd-907e-f8b72239b204" version="3.19.222.0" store="EXCatalog" storeType="EXCatalog"/>
  <we:alternateReferences>
    <we:reference id="WA200000729" version="3.19.222.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1454C6C4DF484BB7E354F0133B2527" ma:contentTypeVersion="15" ma:contentTypeDescription="Create a new document." ma:contentTypeScope="" ma:versionID="3d797868a652486800ab0a8d76ea5ba2">
  <xsd:schema xmlns:xsd="http://www.w3.org/2001/XMLSchema" xmlns:xs="http://www.w3.org/2001/XMLSchema" xmlns:p="http://schemas.microsoft.com/office/2006/metadata/properties" xmlns:ns2="373dee95-3004-4e58-b400-fc9a330598fa" xmlns:ns3="f6b577cd-6e64-4f00-a024-38a5e216943f" targetNamespace="http://schemas.microsoft.com/office/2006/metadata/properties" ma:root="true" ma:fieldsID="a51a2154010bb654d69a56a30ab7fc95" ns2:_="" ns3:_="">
    <xsd:import namespace="373dee95-3004-4e58-b400-fc9a330598fa"/>
    <xsd:import namespace="f6b577cd-6e64-4f00-a024-38a5e216943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3dee95-3004-4e58-b400-fc9a330598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c9ac5c9-3891-4418-8e3e-3c86a1f99d4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b577cd-6e64-4f00-a024-38a5e216943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0401ee5e-f1c1-480f-96b5-a2a1844dc208}" ma:internalName="TaxCatchAll" ma:showField="CatchAllData" ma:web="f6b577cd-6e64-4f00-a024-38a5e216943f">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6b577cd-6e64-4f00-a024-38a5e216943f" xsi:nil="true"/>
    <lcf76f155ced4ddcb4097134ff3c332f xmlns="373dee95-3004-4e58-b400-fc9a330598f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93BE600-4354-4A1D-8E62-CDEA956B72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3dee95-3004-4e58-b400-fc9a330598fa"/>
    <ds:schemaRef ds:uri="f6b577cd-6e64-4f00-a024-38a5e216943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6F7D784-B287-493B-96EC-6DAAC458EB36}">
  <ds:schemaRefs>
    <ds:schemaRef ds:uri="http://schemas.microsoft.com/sharepoint/v3/contenttype/forms"/>
  </ds:schemaRefs>
</ds:datastoreItem>
</file>

<file path=customXml/itemProps3.xml><?xml version="1.0" encoding="utf-8"?>
<ds:datastoreItem xmlns:ds="http://schemas.openxmlformats.org/officeDocument/2006/customXml" ds:itemID="{C210B64C-2D98-49DF-A0BE-639DCBC582D6}">
  <ds:schemaRefs>
    <ds:schemaRef ds:uri="f6b577cd-6e64-4f00-a024-38a5e216943f"/>
    <ds:schemaRef ds:uri="http://schemas.microsoft.com/office/infopath/2007/PartnerControls"/>
    <ds:schemaRef ds:uri="http://purl.org/dc/elements/1.1/"/>
    <ds:schemaRef ds:uri="http://schemas.microsoft.com/office/2006/metadata/properties"/>
    <ds:schemaRef ds:uri="http://purl.org/dc/terms/"/>
    <ds:schemaRef ds:uri="373dee95-3004-4e58-b400-fc9a330598fa"/>
    <ds:schemaRef ds:uri="http://schemas.microsoft.com/office/2006/documentManagement/type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blank</Template>
  <TotalTime>69</TotalTime>
  <Words>3016</Words>
  <Application>Microsoft Office PowerPoint</Application>
  <PresentationFormat>Widescreen</PresentationFormat>
  <Paragraphs>341</Paragraphs>
  <Slides>37</Slides>
  <Notes>24</Notes>
  <HiddenSlides>1</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37</vt:i4>
      </vt:variant>
    </vt:vector>
  </HeadingPairs>
  <TitlesOfParts>
    <vt:vector size="49" baseType="lpstr">
      <vt:lpstr>ＭＳ Ｐゴシック</vt:lpstr>
      <vt:lpstr>Arial</vt:lpstr>
      <vt:lpstr>Lucida Sans Unicode</vt:lpstr>
      <vt:lpstr>Symbol</vt:lpstr>
      <vt:lpstr>Tahoma</vt:lpstr>
      <vt:lpstr>Times</vt:lpstr>
      <vt:lpstr>Times New Roman</vt:lpstr>
      <vt:lpstr>Verdana</vt:lpstr>
      <vt:lpstr>Wingdings</vt:lpstr>
      <vt:lpstr>Micron</vt:lpstr>
      <vt:lpstr>Equation</vt:lpstr>
      <vt:lpstr>Document</vt:lpstr>
      <vt:lpstr>Ion implantation</vt:lpstr>
      <vt:lpstr>Ion Implantation</vt:lpstr>
      <vt:lpstr>Implanters</vt:lpstr>
      <vt:lpstr>Implanters: ion source and extractor</vt:lpstr>
      <vt:lpstr>Implanters: analyzer</vt:lpstr>
      <vt:lpstr>Implanters: acceleration, dosimetry and process chamber</vt:lpstr>
      <vt:lpstr>Ion beam heating</vt:lpstr>
      <vt:lpstr>Stopping mechanisms</vt:lpstr>
      <vt:lpstr>Nuclear stopping</vt:lpstr>
      <vt:lpstr>Non local and local electron stopping</vt:lpstr>
      <vt:lpstr>Gaussian approximation: projected range and straggle</vt:lpstr>
      <vt:lpstr>Stopping power and masking</vt:lpstr>
      <vt:lpstr>Diffusion of gaussian profiles</vt:lpstr>
      <vt:lpstr>Higher level moments</vt:lpstr>
      <vt:lpstr>Channeling</vt:lpstr>
      <vt:lpstr>PowerPoint Presentation</vt:lpstr>
      <vt:lpstr>Damage</vt:lpstr>
      <vt:lpstr>Annealing and damage evolution </vt:lpstr>
      <vt:lpstr>Annealing and damage evolution </vt:lpstr>
      <vt:lpstr>Annealing and damage evolution </vt:lpstr>
      <vt:lpstr>Activation</vt:lpstr>
      <vt:lpstr>Annealing vs diffusion</vt:lpstr>
      <vt:lpstr>Transient Enhanced Diffusion</vt:lpstr>
      <vt:lpstr>TED:atomic-level mechanisms</vt:lpstr>
      <vt:lpstr>TED: effects on devices</vt:lpstr>
      <vt:lpstr>SPE </vt:lpstr>
      <vt:lpstr>Amorphization: some TEM pictures</vt:lpstr>
      <vt:lpstr>Key ideas</vt:lpstr>
      <vt:lpstr>Main doping challenges</vt:lpstr>
      <vt:lpstr>Ultra shallow junctions  high T annealing</vt:lpstr>
      <vt:lpstr>Ultra shallow junctions  defect engineering</vt:lpstr>
      <vt:lpstr>Ultra shallow junctions  defect engineering </vt:lpstr>
      <vt:lpstr>Ultra shallow junctions  defect engineering </vt:lpstr>
      <vt:lpstr>3D Doping</vt:lpstr>
      <vt:lpstr>3D doping  Plasma doping</vt:lpstr>
      <vt:lpstr>3D doping  Molecular monolayer doping</vt:lpstr>
      <vt:lpstr>Bibliography for this lesson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Marcello Mariani</dc:creator>
  <cp:keywords/>
  <dc:description/>
  <cp:lastModifiedBy>Marcello Mariani</cp:lastModifiedBy>
  <cp:revision>8</cp:revision>
  <dcterms:created xsi:type="dcterms:W3CDTF">2025-02-14T08:32:36Z</dcterms:created>
  <dcterms:modified xsi:type="dcterms:W3CDTF">2025-02-14T09:48:58Z</dcterms:modified>
  <cp:category/>
  <cp:version>01</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0x010100BE1454C6C4DF484BB7E354F0133B2527</vt:lpwstr>
  </property>
  <property fmtid="{D5CDD505-2E9C-101B-9397-08002B2CF9AE}" pid="3" name="MediaServiceImageTags">
    <vt:lpwstr/>
  </property>
  <property fmtid="{D5CDD505-2E9C-101B-9397-08002B2CF9AE}" pid="4" name="MSIP_Label_8e19d756-792e-42a1-bcad-4cb9051ddd2d_Enabled">
    <vt:lpwstr>true</vt:lpwstr>
  </property>
  <property fmtid="{D5CDD505-2E9C-101B-9397-08002B2CF9AE}" pid="5" name="MSIP_Label_8e19d756-792e-42a1-bcad-4cb9051ddd2d_SetDate">
    <vt:lpwstr>2025-01-07T15:51:17Z</vt:lpwstr>
  </property>
  <property fmtid="{D5CDD505-2E9C-101B-9397-08002B2CF9AE}" pid="6" name="MSIP_Label_8e19d756-792e-42a1-bcad-4cb9051ddd2d_Method">
    <vt:lpwstr>Standard</vt:lpwstr>
  </property>
  <property fmtid="{D5CDD505-2E9C-101B-9397-08002B2CF9AE}" pid="7" name="MSIP_Label_8e19d756-792e-42a1-bcad-4cb9051ddd2d_Name">
    <vt:lpwstr>Confidential</vt:lpwstr>
  </property>
  <property fmtid="{D5CDD505-2E9C-101B-9397-08002B2CF9AE}" pid="8" name="MSIP_Label_8e19d756-792e-42a1-bcad-4cb9051ddd2d_SiteId">
    <vt:lpwstr>41eb501a-f671-4ce0-a5bf-b64168c3705f</vt:lpwstr>
  </property>
  <property fmtid="{D5CDD505-2E9C-101B-9397-08002B2CF9AE}" pid="9" name="MSIP_Label_8e19d756-792e-42a1-bcad-4cb9051ddd2d_ActionId">
    <vt:lpwstr>f41914a7-38f9-4a23-8387-8a0d10a90b2a</vt:lpwstr>
  </property>
  <property fmtid="{D5CDD505-2E9C-101B-9397-08002B2CF9AE}" pid="10" name="MSIP_Label_8e19d756-792e-42a1-bcad-4cb9051ddd2d_ContentBits">
    <vt:lpwstr>2</vt:lpwstr>
  </property>
  <property fmtid="{D5CDD505-2E9C-101B-9397-08002B2CF9AE}" pid="11" name="MSIP_Label_6fdea275-d6f3-438f-b8d8-013cab2023d3_Enabled">
    <vt:lpwstr>true</vt:lpwstr>
  </property>
  <property fmtid="{D5CDD505-2E9C-101B-9397-08002B2CF9AE}" pid="12" name="MSIP_Label_6fdea275-d6f3-438f-b8d8-013cab2023d3_SetDate">
    <vt:lpwstr>2025-02-14T09:36:18Z</vt:lpwstr>
  </property>
  <property fmtid="{D5CDD505-2E9C-101B-9397-08002B2CF9AE}" pid="13" name="MSIP_Label_6fdea275-d6f3-438f-b8d8-013cab2023d3_Method">
    <vt:lpwstr>Privileged</vt:lpwstr>
  </property>
  <property fmtid="{D5CDD505-2E9C-101B-9397-08002B2CF9AE}" pid="14" name="MSIP_Label_6fdea275-d6f3-438f-b8d8-013cab2023d3_Name">
    <vt:lpwstr>Public</vt:lpwstr>
  </property>
  <property fmtid="{D5CDD505-2E9C-101B-9397-08002B2CF9AE}" pid="15" name="MSIP_Label_6fdea275-d6f3-438f-b8d8-013cab2023d3_SiteId">
    <vt:lpwstr>f38a5ecd-2813-4862-b11b-ac1d563c806f</vt:lpwstr>
  </property>
  <property fmtid="{D5CDD505-2E9C-101B-9397-08002B2CF9AE}" pid="16" name="MSIP_Label_6fdea275-d6f3-438f-b8d8-013cab2023d3_ActionId">
    <vt:lpwstr>5d76563d-5019-43e5-a5d1-52ad9552008a</vt:lpwstr>
  </property>
  <property fmtid="{D5CDD505-2E9C-101B-9397-08002B2CF9AE}" pid="17" name="MSIP_Label_6fdea275-d6f3-438f-b8d8-013cab2023d3_ContentBits">
    <vt:lpwstr>0</vt:lpwstr>
  </property>
</Properties>
</file>