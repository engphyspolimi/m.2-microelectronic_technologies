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758" r:id="rId5"/>
  </p:sldMasterIdLst>
  <p:notesMasterIdLst>
    <p:notesMasterId r:id="rId34"/>
  </p:notesMasterIdLst>
  <p:handoutMasterIdLst>
    <p:handoutMasterId r:id="rId35"/>
  </p:handoutMasterIdLst>
  <p:sldIdLst>
    <p:sldId id="298" r:id="rId6"/>
    <p:sldId id="508" r:id="rId7"/>
    <p:sldId id="507" r:id="rId8"/>
    <p:sldId id="761" r:id="rId9"/>
    <p:sldId id="762" r:id="rId10"/>
    <p:sldId id="763" r:id="rId11"/>
    <p:sldId id="764" r:id="rId12"/>
    <p:sldId id="765" r:id="rId13"/>
    <p:sldId id="766" r:id="rId14"/>
    <p:sldId id="767" r:id="rId15"/>
    <p:sldId id="529" r:id="rId16"/>
    <p:sldId id="530" r:id="rId17"/>
    <p:sldId id="531" r:id="rId18"/>
    <p:sldId id="2146846800" r:id="rId19"/>
    <p:sldId id="532" r:id="rId20"/>
    <p:sldId id="2146846792" r:id="rId21"/>
    <p:sldId id="2146846793" r:id="rId22"/>
    <p:sldId id="2146846799" r:id="rId23"/>
    <p:sldId id="2146846795" r:id="rId24"/>
    <p:sldId id="2146846796" r:id="rId25"/>
    <p:sldId id="2146846797" r:id="rId26"/>
    <p:sldId id="2146846805" r:id="rId27"/>
    <p:sldId id="2146846804" r:id="rId28"/>
    <p:sldId id="2146846807" r:id="rId29"/>
    <p:sldId id="2146846808" r:id="rId30"/>
    <p:sldId id="257" r:id="rId31"/>
    <p:sldId id="258" r:id="rId32"/>
    <p:sldId id="214684680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BE91AD-6015-40F0-BD03-35AC55183642}" v="122" dt="2026-05-21T08:37:28.531"/>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2214" autoAdjust="0"/>
  </p:normalViewPr>
  <p:slideViewPr>
    <p:cSldViewPr snapToGrid="0" showGuides="1">
      <p:cViewPr varScale="1">
        <p:scale>
          <a:sx n="109" d="100"/>
          <a:sy n="109" d="100"/>
        </p:scale>
        <p:origin x="498" y="31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B103A7D4-4015-4F2F-9707-C9F08D49F12F}"/>
    <pc:docChg chg="undo redo custSel addSld delSld modSld sldOrd">
      <pc:chgData name="Marcello Mariani" userId="1e342699-93ad-4e2e-93b0-0f6a2c00c4b8" providerId="ADAL" clId="{B103A7D4-4015-4F2F-9707-C9F08D49F12F}" dt="2026-05-21T08:38:22.596" v="1722" actId="729"/>
      <pc:docMkLst>
        <pc:docMk/>
      </pc:docMkLst>
      <pc:sldChg chg="add del mod modShow">
        <pc:chgData name="Marcello Mariani" userId="1e342699-93ad-4e2e-93b0-0f6a2c00c4b8" providerId="ADAL" clId="{B103A7D4-4015-4F2F-9707-C9F08D49F12F}" dt="2026-05-21T08:38:22.596" v="1722" actId="729"/>
        <pc:sldMkLst>
          <pc:docMk/>
          <pc:sldMk cId="0" sldId="257"/>
        </pc:sldMkLst>
      </pc:sldChg>
      <pc:sldChg chg="modSp add del mod modShow">
        <pc:chgData name="Marcello Mariani" userId="1e342699-93ad-4e2e-93b0-0f6a2c00c4b8" providerId="ADAL" clId="{B103A7D4-4015-4F2F-9707-C9F08D49F12F}" dt="2026-05-21T08:38:22.596" v="1722" actId="729"/>
        <pc:sldMkLst>
          <pc:docMk/>
          <pc:sldMk cId="0" sldId="258"/>
        </pc:sldMkLst>
        <pc:graphicFrameChg chg="modGraphic">
          <ac:chgData name="Marcello Mariani" userId="1e342699-93ad-4e2e-93b0-0f6a2c00c4b8" providerId="ADAL" clId="{B103A7D4-4015-4F2F-9707-C9F08D49F12F}" dt="2026-05-21T08:37:48.905" v="1721" actId="20577"/>
          <ac:graphicFrameMkLst>
            <pc:docMk/>
            <pc:sldMk cId="0" sldId="258"/>
            <ac:graphicFrameMk id="3" creationId="{00000000-0000-0000-0000-000000000000}"/>
          </ac:graphicFrameMkLst>
        </pc:graphicFrameChg>
      </pc:sldChg>
      <pc:sldChg chg="modSp mod">
        <pc:chgData name="Marcello Mariani" userId="1e342699-93ad-4e2e-93b0-0f6a2c00c4b8" providerId="ADAL" clId="{B103A7D4-4015-4F2F-9707-C9F08D49F12F}" dt="2026-05-19T11:39:47.045" v="33" actId="20577"/>
        <pc:sldMkLst>
          <pc:docMk/>
          <pc:sldMk cId="933269431" sldId="298"/>
        </pc:sldMkLst>
        <pc:spChg chg="mod">
          <ac:chgData name="Marcello Mariani" userId="1e342699-93ad-4e2e-93b0-0f6a2c00c4b8" providerId="ADAL" clId="{B103A7D4-4015-4F2F-9707-C9F08D49F12F}" dt="2026-05-19T11:39:47.045" v="33" actId="20577"/>
          <ac:spMkLst>
            <pc:docMk/>
            <pc:sldMk cId="933269431" sldId="298"/>
            <ac:spMk id="2" creationId="{1F4E4D36-D998-4077-9B42-BA789BE570F6}"/>
          </ac:spMkLst>
        </pc:spChg>
      </pc:sldChg>
      <pc:sldChg chg="new del">
        <pc:chgData name="Marcello Mariani" userId="1e342699-93ad-4e2e-93b0-0f6a2c00c4b8" providerId="ADAL" clId="{B103A7D4-4015-4F2F-9707-C9F08D49F12F}" dt="2026-05-20T17:01:02.712" v="1711" actId="47"/>
        <pc:sldMkLst>
          <pc:docMk/>
          <pc:sldMk cId="2289880753" sldId="501"/>
        </pc:sldMkLst>
      </pc:sldChg>
      <pc:sldChg chg="new del">
        <pc:chgData name="Marcello Mariani" userId="1e342699-93ad-4e2e-93b0-0f6a2c00c4b8" providerId="ADAL" clId="{B103A7D4-4015-4F2F-9707-C9F08D49F12F}" dt="2026-05-20T17:01:02.712" v="1711" actId="47"/>
        <pc:sldMkLst>
          <pc:docMk/>
          <pc:sldMk cId="4130794017" sldId="502"/>
        </pc:sldMkLst>
      </pc:sldChg>
      <pc:sldChg chg="addSp delSp modSp add mod">
        <pc:chgData name="Marcello Mariani" userId="1e342699-93ad-4e2e-93b0-0f6a2c00c4b8" providerId="ADAL" clId="{B103A7D4-4015-4F2F-9707-C9F08D49F12F}" dt="2026-05-20T16:39:59.945" v="1481"/>
        <pc:sldMkLst>
          <pc:docMk/>
          <pc:sldMk cId="1935534391" sldId="507"/>
        </pc:sldMkLst>
        <pc:spChg chg="mod">
          <ac:chgData name="Marcello Mariani" userId="1e342699-93ad-4e2e-93b0-0f6a2c00c4b8" providerId="ADAL" clId="{B103A7D4-4015-4F2F-9707-C9F08D49F12F}" dt="2026-05-19T13:21:38.565" v="91" actId="20577"/>
          <ac:spMkLst>
            <pc:docMk/>
            <pc:sldMk cId="1935534391" sldId="507"/>
            <ac:spMk id="2" creationId="{A4FCD3F9-03FE-F3E7-8934-3839B14B95EC}"/>
          </ac:spMkLst>
        </pc:spChg>
        <pc:spChg chg="add mod">
          <ac:chgData name="Marcello Mariani" userId="1e342699-93ad-4e2e-93b0-0f6a2c00c4b8" providerId="ADAL" clId="{B103A7D4-4015-4F2F-9707-C9F08D49F12F}" dt="2026-05-20T16:39:59.945" v="1481"/>
          <ac:spMkLst>
            <pc:docMk/>
            <pc:sldMk cId="1935534391" sldId="507"/>
            <ac:spMk id="3" creationId="{AA6EDA82-831E-BB67-CDB2-B9EE280FED51}"/>
          </ac:spMkLst>
        </pc:spChg>
        <pc:spChg chg="add mod">
          <ac:chgData name="Marcello Mariani" userId="1e342699-93ad-4e2e-93b0-0f6a2c00c4b8" providerId="ADAL" clId="{B103A7D4-4015-4F2F-9707-C9F08D49F12F}" dt="2026-05-19T11:49:35.002" v="68" actId="207"/>
          <ac:spMkLst>
            <pc:docMk/>
            <pc:sldMk cId="1935534391" sldId="507"/>
            <ac:spMk id="12" creationId="{DBD50BC5-D6C6-78E5-6AB4-1CB55376CCD9}"/>
          </ac:spMkLst>
        </pc:spChg>
        <pc:picChg chg="add mod ord modCrop">
          <ac:chgData name="Marcello Mariani" userId="1e342699-93ad-4e2e-93b0-0f6a2c00c4b8" providerId="ADAL" clId="{B103A7D4-4015-4F2F-9707-C9F08D49F12F}" dt="2026-05-19T11:48:03.975" v="62" actId="1076"/>
          <ac:picMkLst>
            <pc:docMk/>
            <pc:sldMk cId="1935534391" sldId="507"/>
            <ac:picMk id="9" creationId="{3A40700F-4ED4-AFD3-A01D-3FBBFB10002D}"/>
          </ac:picMkLst>
        </pc:picChg>
        <pc:picChg chg="add mod">
          <ac:chgData name="Marcello Mariani" userId="1e342699-93ad-4e2e-93b0-0f6a2c00c4b8" providerId="ADAL" clId="{B103A7D4-4015-4F2F-9707-C9F08D49F12F}" dt="2026-05-19T11:49:19.242" v="66" actId="1076"/>
          <ac:picMkLst>
            <pc:docMk/>
            <pc:sldMk cId="1935534391" sldId="507"/>
            <ac:picMk id="11" creationId="{2CB0CB50-3BBC-C768-6421-B3C457FC519C}"/>
          </ac:picMkLst>
        </pc:picChg>
      </pc:sldChg>
      <pc:sldChg chg="addSp modSp new mod">
        <pc:chgData name="Marcello Mariani" userId="1e342699-93ad-4e2e-93b0-0f6a2c00c4b8" providerId="ADAL" clId="{B103A7D4-4015-4F2F-9707-C9F08D49F12F}" dt="2026-05-20T16:39:54.471" v="1480" actId="108"/>
        <pc:sldMkLst>
          <pc:docMk/>
          <pc:sldMk cId="2139962721" sldId="508"/>
        </pc:sldMkLst>
        <pc:spChg chg="add mod">
          <ac:chgData name="Marcello Mariani" userId="1e342699-93ad-4e2e-93b0-0f6a2c00c4b8" providerId="ADAL" clId="{B103A7D4-4015-4F2F-9707-C9F08D49F12F}" dt="2026-05-20T16:39:54.471" v="1480" actId="108"/>
          <ac:spMkLst>
            <pc:docMk/>
            <pc:sldMk cId="2139962721" sldId="508"/>
            <ac:spMk id="6" creationId="{B2694DE6-B011-5DCF-28B8-13439DF776E9}"/>
          </ac:spMkLst>
        </pc:spChg>
        <pc:picChg chg="add mod">
          <ac:chgData name="Marcello Mariani" userId="1e342699-93ad-4e2e-93b0-0f6a2c00c4b8" providerId="ADAL" clId="{B103A7D4-4015-4F2F-9707-C9F08D49F12F}" dt="2026-05-19T11:51:00.390" v="72" actId="14100"/>
          <ac:picMkLst>
            <pc:docMk/>
            <pc:sldMk cId="2139962721" sldId="508"/>
            <ac:picMk id="5" creationId="{3DE5FB81-CAC4-A387-2D74-E4D8549B70C6}"/>
          </ac:picMkLst>
        </pc:picChg>
      </pc:sldChg>
      <pc:sldChg chg="addSp modSp add mod">
        <pc:chgData name="Marcello Mariani" userId="1e342699-93ad-4e2e-93b0-0f6a2c00c4b8" providerId="ADAL" clId="{B103A7D4-4015-4F2F-9707-C9F08D49F12F}" dt="2026-05-20T16:40:28.216" v="1493" actId="1076"/>
        <pc:sldMkLst>
          <pc:docMk/>
          <pc:sldMk cId="2368118325" sldId="529"/>
        </pc:sldMkLst>
        <pc:spChg chg="add mod">
          <ac:chgData name="Marcello Mariani" userId="1e342699-93ad-4e2e-93b0-0f6a2c00c4b8" providerId="ADAL" clId="{B103A7D4-4015-4F2F-9707-C9F08D49F12F}" dt="2026-05-20T16:40:28.216" v="1493" actId="1076"/>
          <ac:spMkLst>
            <pc:docMk/>
            <pc:sldMk cId="2368118325" sldId="529"/>
            <ac:spMk id="5" creationId="{3189F11F-41D3-05E1-7B56-A6584FC9BB0B}"/>
          </ac:spMkLst>
        </pc:spChg>
      </pc:sldChg>
      <pc:sldChg chg="addSp modSp add mod">
        <pc:chgData name="Marcello Mariani" userId="1e342699-93ad-4e2e-93b0-0f6a2c00c4b8" providerId="ADAL" clId="{B103A7D4-4015-4F2F-9707-C9F08D49F12F}" dt="2026-05-20T16:40:32.145" v="1495" actId="1076"/>
        <pc:sldMkLst>
          <pc:docMk/>
          <pc:sldMk cId="1609050777" sldId="530"/>
        </pc:sldMkLst>
        <pc:spChg chg="add mod">
          <ac:chgData name="Marcello Mariani" userId="1e342699-93ad-4e2e-93b0-0f6a2c00c4b8" providerId="ADAL" clId="{B103A7D4-4015-4F2F-9707-C9F08D49F12F}" dt="2026-05-20T16:40:32.145" v="1495" actId="1076"/>
          <ac:spMkLst>
            <pc:docMk/>
            <pc:sldMk cId="1609050777" sldId="530"/>
            <ac:spMk id="5" creationId="{CAFCEB96-FEE5-E520-86A0-F1399F9B66D3}"/>
          </ac:spMkLst>
        </pc:spChg>
      </pc:sldChg>
      <pc:sldChg chg="addSp modSp add mod">
        <pc:chgData name="Marcello Mariani" userId="1e342699-93ad-4e2e-93b0-0f6a2c00c4b8" providerId="ADAL" clId="{B103A7D4-4015-4F2F-9707-C9F08D49F12F}" dt="2026-05-20T16:40:38.481" v="1497" actId="1076"/>
        <pc:sldMkLst>
          <pc:docMk/>
          <pc:sldMk cId="1861596909" sldId="531"/>
        </pc:sldMkLst>
        <pc:spChg chg="add mod">
          <ac:chgData name="Marcello Mariani" userId="1e342699-93ad-4e2e-93b0-0f6a2c00c4b8" providerId="ADAL" clId="{B103A7D4-4015-4F2F-9707-C9F08D49F12F}" dt="2026-05-20T16:40:38.481" v="1497" actId="1076"/>
          <ac:spMkLst>
            <pc:docMk/>
            <pc:sldMk cId="1861596909" sldId="531"/>
            <ac:spMk id="5" creationId="{1A7C3FD0-43FE-A47C-15DC-12B51AC2AD48}"/>
          </ac:spMkLst>
        </pc:spChg>
      </pc:sldChg>
      <pc:sldChg chg="addSp modSp add mod">
        <pc:chgData name="Marcello Mariani" userId="1e342699-93ad-4e2e-93b0-0f6a2c00c4b8" providerId="ADAL" clId="{B103A7D4-4015-4F2F-9707-C9F08D49F12F}" dt="2026-05-20T16:49:19.052" v="1581" actId="1076"/>
        <pc:sldMkLst>
          <pc:docMk/>
          <pc:sldMk cId="2917806148" sldId="532"/>
        </pc:sldMkLst>
        <pc:spChg chg="add mod">
          <ac:chgData name="Marcello Mariani" userId="1e342699-93ad-4e2e-93b0-0f6a2c00c4b8" providerId="ADAL" clId="{B103A7D4-4015-4F2F-9707-C9F08D49F12F}" dt="2026-05-20T16:49:19.052" v="1581" actId="1076"/>
          <ac:spMkLst>
            <pc:docMk/>
            <pc:sldMk cId="2917806148" sldId="532"/>
            <ac:spMk id="5" creationId="{13A56A4C-A37A-2C93-BDBF-28BEF8651CE0}"/>
          </ac:spMkLst>
        </pc:spChg>
      </pc:sldChg>
      <pc:sldChg chg="del">
        <pc:chgData name="Marcello Mariani" userId="1e342699-93ad-4e2e-93b0-0f6a2c00c4b8" providerId="ADAL" clId="{B103A7D4-4015-4F2F-9707-C9F08D49F12F}" dt="2026-05-20T17:01:02.712" v="1711" actId="47"/>
        <pc:sldMkLst>
          <pc:docMk/>
          <pc:sldMk cId="0" sldId="542"/>
        </pc:sldMkLst>
      </pc:sldChg>
      <pc:sldChg chg="del">
        <pc:chgData name="Marcello Mariani" userId="1e342699-93ad-4e2e-93b0-0f6a2c00c4b8" providerId="ADAL" clId="{B103A7D4-4015-4F2F-9707-C9F08D49F12F}" dt="2026-05-20T17:01:02.712" v="1711" actId="47"/>
        <pc:sldMkLst>
          <pc:docMk/>
          <pc:sldMk cId="0" sldId="543"/>
        </pc:sldMkLst>
      </pc:sldChg>
      <pc:sldChg chg="del">
        <pc:chgData name="Marcello Mariani" userId="1e342699-93ad-4e2e-93b0-0f6a2c00c4b8" providerId="ADAL" clId="{B103A7D4-4015-4F2F-9707-C9F08D49F12F}" dt="2026-05-20T17:01:02.712" v="1711" actId="47"/>
        <pc:sldMkLst>
          <pc:docMk/>
          <pc:sldMk cId="0" sldId="544"/>
        </pc:sldMkLst>
      </pc:sldChg>
      <pc:sldChg chg="del">
        <pc:chgData name="Marcello Mariani" userId="1e342699-93ad-4e2e-93b0-0f6a2c00c4b8" providerId="ADAL" clId="{B103A7D4-4015-4F2F-9707-C9F08D49F12F}" dt="2026-05-20T17:01:02.712" v="1711" actId="47"/>
        <pc:sldMkLst>
          <pc:docMk/>
          <pc:sldMk cId="0" sldId="545"/>
        </pc:sldMkLst>
      </pc:sldChg>
      <pc:sldChg chg="del">
        <pc:chgData name="Marcello Mariani" userId="1e342699-93ad-4e2e-93b0-0f6a2c00c4b8" providerId="ADAL" clId="{B103A7D4-4015-4F2F-9707-C9F08D49F12F}" dt="2026-05-20T17:01:02.712" v="1711" actId="47"/>
        <pc:sldMkLst>
          <pc:docMk/>
          <pc:sldMk cId="0" sldId="546"/>
        </pc:sldMkLst>
      </pc:sldChg>
      <pc:sldChg chg="del">
        <pc:chgData name="Marcello Mariani" userId="1e342699-93ad-4e2e-93b0-0f6a2c00c4b8" providerId="ADAL" clId="{B103A7D4-4015-4F2F-9707-C9F08D49F12F}" dt="2026-05-20T17:01:02.712" v="1711" actId="47"/>
        <pc:sldMkLst>
          <pc:docMk/>
          <pc:sldMk cId="0" sldId="547"/>
        </pc:sldMkLst>
      </pc:sldChg>
      <pc:sldChg chg="del">
        <pc:chgData name="Marcello Mariani" userId="1e342699-93ad-4e2e-93b0-0f6a2c00c4b8" providerId="ADAL" clId="{B103A7D4-4015-4F2F-9707-C9F08D49F12F}" dt="2026-05-20T17:01:02.712" v="1711" actId="47"/>
        <pc:sldMkLst>
          <pc:docMk/>
          <pc:sldMk cId="0" sldId="548"/>
        </pc:sldMkLst>
      </pc:sldChg>
      <pc:sldChg chg="del">
        <pc:chgData name="Marcello Mariani" userId="1e342699-93ad-4e2e-93b0-0f6a2c00c4b8" providerId="ADAL" clId="{B103A7D4-4015-4F2F-9707-C9F08D49F12F}" dt="2026-05-20T17:01:02.712" v="1711" actId="47"/>
        <pc:sldMkLst>
          <pc:docMk/>
          <pc:sldMk cId="0" sldId="549"/>
        </pc:sldMkLst>
      </pc:sldChg>
      <pc:sldChg chg="del">
        <pc:chgData name="Marcello Mariani" userId="1e342699-93ad-4e2e-93b0-0f6a2c00c4b8" providerId="ADAL" clId="{B103A7D4-4015-4F2F-9707-C9F08D49F12F}" dt="2026-05-20T17:01:02.712" v="1711" actId="47"/>
        <pc:sldMkLst>
          <pc:docMk/>
          <pc:sldMk cId="0" sldId="550"/>
        </pc:sldMkLst>
      </pc:sldChg>
      <pc:sldChg chg="del">
        <pc:chgData name="Marcello Mariani" userId="1e342699-93ad-4e2e-93b0-0f6a2c00c4b8" providerId="ADAL" clId="{B103A7D4-4015-4F2F-9707-C9F08D49F12F}" dt="2026-05-20T17:01:02.712" v="1711" actId="47"/>
        <pc:sldMkLst>
          <pc:docMk/>
          <pc:sldMk cId="0" sldId="551"/>
        </pc:sldMkLst>
      </pc:sldChg>
      <pc:sldChg chg="del">
        <pc:chgData name="Marcello Mariani" userId="1e342699-93ad-4e2e-93b0-0f6a2c00c4b8" providerId="ADAL" clId="{B103A7D4-4015-4F2F-9707-C9F08D49F12F}" dt="2026-05-20T17:01:02.712" v="1711" actId="47"/>
        <pc:sldMkLst>
          <pc:docMk/>
          <pc:sldMk cId="0" sldId="552"/>
        </pc:sldMkLst>
      </pc:sldChg>
      <pc:sldChg chg="del">
        <pc:chgData name="Marcello Mariani" userId="1e342699-93ad-4e2e-93b0-0f6a2c00c4b8" providerId="ADAL" clId="{B103A7D4-4015-4F2F-9707-C9F08D49F12F}" dt="2026-05-20T17:01:02.712" v="1711" actId="47"/>
        <pc:sldMkLst>
          <pc:docMk/>
          <pc:sldMk cId="0" sldId="553"/>
        </pc:sldMkLst>
      </pc:sldChg>
      <pc:sldChg chg="del">
        <pc:chgData name="Marcello Mariani" userId="1e342699-93ad-4e2e-93b0-0f6a2c00c4b8" providerId="ADAL" clId="{B103A7D4-4015-4F2F-9707-C9F08D49F12F}" dt="2026-05-20T17:01:02.712" v="1711" actId="47"/>
        <pc:sldMkLst>
          <pc:docMk/>
          <pc:sldMk cId="0" sldId="554"/>
        </pc:sldMkLst>
      </pc:sldChg>
      <pc:sldChg chg="del">
        <pc:chgData name="Marcello Mariani" userId="1e342699-93ad-4e2e-93b0-0f6a2c00c4b8" providerId="ADAL" clId="{B103A7D4-4015-4F2F-9707-C9F08D49F12F}" dt="2026-05-20T17:01:02.712" v="1711" actId="47"/>
        <pc:sldMkLst>
          <pc:docMk/>
          <pc:sldMk cId="0" sldId="555"/>
        </pc:sldMkLst>
      </pc:sldChg>
      <pc:sldChg chg="del">
        <pc:chgData name="Marcello Mariani" userId="1e342699-93ad-4e2e-93b0-0f6a2c00c4b8" providerId="ADAL" clId="{B103A7D4-4015-4F2F-9707-C9F08D49F12F}" dt="2026-05-20T17:01:02.712" v="1711" actId="47"/>
        <pc:sldMkLst>
          <pc:docMk/>
          <pc:sldMk cId="0" sldId="556"/>
        </pc:sldMkLst>
      </pc:sldChg>
      <pc:sldChg chg="del">
        <pc:chgData name="Marcello Mariani" userId="1e342699-93ad-4e2e-93b0-0f6a2c00c4b8" providerId="ADAL" clId="{B103A7D4-4015-4F2F-9707-C9F08D49F12F}" dt="2026-05-20T17:01:02.712" v="1711" actId="47"/>
        <pc:sldMkLst>
          <pc:docMk/>
          <pc:sldMk cId="0" sldId="557"/>
        </pc:sldMkLst>
      </pc:sldChg>
      <pc:sldChg chg="del">
        <pc:chgData name="Marcello Mariani" userId="1e342699-93ad-4e2e-93b0-0f6a2c00c4b8" providerId="ADAL" clId="{B103A7D4-4015-4F2F-9707-C9F08D49F12F}" dt="2026-05-20T17:01:02.712" v="1711" actId="47"/>
        <pc:sldMkLst>
          <pc:docMk/>
          <pc:sldMk cId="0" sldId="558"/>
        </pc:sldMkLst>
      </pc:sldChg>
      <pc:sldChg chg="del ord">
        <pc:chgData name="Marcello Mariani" userId="1e342699-93ad-4e2e-93b0-0f6a2c00c4b8" providerId="ADAL" clId="{B103A7D4-4015-4F2F-9707-C9F08D49F12F}" dt="2026-05-20T17:01:02.712" v="1711" actId="47"/>
        <pc:sldMkLst>
          <pc:docMk/>
          <pc:sldMk cId="0" sldId="559"/>
        </pc:sldMkLst>
      </pc:sldChg>
      <pc:sldChg chg="del">
        <pc:chgData name="Marcello Mariani" userId="1e342699-93ad-4e2e-93b0-0f6a2c00c4b8" providerId="ADAL" clId="{B103A7D4-4015-4F2F-9707-C9F08D49F12F}" dt="2026-05-20T17:01:02.712" v="1711" actId="47"/>
        <pc:sldMkLst>
          <pc:docMk/>
          <pc:sldMk cId="0" sldId="560"/>
        </pc:sldMkLst>
      </pc:sldChg>
      <pc:sldChg chg="del">
        <pc:chgData name="Marcello Mariani" userId="1e342699-93ad-4e2e-93b0-0f6a2c00c4b8" providerId="ADAL" clId="{B103A7D4-4015-4F2F-9707-C9F08D49F12F}" dt="2026-05-20T17:01:02.712" v="1711" actId="47"/>
        <pc:sldMkLst>
          <pc:docMk/>
          <pc:sldMk cId="0" sldId="561"/>
        </pc:sldMkLst>
      </pc:sldChg>
      <pc:sldChg chg="del">
        <pc:chgData name="Marcello Mariani" userId="1e342699-93ad-4e2e-93b0-0f6a2c00c4b8" providerId="ADAL" clId="{B103A7D4-4015-4F2F-9707-C9F08D49F12F}" dt="2026-05-20T17:01:02.712" v="1711" actId="47"/>
        <pc:sldMkLst>
          <pc:docMk/>
          <pc:sldMk cId="0" sldId="562"/>
        </pc:sldMkLst>
      </pc:sldChg>
      <pc:sldChg chg="del">
        <pc:chgData name="Marcello Mariani" userId="1e342699-93ad-4e2e-93b0-0f6a2c00c4b8" providerId="ADAL" clId="{B103A7D4-4015-4F2F-9707-C9F08D49F12F}" dt="2026-05-20T17:01:02.712" v="1711" actId="47"/>
        <pc:sldMkLst>
          <pc:docMk/>
          <pc:sldMk cId="0" sldId="563"/>
        </pc:sldMkLst>
      </pc:sldChg>
      <pc:sldChg chg="del">
        <pc:chgData name="Marcello Mariani" userId="1e342699-93ad-4e2e-93b0-0f6a2c00c4b8" providerId="ADAL" clId="{B103A7D4-4015-4F2F-9707-C9F08D49F12F}" dt="2026-05-20T17:01:02.712" v="1711" actId="47"/>
        <pc:sldMkLst>
          <pc:docMk/>
          <pc:sldMk cId="0" sldId="564"/>
        </pc:sldMkLst>
      </pc:sldChg>
      <pc:sldChg chg="del">
        <pc:chgData name="Marcello Mariani" userId="1e342699-93ad-4e2e-93b0-0f6a2c00c4b8" providerId="ADAL" clId="{B103A7D4-4015-4F2F-9707-C9F08D49F12F}" dt="2026-05-20T17:01:02.712" v="1711" actId="47"/>
        <pc:sldMkLst>
          <pc:docMk/>
          <pc:sldMk cId="0" sldId="565"/>
        </pc:sldMkLst>
      </pc:sldChg>
      <pc:sldChg chg="del">
        <pc:chgData name="Marcello Mariani" userId="1e342699-93ad-4e2e-93b0-0f6a2c00c4b8" providerId="ADAL" clId="{B103A7D4-4015-4F2F-9707-C9F08D49F12F}" dt="2026-05-20T17:01:02.712" v="1711" actId="47"/>
        <pc:sldMkLst>
          <pc:docMk/>
          <pc:sldMk cId="0" sldId="566"/>
        </pc:sldMkLst>
      </pc:sldChg>
      <pc:sldChg chg="del">
        <pc:chgData name="Marcello Mariani" userId="1e342699-93ad-4e2e-93b0-0f6a2c00c4b8" providerId="ADAL" clId="{B103A7D4-4015-4F2F-9707-C9F08D49F12F}" dt="2026-05-20T17:01:02.712" v="1711" actId="47"/>
        <pc:sldMkLst>
          <pc:docMk/>
          <pc:sldMk cId="0" sldId="567"/>
        </pc:sldMkLst>
      </pc:sldChg>
      <pc:sldChg chg="del">
        <pc:chgData name="Marcello Mariani" userId="1e342699-93ad-4e2e-93b0-0f6a2c00c4b8" providerId="ADAL" clId="{B103A7D4-4015-4F2F-9707-C9F08D49F12F}" dt="2026-05-20T17:01:02.712" v="1711" actId="47"/>
        <pc:sldMkLst>
          <pc:docMk/>
          <pc:sldMk cId="0" sldId="568"/>
        </pc:sldMkLst>
      </pc:sldChg>
      <pc:sldChg chg="del">
        <pc:chgData name="Marcello Mariani" userId="1e342699-93ad-4e2e-93b0-0f6a2c00c4b8" providerId="ADAL" clId="{B103A7D4-4015-4F2F-9707-C9F08D49F12F}" dt="2026-05-20T17:01:02.712" v="1711" actId="47"/>
        <pc:sldMkLst>
          <pc:docMk/>
          <pc:sldMk cId="0" sldId="569"/>
        </pc:sldMkLst>
      </pc:sldChg>
      <pc:sldChg chg="del">
        <pc:chgData name="Marcello Mariani" userId="1e342699-93ad-4e2e-93b0-0f6a2c00c4b8" providerId="ADAL" clId="{B103A7D4-4015-4F2F-9707-C9F08D49F12F}" dt="2026-05-20T17:01:02.712" v="1711" actId="47"/>
        <pc:sldMkLst>
          <pc:docMk/>
          <pc:sldMk cId="0" sldId="570"/>
        </pc:sldMkLst>
      </pc:sldChg>
      <pc:sldChg chg="del">
        <pc:chgData name="Marcello Mariani" userId="1e342699-93ad-4e2e-93b0-0f6a2c00c4b8" providerId="ADAL" clId="{B103A7D4-4015-4F2F-9707-C9F08D49F12F}" dt="2026-05-20T17:01:02.712" v="1711" actId="47"/>
        <pc:sldMkLst>
          <pc:docMk/>
          <pc:sldMk cId="0" sldId="571"/>
        </pc:sldMkLst>
      </pc:sldChg>
      <pc:sldChg chg="del">
        <pc:chgData name="Marcello Mariani" userId="1e342699-93ad-4e2e-93b0-0f6a2c00c4b8" providerId="ADAL" clId="{B103A7D4-4015-4F2F-9707-C9F08D49F12F}" dt="2026-05-20T17:01:02.712" v="1711" actId="47"/>
        <pc:sldMkLst>
          <pc:docMk/>
          <pc:sldMk cId="0" sldId="572"/>
        </pc:sldMkLst>
      </pc:sldChg>
      <pc:sldChg chg="del">
        <pc:chgData name="Marcello Mariani" userId="1e342699-93ad-4e2e-93b0-0f6a2c00c4b8" providerId="ADAL" clId="{B103A7D4-4015-4F2F-9707-C9F08D49F12F}" dt="2026-05-20T17:01:02.712" v="1711" actId="47"/>
        <pc:sldMkLst>
          <pc:docMk/>
          <pc:sldMk cId="0" sldId="573"/>
        </pc:sldMkLst>
      </pc:sldChg>
      <pc:sldChg chg="del">
        <pc:chgData name="Marcello Mariani" userId="1e342699-93ad-4e2e-93b0-0f6a2c00c4b8" providerId="ADAL" clId="{B103A7D4-4015-4F2F-9707-C9F08D49F12F}" dt="2026-05-20T17:01:02.712" v="1711" actId="47"/>
        <pc:sldMkLst>
          <pc:docMk/>
          <pc:sldMk cId="0" sldId="574"/>
        </pc:sldMkLst>
      </pc:sldChg>
      <pc:sldChg chg="del">
        <pc:chgData name="Marcello Mariani" userId="1e342699-93ad-4e2e-93b0-0f6a2c00c4b8" providerId="ADAL" clId="{B103A7D4-4015-4F2F-9707-C9F08D49F12F}" dt="2026-05-20T17:01:02.712" v="1711" actId="47"/>
        <pc:sldMkLst>
          <pc:docMk/>
          <pc:sldMk cId="0" sldId="575"/>
        </pc:sldMkLst>
      </pc:sldChg>
      <pc:sldChg chg="del">
        <pc:chgData name="Marcello Mariani" userId="1e342699-93ad-4e2e-93b0-0f6a2c00c4b8" providerId="ADAL" clId="{B103A7D4-4015-4F2F-9707-C9F08D49F12F}" dt="2026-05-20T17:01:02.712" v="1711" actId="47"/>
        <pc:sldMkLst>
          <pc:docMk/>
          <pc:sldMk cId="0" sldId="576"/>
        </pc:sldMkLst>
      </pc:sldChg>
      <pc:sldChg chg="del">
        <pc:chgData name="Marcello Mariani" userId="1e342699-93ad-4e2e-93b0-0f6a2c00c4b8" providerId="ADAL" clId="{B103A7D4-4015-4F2F-9707-C9F08D49F12F}" dt="2026-05-20T17:01:02.712" v="1711" actId="47"/>
        <pc:sldMkLst>
          <pc:docMk/>
          <pc:sldMk cId="0" sldId="577"/>
        </pc:sldMkLst>
      </pc:sldChg>
      <pc:sldChg chg="del">
        <pc:chgData name="Marcello Mariani" userId="1e342699-93ad-4e2e-93b0-0f6a2c00c4b8" providerId="ADAL" clId="{B103A7D4-4015-4F2F-9707-C9F08D49F12F}" dt="2026-05-20T17:01:02.712" v="1711" actId="47"/>
        <pc:sldMkLst>
          <pc:docMk/>
          <pc:sldMk cId="0" sldId="578"/>
        </pc:sldMkLst>
      </pc:sldChg>
      <pc:sldChg chg="del">
        <pc:chgData name="Marcello Mariani" userId="1e342699-93ad-4e2e-93b0-0f6a2c00c4b8" providerId="ADAL" clId="{B103A7D4-4015-4F2F-9707-C9F08D49F12F}" dt="2026-05-20T17:01:02.712" v="1711" actId="47"/>
        <pc:sldMkLst>
          <pc:docMk/>
          <pc:sldMk cId="0" sldId="579"/>
        </pc:sldMkLst>
      </pc:sldChg>
      <pc:sldChg chg="del">
        <pc:chgData name="Marcello Mariani" userId="1e342699-93ad-4e2e-93b0-0f6a2c00c4b8" providerId="ADAL" clId="{B103A7D4-4015-4F2F-9707-C9F08D49F12F}" dt="2026-05-20T17:01:02.712" v="1711" actId="47"/>
        <pc:sldMkLst>
          <pc:docMk/>
          <pc:sldMk cId="0" sldId="580"/>
        </pc:sldMkLst>
      </pc:sldChg>
      <pc:sldChg chg="del">
        <pc:chgData name="Marcello Mariani" userId="1e342699-93ad-4e2e-93b0-0f6a2c00c4b8" providerId="ADAL" clId="{B103A7D4-4015-4F2F-9707-C9F08D49F12F}" dt="2026-05-20T17:01:02.712" v="1711" actId="47"/>
        <pc:sldMkLst>
          <pc:docMk/>
          <pc:sldMk cId="0" sldId="581"/>
        </pc:sldMkLst>
      </pc:sldChg>
      <pc:sldChg chg="del">
        <pc:chgData name="Marcello Mariani" userId="1e342699-93ad-4e2e-93b0-0f6a2c00c4b8" providerId="ADAL" clId="{B103A7D4-4015-4F2F-9707-C9F08D49F12F}" dt="2026-05-20T17:01:02.712" v="1711" actId="47"/>
        <pc:sldMkLst>
          <pc:docMk/>
          <pc:sldMk cId="0" sldId="582"/>
        </pc:sldMkLst>
      </pc:sldChg>
      <pc:sldChg chg="del">
        <pc:chgData name="Marcello Mariani" userId="1e342699-93ad-4e2e-93b0-0f6a2c00c4b8" providerId="ADAL" clId="{B103A7D4-4015-4F2F-9707-C9F08D49F12F}" dt="2026-05-20T17:01:02.712" v="1711" actId="47"/>
        <pc:sldMkLst>
          <pc:docMk/>
          <pc:sldMk cId="0" sldId="583"/>
        </pc:sldMkLst>
      </pc:sldChg>
      <pc:sldChg chg="del">
        <pc:chgData name="Marcello Mariani" userId="1e342699-93ad-4e2e-93b0-0f6a2c00c4b8" providerId="ADAL" clId="{B103A7D4-4015-4F2F-9707-C9F08D49F12F}" dt="2026-05-20T17:01:02.712" v="1711" actId="47"/>
        <pc:sldMkLst>
          <pc:docMk/>
          <pc:sldMk cId="0" sldId="584"/>
        </pc:sldMkLst>
      </pc:sldChg>
      <pc:sldChg chg="del">
        <pc:chgData name="Marcello Mariani" userId="1e342699-93ad-4e2e-93b0-0f6a2c00c4b8" providerId="ADAL" clId="{B103A7D4-4015-4F2F-9707-C9F08D49F12F}" dt="2026-05-20T17:01:02.712" v="1711" actId="47"/>
        <pc:sldMkLst>
          <pc:docMk/>
          <pc:sldMk cId="0" sldId="585"/>
        </pc:sldMkLst>
      </pc:sldChg>
      <pc:sldChg chg="del">
        <pc:chgData name="Marcello Mariani" userId="1e342699-93ad-4e2e-93b0-0f6a2c00c4b8" providerId="ADAL" clId="{B103A7D4-4015-4F2F-9707-C9F08D49F12F}" dt="2026-05-20T17:01:02.712" v="1711" actId="47"/>
        <pc:sldMkLst>
          <pc:docMk/>
          <pc:sldMk cId="0" sldId="586"/>
        </pc:sldMkLst>
      </pc:sldChg>
      <pc:sldChg chg="del">
        <pc:chgData name="Marcello Mariani" userId="1e342699-93ad-4e2e-93b0-0f6a2c00c4b8" providerId="ADAL" clId="{B103A7D4-4015-4F2F-9707-C9F08D49F12F}" dt="2026-05-20T17:01:02.712" v="1711" actId="47"/>
        <pc:sldMkLst>
          <pc:docMk/>
          <pc:sldMk cId="0" sldId="587"/>
        </pc:sldMkLst>
      </pc:sldChg>
      <pc:sldChg chg="del">
        <pc:chgData name="Marcello Mariani" userId="1e342699-93ad-4e2e-93b0-0f6a2c00c4b8" providerId="ADAL" clId="{B103A7D4-4015-4F2F-9707-C9F08D49F12F}" dt="2026-05-20T17:01:02.712" v="1711" actId="47"/>
        <pc:sldMkLst>
          <pc:docMk/>
          <pc:sldMk cId="0" sldId="588"/>
        </pc:sldMkLst>
      </pc:sldChg>
      <pc:sldChg chg="del">
        <pc:chgData name="Marcello Mariani" userId="1e342699-93ad-4e2e-93b0-0f6a2c00c4b8" providerId="ADAL" clId="{B103A7D4-4015-4F2F-9707-C9F08D49F12F}" dt="2026-05-20T17:01:02.712" v="1711" actId="47"/>
        <pc:sldMkLst>
          <pc:docMk/>
          <pc:sldMk cId="0" sldId="589"/>
        </pc:sldMkLst>
      </pc:sldChg>
      <pc:sldChg chg="del">
        <pc:chgData name="Marcello Mariani" userId="1e342699-93ad-4e2e-93b0-0f6a2c00c4b8" providerId="ADAL" clId="{B103A7D4-4015-4F2F-9707-C9F08D49F12F}" dt="2026-05-20T17:01:02.712" v="1711" actId="47"/>
        <pc:sldMkLst>
          <pc:docMk/>
          <pc:sldMk cId="0" sldId="590"/>
        </pc:sldMkLst>
      </pc:sldChg>
      <pc:sldChg chg="del">
        <pc:chgData name="Marcello Mariani" userId="1e342699-93ad-4e2e-93b0-0f6a2c00c4b8" providerId="ADAL" clId="{B103A7D4-4015-4F2F-9707-C9F08D49F12F}" dt="2026-05-20T17:01:02.712" v="1711" actId="47"/>
        <pc:sldMkLst>
          <pc:docMk/>
          <pc:sldMk cId="0" sldId="591"/>
        </pc:sldMkLst>
      </pc:sldChg>
      <pc:sldChg chg="del">
        <pc:chgData name="Marcello Mariani" userId="1e342699-93ad-4e2e-93b0-0f6a2c00c4b8" providerId="ADAL" clId="{B103A7D4-4015-4F2F-9707-C9F08D49F12F}" dt="2026-05-20T17:01:02.712" v="1711" actId="47"/>
        <pc:sldMkLst>
          <pc:docMk/>
          <pc:sldMk cId="0" sldId="592"/>
        </pc:sldMkLst>
      </pc:sldChg>
      <pc:sldChg chg="del">
        <pc:chgData name="Marcello Mariani" userId="1e342699-93ad-4e2e-93b0-0f6a2c00c4b8" providerId="ADAL" clId="{B103A7D4-4015-4F2F-9707-C9F08D49F12F}" dt="2026-05-20T17:01:02.712" v="1711" actId="47"/>
        <pc:sldMkLst>
          <pc:docMk/>
          <pc:sldMk cId="0" sldId="593"/>
        </pc:sldMkLst>
      </pc:sldChg>
      <pc:sldChg chg="del">
        <pc:chgData name="Marcello Mariani" userId="1e342699-93ad-4e2e-93b0-0f6a2c00c4b8" providerId="ADAL" clId="{B103A7D4-4015-4F2F-9707-C9F08D49F12F}" dt="2026-05-20T17:01:02.712" v="1711" actId="47"/>
        <pc:sldMkLst>
          <pc:docMk/>
          <pc:sldMk cId="0" sldId="594"/>
        </pc:sldMkLst>
      </pc:sldChg>
      <pc:sldChg chg="del">
        <pc:chgData name="Marcello Mariani" userId="1e342699-93ad-4e2e-93b0-0f6a2c00c4b8" providerId="ADAL" clId="{B103A7D4-4015-4F2F-9707-C9F08D49F12F}" dt="2026-05-20T17:01:02.712" v="1711" actId="47"/>
        <pc:sldMkLst>
          <pc:docMk/>
          <pc:sldMk cId="0" sldId="595"/>
        </pc:sldMkLst>
      </pc:sldChg>
      <pc:sldChg chg="del">
        <pc:chgData name="Marcello Mariani" userId="1e342699-93ad-4e2e-93b0-0f6a2c00c4b8" providerId="ADAL" clId="{B103A7D4-4015-4F2F-9707-C9F08D49F12F}" dt="2026-05-20T17:01:02.712" v="1711" actId="47"/>
        <pc:sldMkLst>
          <pc:docMk/>
          <pc:sldMk cId="0" sldId="596"/>
        </pc:sldMkLst>
      </pc:sldChg>
      <pc:sldChg chg="del">
        <pc:chgData name="Marcello Mariani" userId="1e342699-93ad-4e2e-93b0-0f6a2c00c4b8" providerId="ADAL" clId="{B103A7D4-4015-4F2F-9707-C9F08D49F12F}" dt="2026-05-20T17:01:02.712" v="1711" actId="47"/>
        <pc:sldMkLst>
          <pc:docMk/>
          <pc:sldMk cId="0" sldId="597"/>
        </pc:sldMkLst>
      </pc:sldChg>
      <pc:sldChg chg="del">
        <pc:chgData name="Marcello Mariani" userId="1e342699-93ad-4e2e-93b0-0f6a2c00c4b8" providerId="ADAL" clId="{B103A7D4-4015-4F2F-9707-C9F08D49F12F}" dt="2026-05-20T17:01:02.712" v="1711" actId="47"/>
        <pc:sldMkLst>
          <pc:docMk/>
          <pc:sldMk cId="0" sldId="598"/>
        </pc:sldMkLst>
      </pc:sldChg>
      <pc:sldChg chg="del">
        <pc:chgData name="Marcello Mariani" userId="1e342699-93ad-4e2e-93b0-0f6a2c00c4b8" providerId="ADAL" clId="{B103A7D4-4015-4F2F-9707-C9F08D49F12F}" dt="2026-05-20T17:01:02.712" v="1711" actId="47"/>
        <pc:sldMkLst>
          <pc:docMk/>
          <pc:sldMk cId="0" sldId="599"/>
        </pc:sldMkLst>
      </pc:sldChg>
      <pc:sldChg chg="del">
        <pc:chgData name="Marcello Mariani" userId="1e342699-93ad-4e2e-93b0-0f6a2c00c4b8" providerId="ADAL" clId="{B103A7D4-4015-4F2F-9707-C9F08D49F12F}" dt="2026-05-20T17:01:02.712" v="1711" actId="47"/>
        <pc:sldMkLst>
          <pc:docMk/>
          <pc:sldMk cId="0" sldId="600"/>
        </pc:sldMkLst>
      </pc:sldChg>
      <pc:sldChg chg="modSp del mod">
        <pc:chgData name="Marcello Mariani" userId="1e342699-93ad-4e2e-93b0-0f6a2c00c4b8" providerId="ADAL" clId="{B103A7D4-4015-4F2F-9707-C9F08D49F12F}" dt="2026-05-20T17:01:02.712" v="1711" actId="47"/>
        <pc:sldMkLst>
          <pc:docMk/>
          <pc:sldMk cId="0" sldId="601"/>
        </pc:sldMkLst>
      </pc:sldChg>
      <pc:sldChg chg="del">
        <pc:chgData name="Marcello Mariani" userId="1e342699-93ad-4e2e-93b0-0f6a2c00c4b8" providerId="ADAL" clId="{B103A7D4-4015-4F2F-9707-C9F08D49F12F}" dt="2026-05-20T17:01:02.712" v="1711" actId="47"/>
        <pc:sldMkLst>
          <pc:docMk/>
          <pc:sldMk cId="0" sldId="602"/>
        </pc:sldMkLst>
      </pc:sldChg>
      <pc:sldChg chg="del">
        <pc:chgData name="Marcello Mariani" userId="1e342699-93ad-4e2e-93b0-0f6a2c00c4b8" providerId="ADAL" clId="{B103A7D4-4015-4F2F-9707-C9F08D49F12F}" dt="2026-05-20T17:01:02.712" v="1711" actId="47"/>
        <pc:sldMkLst>
          <pc:docMk/>
          <pc:sldMk cId="0" sldId="603"/>
        </pc:sldMkLst>
      </pc:sldChg>
      <pc:sldChg chg="del">
        <pc:chgData name="Marcello Mariani" userId="1e342699-93ad-4e2e-93b0-0f6a2c00c4b8" providerId="ADAL" clId="{B103A7D4-4015-4F2F-9707-C9F08D49F12F}" dt="2026-05-20T17:01:02.712" v="1711" actId="47"/>
        <pc:sldMkLst>
          <pc:docMk/>
          <pc:sldMk cId="0" sldId="604"/>
        </pc:sldMkLst>
      </pc:sldChg>
      <pc:sldChg chg="del">
        <pc:chgData name="Marcello Mariani" userId="1e342699-93ad-4e2e-93b0-0f6a2c00c4b8" providerId="ADAL" clId="{B103A7D4-4015-4F2F-9707-C9F08D49F12F}" dt="2026-05-20T17:01:02.712" v="1711" actId="47"/>
        <pc:sldMkLst>
          <pc:docMk/>
          <pc:sldMk cId="0" sldId="605"/>
        </pc:sldMkLst>
      </pc:sldChg>
      <pc:sldChg chg="del">
        <pc:chgData name="Marcello Mariani" userId="1e342699-93ad-4e2e-93b0-0f6a2c00c4b8" providerId="ADAL" clId="{B103A7D4-4015-4F2F-9707-C9F08D49F12F}" dt="2026-05-20T17:01:02.712" v="1711" actId="47"/>
        <pc:sldMkLst>
          <pc:docMk/>
          <pc:sldMk cId="0" sldId="606"/>
        </pc:sldMkLst>
      </pc:sldChg>
      <pc:sldChg chg="del">
        <pc:chgData name="Marcello Mariani" userId="1e342699-93ad-4e2e-93b0-0f6a2c00c4b8" providerId="ADAL" clId="{B103A7D4-4015-4F2F-9707-C9F08D49F12F}" dt="2026-05-20T17:01:02.712" v="1711" actId="47"/>
        <pc:sldMkLst>
          <pc:docMk/>
          <pc:sldMk cId="0" sldId="607"/>
        </pc:sldMkLst>
      </pc:sldChg>
      <pc:sldChg chg="del">
        <pc:chgData name="Marcello Mariani" userId="1e342699-93ad-4e2e-93b0-0f6a2c00c4b8" providerId="ADAL" clId="{B103A7D4-4015-4F2F-9707-C9F08D49F12F}" dt="2026-05-20T17:01:02.712" v="1711" actId="47"/>
        <pc:sldMkLst>
          <pc:docMk/>
          <pc:sldMk cId="0" sldId="608"/>
        </pc:sldMkLst>
      </pc:sldChg>
      <pc:sldChg chg="del">
        <pc:chgData name="Marcello Mariani" userId="1e342699-93ad-4e2e-93b0-0f6a2c00c4b8" providerId="ADAL" clId="{B103A7D4-4015-4F2F-9707-C9F08D49F12F}" dt="2026-05-20T17:01:02.712" v="1711" actId="47"/>
        <pc:sldMkLst>
          <pc:docMk/>
          <pc:sldMk cId="0" sldId="609"/>
        </pc:sldMkLst>
      </pc:sldChg>
      <pc:sldChg chg="del">
        <pc:chgData name="Marcello Mariani" userId="1e342699-93ad-4e2e-93b0-0f6a2c00c4b8" providerId="ADAL" clId="{B103A7D4-4015-4F2F-9707-C9F08D49F12F}" dt="2026-05-20T17:01:02.712" v="1711" actId="47"/>
        <pc:sldMkLst>
          <pc:docMk/>
          <pc:sldMk cId="0" sldId="610"/>
        </pc:sldMkLst>
      </pc:sldChg>
      <pc:sldChg chg="del">
        <pc:chgData name="Marcello Mariani" userId="1e342699-93ad-4e2e-93b0-0f6a2c00c4b8" providerId="ADAL" clId="{B103A7D4-4015-4F2F-9707-C9F08D49F12F}" dt="2026-05-20T17:01:02.712" v="1711" actId="47"/>
        <pc:sldMkLst>
          <pc:docMk/>
          <pc:sldMk cId="0" sldId="611"/>
        </pc:sldMkLst>
      </pc:sldChg>
      <pc:sldChg chg="del">
        <pc:chgData name="Marcello Mariani" userId="1e342699-93ad-4e2e-93b0-0f6a2c00c4b8" providerId="ADAL" clId="{B103A7D4-4015-4F2F-9707-C9F08D49F12F}" dt="2026-05-20T17:01:02.712" v="1711" actId="47"/>
        <pc:sldMkLst>
          <pc:docMk/>
          <pc:sldMk cId="0" sldId="612"/>
        </pc:sldMkLst>
      </pc:sldChg>
      <pc:sldChg chg="del">
        <pc:chgData name="Marcello Mariani" userId="1e342699-93ad-4e2e-93b0-0f6a2c00c4b8" providerId="ADAL" clId="{B103A7D4-4015-4F2F-9707-C9F08D49F12F}" dt="2026-05-20T17:01:02.712" v="1711" actId="47"/>
        <pc:sldMkLst>
          <pc:docMk/>
          <pc:sldMk cId="0" sldId="613"/>
        </pc:sldMkLst>
      </pc:sldChg>
      <pc:sldChg chg="del">
        <pc:chgData name="Marcello Mariani" userId="1e342699-93ad-4e2e-93b0-0f6a2c00c4b8" providerId="ADAL" clId="{B103A7D4-4015-4F2F-9707-C9F08D49F12F}" dt="2026-05-20T17:01:02.712" v="1711" actId="47"/>
        <pc:sldMkLst>
          <pc:docMk/>
          <pc:sldMk cId="0" sldId="614"/>
        </pc:sldMkLst>
      </pc:sldChg>
      <pc:sldChg chg="del">
        <pc:chgData name="Marcello Mariani" userId="1e342699-93ad-4e2e-93b0-0f6a2c00c4b8" providerId="ADAL" clId="{B103A7D4-4015-4F2F-9707-C9F08D49F12F}" dt="2026-05-20T17:01:02.712" v="1711" actId="47"/>
        <pc:sldMkLst>
          <pc:docMk/>
          <pc:sldMk cId="0" sldId="615"/>
        </pc:sldMkLst>
      </pc:sldChg>
      <pc:sldChg chg="del">
        <pc:chgData name="Marcello Mariani" userId="1e342699-93ad-4e2e-93b0-0f6a2c00c4b8" providerId="ADAL" clId="{B103A7D4-4015-4F2F-9707-C9F08D49F12F}" dt="2026-05-20T17:01:02.712" v="1711" actId="47"/>
        <pc:sldMkLst>
          <pc:docMk/>
          <pc:sldMk cId="0" sldId="616"/>
        </pc:sldMkLst>
      </pc:sldChg>
      <pc:sldChg chg="del">
        <pc:chgData name="Marcello Mariani" userId="1e342699-93ad-4e2e-93b0-0f6a2c00c4b8" providerId="ADAL" clId="{B103A7D4-4015-4F2F-9707-C9F08D49F12F}" dt="2026-05-20T17:01:02.712" v="1711" actId="47"/>
        <pc:sldMkLst>
          <pc:docMk/>
          <pc:sldMk cId="0" sldId="617"/>
        </pc:sldMkLst>
      </pc:sldChg>
      <pc:sldChg chg="del">
        <pc:chgData name="Marcello Mariani" userId="1e342699-93ad-4e2e-93b0-0f6a2c00c4b8" providerId="ADAL" clId="{B103A7D4-4015-4F2F-9707-C9F08D49F12F}" dt="2026-05-20T17:01:02.712" v="1711" actId="47"/>
        <pc:sldMkLst>
          <pc:docMk/>
          <pc:sldMk cId="0" sldId="618"/>
        </pc:sldMkLst>
      </pc:sldChg>
      <pc:sldChg chg="del">
        <pc:chgData name="Marcello Mariani" userId="1e342699-93ad-4e2e-93b0-0f6a2c00c4b8" providerId="ADAL" clId="{B103A7D4-4015-4F2F-9707-C9F08D49F12F}" dt="2026-05-20T17:01:02.712" v="1711" actId="47"/>
        <pc:sldMkLst>
          <pc:docMk/>
          <pc:sldMk cId="0" sldId="619"/>
        </pc:sldMkLst>
      </pc:sldChg>
      <pc:sldChg chg="del">
        <pc:chgData name="Marcello Mariani" userId="1e342699-93ad-4e2e-93b0-0f6a2c00c4b8" providerId="ADAL" clId="{B103A7D4-4015-4F2F-9707-C9F08D49F12F}" dt="2026-05-20T17:01:02.712" v="1711" actId="47"/>
        <pc:sldMkLst>
          <pc:docMk/>
          <pc:sldMk cId="0" sldId="620"/>
        </pc:sldMkLst>
      </pc:sldChg>
      <pc:sldChg chg="del">
        <pc:chgData name="Marcello Mariani" userId="1e342699-93ad-4e2e-93b0-0f6a2c00c4b8" providerId="ADAL" clId="{B103A7D4-4015-4F2F-9707-C9F08D49F12F}" dt="2026-05-20T17:01:02.712" v="1711" actId="47"/>
        <pc:sldMkLst>
          <pc:docMk/>
          <pc:sldMk cId="0" sldId="621"/>
        </pc:sldMkLst>
      </pc:sldChg>
      <pc:sldChg chg="del">
        <pc:chgData name="Marcello Mariani" userId="1e342699-93ad-4e2e-93b0-0f6a2c00c4b8" providerId="ADAL" clId="{B103A7D4-4015-4F2F-9707-C9F08D49F12F}" dt="2026-05-20T17:01:02.712" v="1711" actId="47"/>
        <pc:sldMkLst>
          <pc:docMk/>
          <pc:sldMk cId="0" sldId="622"/>
        </pc:sldMkLst>
      </pc:sldChg>
      <pc:sldChg chg="del">
        <pc:chgData name="Marcello Mariani" userId="1e342699-93ad-4e2e-93b0-0f6a2c00c4b8" providerId="ADAL" clId="{B103A7D4-4015-4F2F-9707-C9F08D49F12F}" dt="2026-05-20T17:01:02.712" v="1711" actId="47"/>
        <pc:sldMkLst>
          <pc:docMk/>
          <pc:sldMk cId="0" sldId="623"/>
        </pc:sldMkLst>
      </pc:sldChg>
      <pc:sldChg chg="del">
        <pc:chgData name="Marcello Mariani" userId="1e342699-93ad-4e2e-93b0-0f6a2c00c4b8" providerId="ADAL" clId="{B103A7D4-4015-4F2F-9707-C9F08D49F12F}" dt="2026-05-20T17:01:02.712" v="1711" actId="47"/>
        <pc:sldMkLst>
          <pc:docMk/>
          <pc:sldMk cId="0" sldId="624"/>
        </pc:sldMkLst>
      </pc:sldChg>
      <pc:sldChg chg="del">
        <pc:chgData name="Marcello Mariani" userId="1e342699-93ad-4e2e-93b0-0f6a2c00c4b8" providerId="ADAL" clId="{B103A7D4-4015-4F2F-9707-C9F08D49F12F}" dt="2026-05-20T17:01:02.712" v="1711" actId="47"/>
        <pc:sldMkLst>
          <pc:docMk/>
          <pc:sldMk cId="0" sldId="625"/>
        </pc:sldMkLst>
      </pc:sldChg>
      <pc:sldChg chg="del">
        <pc:chgData name="Marcello Mariani" userId="1e342699-93ad-4e2e-93b0-0f6a2c00c4b8" providerId="ADAL" clId="{B103A7D4-4015-4F2F-9707-C9F08D49F12F}" dt="2026-05-20T17:01:02.712" v="1711" actId="47"/>
        <pc:sldMkLst>
          <pc:docMk/>
          <pc:sldMk cId="0" sldId="626"/>
        </pc:sldMkLst>
      </pc:sldChg>
      <pc:sldChg chg="del">
        <pc:chgData name="Marcello Mariani" userId="1e342699-93ad-4e2e-93b0-0f6a2c00c4b8" providerId="ADAL" clId="{B103A7D4-4015-4F2F-9707-C9F08D49F12F}" dt="2026-05-20T17:01:02.712" v="1711" actId="47"/>
        <pc:sldMkLst>
          <pc:docMk/>
          <pc:sldMk cId="0" sldId="627"/>
        </pc:sldMkLst>
      </pc:sldChg>
      <pc:sldChg chg="del">
        <pc:chgData name="Marcello Mariani" userId="1e342699-93ad-4e2e-93b0-0f6a2c00c4b8" providerId="ADAL" clId="{B103A7D4-4015-4F2F-9707-C9F08D49F12F}" dt="2026-05-20T17:01:02.712" v="1711" actId="47"/>
        <pc:sldMkLst>
          <pc:docMk/>
          <pc:sldMk cId="0" sldId="628"/>
        </pc:sldMkLst>
      </pc:sldChg>
      <pc:sldChg chg="del">
        <pc:chgData name="Marcello Mariani" userId="1e342699-93ad-4e2e-93b0-0f6a2c00c4b8" providerId="ADAL" clId="{B103A7D4-4015-4F2F-9707-C9F08D49F12F}" dt="2026-05-20T17:01:02.712" v="1711" actId="47"/>
        <pc:sldMkLst>
          <pc:docMk/>
          <pc:sldMk cId="0" sldId="629"/>
        </pc:sldMkLst>
      </pc:sldChg>
      <pc:sldChg chg="del">
        <pc:chgData name="Marcello Mariani" userId="1e342699-93ad-4e2e-93b0-0f6a2c00c4b8" providerId="ADAL" clId="{B103A7D4-4015-4F2F-9707-C9F08D49F12F}" dt="2026-05-20T17:01:02.712" v="1711" actId="47"/>
        <pc:sldMkLst>
          <pc:docMk/>
          <pc:sldMk cId="0" sldId="630"/>
        </pc:sldMkLst>
      </pc:sldChg>
      <pc:sldChg chg="del">
        <pc:chgData name="Marcello Mariani" userId="1e342699-93ad-4e2e-93b0-0f6a2c00c4b8" providerId="ADAL" clId="{B103A7D4-4015-4F2F-9707-C9F08D49F12F}" dt="2026-05-20T17:01:02.712" v="1711" actId="47"/>
        <pc:sldMkLst>
          <pc:docMk/>
          <pc:sldMk cId="0" sldId="631"/>
        </pc:sldMkLst>
      </pc:sldChg>
      <pc:sldChg chg="del">
        <pc:chgData name="Marcello Mariani" userId="1e342699-93ad-4e2e-93b0-0f6a2c00c4b8" providerId="ADAL" clId="{B103A7D4-4015-4F2F-9707-C9F08D49F12F}" dt="2026-05-20T17:01:02.712" v="1711" actId="47"/>
        <pc:sldMkLst>
          <pc:docMk/>
          <pc:sldMk cId="0" sldId="632"/>
        </pc:sldMkLst>
      </pc:sldChg>
      <pc:sldChg chg="del">
        <pc:chgData name="Marcello Mariani" userId="1e342699-93ad-4e2e-93b0-0f6a2c00c4b8" providerId="ADAL" clId="{B103A7D4-4015-4F2F-9707-C9F08D49F12F}" dt="2026-05-20T17:01:02.712" v="1711" actId="47"/>
        <pc:sldMkLst>
          <pc:docMk/>
          <pc:sldMk cId="0" sldId="633"/>
        </pc:sldMkLst>
      </pc:sldChg>
      <pc:sldChg chg="del">
        <pc:chgData name="Marcello Mariani" userId="1e342699-93ad-4e2e-93b0-0f6a2c00c4b8" providerId="ADAL" clId="{B103A7D4-4015-4F2F-9707-C9F08D49F12F}" dt="2026-05-20T17:01:02.712" v="1711" actId="47"/>
        <pc:sldMkLst>
          <pc:docMk/>
          <pc:sldMk cId="0" sldId="634"/>
        </pc:sldMkLst>
      </pc:sldChg>
      <pc:sldChg chg="del">
        <pc:chgData name="Marcello Mariani" userId="1e342699-93ad-4e2e-93b0-0f6a2c00c4b8" providerId="ADAL" clId="{B103A7D4-4015-4F2F-9707-C9F08D49F12F}" dt="2026-05-20T17:01:02.712" v="1711" actId="47"/>
        <pc:sldMkLst>
          <pc:docMk/>
          <pc:sldMk cId="0" sldId="635"/>
        </pc:sldMkLst>
      </pc:sldChg>
      <pc:sldChg chg="del">
        <pc:chgData name="Marcello Mariani" userId="1e342699-93ad-4e2e-93b0-0f6a2c00c4b8" providerId="ADAL" clId="{B103A7D4-4015-4F2F-9707-C9F08D49F12F}" dt="2026-05-20T17:01:02.712" v="1711" actId="47"/>
        <pc:sldMkLst>
          <pc:docMk/>
          <pc:sldMk cId="0" sldId="636"/>
        </pc:sldMkLst>
      </pc:sldChg>
      <pc:sldChg chg="del">
        <pc:chgData name="Marcello Mariani" userId="1e342699-93ad-4e2e-93b0-0f6a2c00c4b8" providerId="ADAL" clId="{B103A7D4-4015-4F2F-9707-C9F08D49F12F}" dt="2026-05-20T17:01:02.712" v="1711" actId="47"/>
        <pc:sldMkLst>
          <pc:docMk/>
          <pc:sldMk cId="0" sldId="637"/>
        </pc:sldMkLst>
      </pc:sldChg>
      <pc:sldChg chg="del">
        <pc:chgData name="Marcello Mariani" userId="1e342699-93ad-4e2e-93b0-0f6a2c00c4b8" providerId="ADAL" clId="{B103A7D4-4015-4F2F-9707-C9F08D49F12F}" dt="2026-05-20T17:01:02.712" v="1711" actId="47"/>
        <pc:sldMkLst>
          <pc:docMk/>
          <pc:sldMk cId="0" sldId="638"/>
        </pc:sldMkLst>
      </pc:sldChg>
      <pc:sldChg chg="del">
        <pc:chgData name="Marcello Mariani" userId="1e342699-93ad-4e2e-93b0-0f6a2c00c4b8" providerId="ADAL" clId="{B103A7D4-4015-4F2F-9707-C9F08D49F12F}" dt="2026-05-20T17:01:02.712" v="1711" actId="47"/>
        <pc:sldMkLst>
          <pc:docMk/>
          <pc:sldMk cId="0" sldId="639"/>
        </pc:sldMkLst>
      </pc:sldChg>
      <pc:sldChg chg="del">
        <pc:chgData name="Marcello Mariani" userId="1e342699-93ad-4e2e-93b0-0f6a2c00c4b8" providerId="ADAL" clId="{B103A7D4-4015-4F2F-9707-C9F08D49F12F}" dt="2026-05-20T17:01:02.712" v="1711" actId="47"/>
        <pc:sldMkLst>
          <pc:docMk/>
          <pc:sldMk cId="0" sldId="640"/>
        </pc:sldMkLst>
      </pc:sldChg>
      <pc:sldChg chg="del">
        <pc:chgData name="Marcello Mariani" userId="1e342699-93ad-4e2e-93b0-0f6a2c00c4b8" providerId="ADAL" clId="{B103A7D4-4015-4F2F-9707-C9F08D49F12F}" dt="2026-05-20T17:01:02.712" v="1711" actId="47"/>
        <pc:sldMkLst>
          <pc:docMk/>
          <pc:sldMk cId="0" sldId="641"/>
        </pc:sldMkLst>
      </pc:sldChg>
      <pc:sldChg chg="del">
        <pc:chgData name="Marcello Mariani" userId="1e342699-93ad-4e2e-93b0-0f6a2c00c4b8" providerId="ADAL" clId="{B103A7D4-4015-4F2F-9707-C9F08D49F12F}" dt="2026-05-20T17:01:02.712" v="1711" actId="47"/>
        <pc:sldMkLst>
          <pc:docMk/>
          <pc:sldMk cId="0" sldId="642"/>
        </pc:sldMkLst>
      </pc:sldChg>
      <pc:sldChg chg="del">
        <pc:chgData name="Marcello Mariani" userId="1e342699-93ad-4e2e-93b0-0f6a2c00c4b8" providerId="ADAL" clId="{B103A7D4-4015-4F2F-9707-C9F08D49F12F}" dt="2026-05-20T17:01:02.712" v="1711" actId="47"/>
        <pc:sldMkLst>
          <pc:docMk/>
          <pc:sldMk cId="0" sldId="643"/>
        </pc:sldMkLst>
      </pc:sldChg>
      <pc:sldChg chg="del">
        <pc:chgData name="Marcello Mariani" userId="1e342699-93ad-4e2e-93b0-0f6a2c00c4b8" providerId="ADAL" clId="{B103A7D4-4015-4F2F-9707-C9F08D49F12F}" dt="2026-05-20T17:01:02.712" v="1711" actId="47"/>
        <pc:sldMkLst>
          <pc:docMk/>
          <pc:sldMk cId="0" sldId="644"/>
        </pc:sldMkLst>
      </pc:sldChg>
      <pc:sldChg chg="del">
        <pc:chgData name="Marcello Mariani" userId="1e342699-93ad-4e2e-93b0-0f6a2c00c4b8" providerId="ADAL" clId="{B103A7D4-4015-4F2F-9707-C9F08D49F12F}" dt="2026-05-20T17:01:02.712" v="1711" actId="47"/>
        <pc:sldMkLst>
          <pc:docMk/>
          <pc:sldMk cId="0" sldId="645"/>
        </pc:sldMkLst>
      </pc:sldChg>
      <pc:sldChg chg="del">
        <pc:chgData name="Marcello Mariani" userId="1e342699-93ad-4e2e-93b0-0f6a2c00c4b8" providerId="ADAL" clId="{B103A7D4-4015-4F2F-9707-C9F08D49F12F}" dt="2026-05-20T17:01:02.712" v="1711" actId="47"/>
        <pc:sldMkLst>
          <pc:docMk/>
          <pc:sldMk cId="0" sldId="646"/>
        </pc:sldMkLst>
      </pc:sldChg>
      <pc:sldChg chg="del">
        <pc:chgData name="Marcello Mariani" userId="1e342699-93ad-4e2e-93b0-0f6a2c00c4b8" providerId="ADAL" clId="{B103A7D4-4015-4F2F-9707-C9F08D49F12F}" dt="2026-05-20T17:01:02.712" v="1711" actId="47"/>
        <pc:sldMkLst>
          <pc:docMk/>
          <pc:sldMk cId="0" sldId="647"/>
        </pc:sldMkLst>
      </pc:sldChg>
      <pc:sldChg chg="del">
        <pc:chgData name="Marcello Mariani" userId="1e342699-93ad-4e2e-93b0-0f6a2c00c4b8" providerId="ADAL" clId="{B103A7D4-4015-4F2F-9707-C9F08D49F12F}" dt="2026-05-20T17:01:02.712" v="1711" actId="47"/>
        <pc:sldMkLst>
          <pc:docMk/>
          <pc:sldMk cId="0" sldId="648"/>
        </pc:sldMkLst>
      </pc:sldChg>
      <pc:sldChg chg="del">
        <pc:chgData name="Marcello Mariani" userId="1e342699-93ad-4e2e-93b0-0f6a2c00c4b8" providerId="ADAL" clId="{B103A7D4-4015-4F2F-9707-C9F08D49F12F}" dt="2026-05-20T17:01:02.712" v="1711" actId="47"/>
        <pc:sldMkLst>
          <pc:docMk/>
          <pc:sldMk cId="0" sldId="649"/>
        </pc:sldMkLst>
      </pc:sldChg>
      <pc:sldChg chg="del">
        <pc:chgData name="Marcello Mariani" userId="1e342699-93ad-4e2e-93b0-0f6a2c00c4b8" providerId="ADAL" clId="{B103A7D4-4015-4F2F-9707-C9F08D49F12F}" dt="2026-05-20T17:01:02.712" v="1711" actId="47"/>
        <pc:sldMkLst>
          <pc:docMk/>
          <pc:sldMk cId="0" sldId="650"/>
        </pc:sldMkLst>
      </pc:sldChg>
      <pc:sldChg chg="del">
        <pc:chgData name="Marcello Mariani" userId="1e342699-93ad-4e2e-93b0-0f6a2c00c4b8" providerId="ADAL" clId="{B103A7D4-4015-4F2F-9707-C9F08D49F12F}" dt="2026-05-20T17:01:02.712" v="1711" actId="47"/>
        <pc:sldMkLst>
          <pc:docMk/>
          <pc:sldMk cId="0" sldId="651"/>
        </pc:sldMkLst>
      </pc:sldChg>
      <pc:sldChg chg="del">
        <pc:chgData name="Marcello Mariani" userId="1e342699-93ad-4e2e-93b0-0f6a2c00c4b8" providerId="ADAL" clId="{B103A7D4-4015-4F2F-9707-C9F08D49F12F}" dt="2026-05-20T17:01:02.712" v="1711" actId="47"/>
        <pc:sldMkLst>
          <pc:docMk/>
          <pc:sldMk cId="0" sldId="652"/>
        </pc:sldMkLst>
      </pc:sldChg>
      <pc:sldChg chg="del">
        <pc:chgData name="Marcello Mariani" userId="1e342699-93ad-4e2e-93b0-0f6a2c00c4b8" providerId="ADAL" clId="{B103A7D4-4015-4F2F-9707-C9F08D49F12F}" dt="2026-05-20T17:01:02.712" v="1711" actId="47"/>
        <pc:sldMkLst>
          <pc:docMk/>
          <pc:sldMk cId="0" sldId="653"/>
        </pc:sldMkLst>
      </pc:sldChg>
      <pc:sldChg chg="del">
        <pc:chgData name="Marcello Mariani" userId="1e342699-93ad-4e2e-93b0-0f6a2c00c4b8" providerId="ADAL" clId="{B103A7D4-4015-4F2F-9707-C9F08D49F12F}" dt="2026-05-20T17:01:02.712" v="1711" actId="47"/>
        <pc:sldMkLst>
          <pc:docMk/>
          <pc:sldMk cId="0" sldId="654"/>
        </pc:sldMkLst>
      </pc:sldChg>
      <pc:sldChg chg="del">
        <pc:chgData name="Marcello Mariani" userId="1e342699-93ad-4e2e-93b0-0f6a2c00c4b8" providerId="ADAL" clId="{B103A7D4-4015-4F2F-9707-C9F08D49F12F}" dt="2026-05-20T17:01:02.712" v="1711" actId="47"/>
        <pc:sldMkLst>
          <pc:docMk/>
          <pc:sldMk cId="0" sldId="655"/>
        </pc:sldMkLst>
      </pc:sldChg>
      <pc:sldChg chg="del">
        <pc:chgData name="Marcello Mariani" userId="1e342699-93ad-4e2e-93b0-0f6a2c00c4b8" providerId="ADAL" clId="{B103A7D4-4015-4F2F-9707-C9F08D49F12F}" dt="2026-05-20T17:01:02.712" v="1711" actId="47"/>
        <pc:sldMkLst>
          <pc:docMk/>
          <pc:sldMk cId="0" sldId="656"/>
        </pc:sldMkLst>
      </pc:sldChg>
      <pc:sldChg chg="del">
        <pc:chgData name="Marcello Mariani" userId="1e342699-93ad-4e2e-93b0-0f6a2c00c4b8" providerId="ADAL" clId="{B103A7D4-4015-4F2F-9707-C9F08D49F12F}" dt="2026-05-20T17:01:02.712" v="1711" actId="47"/>
        <pc:sldMkLst>
          <pc:docMk/>
          <pc:sldMk cId="0" sldId="657"/>
        </pc:sldMkLst>
      </pc:sldChg>
      <pc:sldChg chg="del">
        <pc:chgData name="Marcello Mariani" userId="1e342699-93ad-4e2e-93b0-0f6a2c00c4b8" providerId="ADAL" clId="{B103A7D4-4015-4F2F-9707-C9F08D49F12F}" dt="2026-05-20T17:01:02.712" v="1711" actId="47"/>
        <pc:sldMkLst>
          <pc:docMk/>
          <pc:sldMk cId="0" sldId="658"/>
        </pc:sldMkLst>
      </pc:sldChg>
      <pc:sldChg chg="del">
        <pc:chgData name="Marcello Mariani" userId="1e342699-93ad-4e2e-93b0-0f6a2c00c4b8" providerId="ADAL" clId="{B103A7D4-4015-4F2F-9707-C9F08D49F12F}" dt="2026-05-20T17:01:02.712" v="1711" actId="47"/>
        <pc:sldMkLst>
          <pc:docMk/>
          <pc:sldMk cId="0" sldId="659"/>
        </pc:sldMkLst>
      </pc:sldChg>
      <pc:sldChg chg="del">
        <pc:chgData name="Marcello Mariani" userId="1e342699-93ad-4e2e-93b0-0f6a2c00c4b8" providerId="ADAL" clId="{B103A7D4-4015-4F2F-9707-C9F08D49F12F}" dt="2026-05-20T17:01:02.712" v="1711" actId="47"/>
        <pc:sldMkLst>
          <pc:docMk/>
          <pc:sldMk cId="0" sldId="660"/>
        </pc:sldMkLst>
      </pc:sldChg>
      <pc:sldChg chg="del">
        <pc:chgData name="Marcello Mariani" userId="1e342699-93ad-4e2e-93b0-0f6a2c00c4b8" providerId="ADAL" clId="{B103A7D4-4015-4F2F-9707-C9F08D49F12F}" dt="2026-05-20T17:01:02.712" v="1711" actId="47"/>
        <pc:sldMkLst>
          <pc:docMk/>
          <pc:sldMk cId="0" sldId="661"/>
        </pc:sldMkLst>
      </pc:sldChg>
      <pc:sldChg chg="del">
        <pc:chgData name="Marcello Mariani" userId="1e342699-93ad-4e2e-93b0-0f6a2c00c4b8" providerId="ADAL" clId="{B103A7D4-4015-4F2F-9707-C9F08D49F12F}" dt="2026-05-20T17:01:02.712" v="1711" actId="47"/>
        <pc:sldMkLst>
          <pc:docMk/>
          <pc:sldMk cId="0" sldId="662"/>
        </pc:sldMkLst>
      </pc:sldChg>
      <pc:sldChg chg="del">
        <pc:chgData name="Marcello Mariani" userId="1e342699-93ad-4e2e-93b0-0f6a2c00c4b8" providerId="ADAL" clId="{B103A7D4-4015-4F2F-9707-C9F08D49F12F}" dt="2026-05-20T17:01:02.712" v="1711" actId="47"/>
        <pc:sldMkLst>
          <pc:docMk/>
          <pc:sldMk cId="0" sldId="663"/>
        </pc:sldMkLst>
      </pc:sldChg>
      <pc:sldChg chg="del">
        <pc:chgData name="Marcello Mariani" userId="1e342699-93ad-4e2e-93b0-0f6a2c00c4b8" providerId="ADAL" clId="{B103A7D4-4015-4F2F-9707-C9F08D49F12F}" dt="2026-05-20T17:01:02.712" v="1711" actId="47"/>
        <pc:sldMkLst>
          <pc:docMk/>
          <pc:sldMk cId="0" sldId="664"/>
        </pc:sldMkLst>
      </pc:sldChg>
      <pc:sldChg chg="del">
        <pc:chgData name="Marcello Mariani" userId="1e342699-93ad-4e2e-93b0-0f6a2c00c4b8" providerId="ADAL" clId="{B103A7D4-4015-4F2F-9707-C9F08D49F12F}" dt="2026-05-20T17:01:02.712" v="1711" actId="47"/>
        <pc:sldMkLst>
          <pc:docMk/>
          <pc:sldMk cId="0" sldId="665"/>
        </pc:sldMkLst>
      </pc:sldChg>
      <pc:sldChg chg="del">
        <pc:chgData name="Marcello Mariani" userId="1e342699-93ad-4e2e-93b0-0f6a2c00c4b8" providerId="ADAL" clId="{B103A7D4-4015-4F2F-9707-C9F08D49F12F}" dt="2026-05-20T17:01:02.712" v="1711" actId="47"/>
        <pc:sldMkLst>
          <pc:docMk/>
          <pc:sldMk cId="0" sldId="666"/>
        </pc:sldMkLst>
      </pc:sldChg>
      <pc:sldChg chg="del">
        <pc:chgData name="Marcello Mariani" userId="1e342699-93ad-4e2e-93b0-0f6a2c00c4b8" providerId="ADAL" clId="{B103A7D4-4015-4F2F-9707-C9F08D49F12F}" dt="2026-05-20T17:01:02.712" v="1711" actId="47"/>
        <pc:sldMkLst>
          <pc:docMk/>
          <pc:sldMk cId="0" sldId="667"/>
        </pc:sldMkLst>
      </pc:sldChg>
      <pc:sldChg chg="del">
        <pc:chgData name="Marcello Mariani" userId="1e342699-93ad-4e2e-93b0-0f6a2c00c4b8" providerId="ADAL" clId="{B103A7D4-4015-4F2F-9707-C9F08D49F12F}" dt="2026-05-20T17:01:02.712" v="1711" actId="47"/>
        <pc:sldMkLst>
          <pc:docMk/>
          <pc:sldMk cId="0" sldId="668"/>
        </pc:sldMkLst>
      </pc:sldChg>
      <pc:sldChg chg="del">
        <pc:chgData name="Marcello Mariani" userId="1e342699-93ad-4e2e-93b0-0f6a2c00c4b8" providerId="ADAL" clId="{B103A7D4-4015-4F2F-9707-C9F08D49F12F}" dt="2026-05-20T17:01:02.712" v="1711" actId="47"/>
        <pc:sldMkLst>
          <pc:docMk/>
          <pc:sldMk cId="0" sldId="669"/>
        </pc:sldMkLst>
      </pc:sldChg>
      <pc:sldChg chg="del">
        <pc:chgData name="Marcello Mariani" userId="1e342699-93ad-4e2e-93b0-0f6a2c00c4b8" providerId="ADAL" clId="{B103A7D4-4015-4F2F-9707-C9F08D49F12F}" dt="2026-05-20T17:01:02.712" v="1711" actId="47"/>
        <pc:sldMkLst>
          <pc:docMk/>
          <pc:sldMk cId="0" sldId="670"/>
        </pc:sldMkLst>
      </pc:sldChg>
      <pc:sldChg chg="del">
        <pc:chgData name="Marcello Mariani" userId="1e342699-93ad-4e2e-93b0-0f6a2c00c4b8" providerId="ADAL" clId="{B103A7D4-4015-4F2F-9707-C9F08D49F12F}" dt="2026-05-20T17:01:02.712" v="1711" actId="47"/>
        <pc:sldMkLst>
          <pc:docMk/>
          <pc:sldMk cId="0" sldId="671"/>
        </pc:sldMkLst>
      </pc:sldChg>
      <pc:sldChg chg="del">
        <pc:chgData name="Marcello Mariani" userId="1e342699-93ad-4e2e-93b0-0f6a2c00c4b8" providerId="ADAL" clId="{B103A7D4-4015-4F2F-9707-C9F08D49F12F}" dt="2026-05-20T17:01:02.712" v="1711" actId="47"/>
        <pc:sldMkLst>
          <pc:docMk/>
          <pc:sldMk cId="0" sldId="672"/>
        </pc:sldMkLst>
      </pc:sldChg>
      <pc:sldChg chg="del">
        <pc:chgData name="Marcello Mariani" userId="1e342699-93ad-4e2e-93b0-0f6a2c00c4b8" providerId="ADAL" clId="{B103A7D4-4015-4F2F-9707-C9F08D49F12F}" dt="2026-05-20T17:01:02.712" v="1711" actId="47"/>
        <pc:sldMkLst>
          <pc:docMk/>
          <pc:sldMk cId="0" sldId="673"/>
        </pc:sldMkLst>
      </pc:sldChg>
      <pc:sldChg chg="del">
        <pc:chgData name="Marcello Mariani" userId="1e342699-93ad-4e2e-93b0-0f6a2c00c4b8" providerId="ADAL" clId="{B103A7D4-4015-4F2F-9707-C9F08D49F12F}" dt="2026-05-20T17:01:02.712" v="1711" actId="47"/>
        <pc:sldMkLst>
          <pc:docMk/>
          <pc:sldMk cId="0" sldId="674"/>
        </pc:sldMkLst>
      </pc:sldChg>
      <pc:sldChg chg="del">
        <pc:chgData name="Marcello Mariani" userId="1e342699-93ad-4e2e-93b0-0f6a2c00c4b8" providerId="ADAL" clId="{B103A7D4-4015-4F2F-9707-C9F08D49F12F}" dt="2026-05-20T17:01:02.712" v="1711" actId="47"/>
        <pc:sldMkLst>
          <pc:docMk/>
          <pc:sldMk cId="0" sldId="675"/>
        </pc:sldMkLst>
      </pc:sldChg>
      <pc:sldChg chg="del">
        <pc:chgData name="Marcello Mariani" userId="1e342699-93ad-4e2e-93b0-0f6a2c00c4b8" providerId="ADAL" clId="{B103A7D4-4015-4F2F-9707-C9F08D49F12F}" dt="2026-05-20T17:01:02.712" v="1711" actId="47"/>
        <pc:sldMkLst>
          <pc:docMk/>
          <pc:sldMk cId="0" sldId="676"/>
        </pc:sldMkLst>
      </pc:sldChg>
      <pc:sldChg chg="del">
        <pc:chgData name="Marcello Mariani" userId="1e342699-93ad-4e2e-93b0-0f6a2c00c4b8" providerId="ADAL" clId="{B103A7D4-4015-4F2F-9707-C9F08D49F12F}" dt="2026-05-20T17:01:02.712" v="1711" actId="47"/>
        <pc:sldMkLst>
          <pc:docMk/>
          <pc:sldMk cId="0" sldId="677"/>
        </pc:sldMkLst>
      </pc:sldChg>
      <pc:sldChg chg="del">
        <pc:chgData name="Marcello Mariani" userId="1e342699-93ad-4e2e-93b0-0f6a2c00c4b8" providerId="ADAL" clId="{B103A7D4-4015-4F2F-9707-C9F08D49F12F}" dt="2026-05-20T17:01:02.712" v="1711" actId="47"/>
        <pc:sldMkLst>
          <pc:docMk/>
          <pc:sldMk cId="0" sldId="678"/>
        </pc:sldMkLst>
      </pc:sldChg>
      <pc:sldChg chg="del">
        <pc:chgData name="Marcello Mariani" userId="1e342699-93ad-4e2e-93b0-0f6a2c00c4b8" providerId="ADAL" clId="{B103A7D4-4015-4F2F-9707-C9F08D49F12F}" dt="2026-05-20T17:01:02.712" v="1711" actId="47"/>
        <pc:sldMkLst>
          <pc:docMk/>
          <pc:sldMk cId="0" sldId="679"/>
        </pc:sldMkLst>
      </pc:sldChg>
      <pc:sldChg chg="del">
        <pc:chgData name="Marcello Mariani" userId="1e342699-93ad-4e2e-93b0-0f6a2c00c4b8" providerId="ADAL" clId="{B103A7D4-4015-4F2F-9707-C9F08D49F12F}" dt="2026-05-20T17:01:02.712" v="1711" actId="47"/>
        <pc:sldMkLst>
          <pc:docMk/>
          <pc:sldMk cId="0" sldId="680"/>
        </pc:sldMkLst>
      </pc:sldChg>
      <pc:sldChg chg="del">
        <pc:chgData name="Marcello Mariani" userId="1e342699-93ad-4e2e-93b0-0f6a2c00c4b8" providerId="ADAL" clId="{B103A7D4-4015-4F2F-9707-C9F08D49F12F}" dt="2026-05-20T17:01:02.712" v="1711" actId="47"/>
        <pc:sldMkLst>
          <pc:docMk/>
          <pc:sldMk cId="0" sldId="681"/>
        </pc:sldMkLst>
      </pc:sldChg>
      <pc:sldChg chg="del">
        <pc:chgData name="Marcello Mariani" userId="1e342699-93ad-4e2e-93b0-0f6a2c00c4b8" providerId="ADAL" clId="{B103A7D4-4015-4F2F-9707-C9F08D49F12F}" dt="2026-05-20T17:01:02.712" v="1711" actId="47"/>
        <pc:sldMkLst>
          <pc:docMk/>
          <pc:sldMk cId="0" sldId="682"/>
        </pc:sldMkLst>
      </pc:sldChg>
      <pc:sldChg chg="del">
        <pc:chgData name="Marcello Mariani" userId="1e342699-93ad-4e2e-93b0-0f6a2c00c4b8" providerId="ADAL" clId="{B103A7D4-4015-4F2F-9707-C9F08D49F12F}" dt="2026-05-20T17:01:02.712" v="1711" actId="47"/>
        <pc:sldMkLst>
          <pc:docMk/>
          <pc:sldMk cId="0" sldId="683"/>
        </pc:sldMkLst>
      </pc:sldChg>
      <pc:sldChg chg="del">
        <pc:chgData name="Marcello Mariani" userId="1e342699-93ad-4e2e-93b0-0f6a2c00c4b8" providerId="ADAL" clId="{B103A7D4-4015-4F2F-9707-C9F08D49F12F}" dt="2026-05-20T17:01:02.712" v="1711" actId="47"/>
        <pc:sldMkLst>
          <pc:docMk/>
          <pc:sldMk cId="0" sldId="684"/>
        </pc:sldMkLst>
      </pc:sldChg>
      <pc:sldChg chg="del">
        <pc:chgData name="Marcello Mariani" userId="1e342699-93ad-4e2e-93b0-0f6a2c00c4b8" providerId="ADAL" clId="{B103A7D4-4015-4F2F-9707-C9F08D49F12F}" dt="2026-05-20T17:01:02.712" v="1711" actId="47"/>
        <pc:sldMkLst>
          <pc:docMk/>
          <pc:sldMk cId="0" sldId="685"/>
        </pc:sldMkLst>
      </pc:sldChg>
      <pc:sldChg chg="del">
        <pc:chgData name="Marcello Mariani" userId="1e342699-93ad-4e2e-93b0-0f6a2c00c4b8" providerId="ADAL" clId="{B103A7D4-4015-4F2F-9707-C9F08D49F12F}" dt="2026-05-20T17:01:02.712" v="1711" actId="47"/>
        <pc:sldMkLst>
          <pc:docMk/>
          <pc:sldMk cId="0" sldId="686"/>
        </pc:sldMkLst>
      </pc:sldChg>
      <pc:sldChg chg="del">
        <pc:chgData name="Marcello Mariani" userId="1e342699-93ad-4e2e-93b0-0f6a2c00c4b8" providerId="ADAL" clId="{B103A7D4-4015-4F2F-9707-C9F08D49F12F}" dt="2026-05-20T17:01:02.712" v="1711" actId="47"/>
        <pc:sldMkLst>
          <pc:docMk/>
          <pc:sldMk cId="0" sldId="687"/>
        </pc:sldMkLst>
      </pc:sldChg>
      <pc:sldChg chg="del">
        <pc:chgData name="Marcello Mariani" userId="1e342699-93ad-4e2e-93b0-0f6a2c00c4b8" providerId="ADAL" clId="{B103A7D4-4015-4F2F-9707-C9F08D49F12F}" dt="2026-05-20T17:01:02.712" v="1711" actId="47"/>
        <pc:sldMkLst>
          <pc:docMk/>
          <pc:sldMk cId="0" sldId="688"/>
        </pc:sldMkLst>
      </pc:sldChg>
      <pc:sldChg chg="del">
        <pc:chgData name="Marcello Mariani" userId="1e342699-93ad-4e2e-93b0-0f6a2c00c4b8" providerId="ADAL" clId="{B103A7D4-4015-4F2F-9707-C9F08D49F12F}" dt="2026-05-20T17:01:02.712" v="1711" actId="47"/>
        <pc:sldMkLst>
          <pc:docMk/>
          <pc:sldMk cId="0" sldId="689"/>
        </pc:sldMkLst>
      </pc:sldChg>
      <pc:sldChg chg="del">
        <pc:chgData name="Marcello Mariani" userId="1e342699-93ad-4e2e-93b0-0f6a2c00c4b8" providerId="ADAL" clId="{B103A7D4-4015-4F2F-9707-C9F08D49F12F}" dt="2026-05-20T17:01:02.712" v="1711" actId="47"/>
        <pc:sldMkLst>
          <pc:docMk/>
          <pc:sldMk cId="0" sldId="690"/>
        </pc:sldMkLst>
      </pc:sldChg>
      <pc:sldChg chg="del">
        <pc:chgData name="Marcello Mariani" userId="1e342699-93ad-4e2e-93b0-0f6a2c00c4b8" providerId="ADAL" clId="{B103A7D4-4015-4F2F-9707-C9F08D49F12F}" dt="2026-05-20T17:01:02.712" v="1711" actId="47"/>
        <pc:sldMkLst>
          <pc:docMk/>
          <pc:sldMk cId="0" sldId="691"/>
        </pc:sldMkLst>
      </pc:sldChg>
      <pc:sldChg chg="del">
        <pc:chgData name="Marcello Mariani" userId="1e342699-93ad-4e2e-93b0-0f6a2c00c4b8" providerId="ADAL" clId="{B103A7D4-4015-4F2F-9707-C9F08D49F12F}" dt="2026-05-20T17:01:02.712" v="1711" actId="47"/>
        <pc:sldMkLst>
          <pc:docMk/>
          <pc:sldMk cId="0" sldId="692"/>
        </pc:sldMkLst>
      </pc:sldChg>
      <pc:sldChg chg="del">
        <pc:chgData name="Marcello Mariani" userId="1e342699-93ad-4e2e-93b0-0f6a2c00c4b8" providerId="ADAL" clId="{B103A7D4-4015-4F2F-9707-C9F08D49F12F}" dt="2026-05-20T17:01:02.712" v="1711" actId="47"/>
        <pc:sldMkLst>
          <pc:docMk/>
          <pc:sldMk cId="0" sldId="693"/>
        </pc:sldMkLst>
      </pc:sldChg>
      <pc:sldChg chg="del">
        <pc:chgData name="Marcello Mariani" userId="1e342699-93ad-4e2e-93b0-0f6a2c00c4b8" providerId="ADAL" clId="{B103A7D4-4015-4F2F-9707-C9F08D49F12F}" dt="2026-05-20T17:01:02.712" v="1711" actId="47"/>
        <pc:sldMkLst>
          <pc:docMk/>
          <pc:sldMk cId="0" sldId="694"/>
        </pc:sldMkLst>
      </pc:sldChg>
      <pc:sldChg chg="del">
        <pc:chgData name="Marcello Mariani" userId="1e342699-93ad-4e2e-93b0-0f6a2c00c4b8" providerId="ADAL" clId="{B103A7D4-4015-4F2F-9707-C9F08D49F12F}" dt="2026-05-20T17:01:02.712" v="1711" actId="47"/>
        <pc:sldMkLst>
          <pc:docMk/>
          <pc:sldMk cId="0" sldId="695"/>
        </pc:sldMkLst>
      </pc:sldChg>
      <pc:sldChg chg="del">
        <pc:chgData name="Marcello Mariani" userId="1e342699-93ad-4e2e-93b0-0f6a2c00c4b8" providerId="ADAL" clId="{B103A7D4-4015-4F2F-9707-C9F08D49F12F}" dt="2026-05-20T17:01:02.712" v="1711" actId="47"/>
        <pc:sldMkLst>
          <pc:docMk/>
          <pc:sldMk cId="0" sldId="696"/>
        </pc:sldMkLst>
      </pc:sldChg>
      <pc:sldChg chg="del">
        <pc:chgData name="Marcello Mariani" userId="1e342699-93ad-4e2e-93b0-0f6a2c00c4b8" providerId="ADAL" clId="{B103A7D4-4015-4F2F-9707-C9F08D49F12F}" dt="2026-05-20T17:01:02.712" v="1711" actId="47"/>
        <pc:sldMkLst>
          <pc:docMk/>
          <pc:sldMk cId="0" sldId="697"/>
        </pc:sldMkLst>
      </pc:sldChg>
      <pc:sldChg chg="del">
        <pc:chgData name="Marcello Mariani" userId="1e342699-93ad-4e2e-93b0-0f6a2c00c4b8" providerId="ADAL" clId="{B103A7D4-4015-4F2F-9707-C9F08D49F12F}" dt="2026-05-20T17:01:02.712" v="1711" actId="47"/>
        <pc:sldMkLst>
          <pc:docMk/>
          <pc:sldMk cId="0" sldId="698"/>
        </pc:sldMkLst>
      </pc:sldChg>
      <pc:sldChg chg="del">
        <pc:chgData name="Marcello Mariani" userId="1e342699-93ad-4e2e-93b0-0f6a2c00c4b8" providerId="ADAL" clId="{B103A7D4-4015-4F2F-9707-C9F08D49F12F}" dt="2026-05-20T17:01:02.712" v="1711" actId="47"/>
        <pc:sldMkLst>
          <pc:docMk/>
          <pc:sldMk cId="0" sldId="699"/>
        </pc:sldMkLst>
      </pc:sldChg>
      <pc:sldChg chg="del">
        <pc:chgData name="Marcello Mariani" userId="1e342699-93ad-4e2e-93b0-0f6a2c00c4b8" providerId="ADAL" clId="{B103A7D4-4015-4F2F-9707-C9F08D49F12F}" dt="2026-05-20T17:01:02.712" v="1711" actId="47"/>
        <pc:sldMkLst>
          <pc:docMk/>
          <pc:sldMk cId="0" sldId="700"/>
        </pc:sldMkLst>
      </pc:sldChg>
      <pc:sldChg chg="del">
        <pc:chgData name="Marcello Mariani" userId="1e342699-93ad-4e2e-93b0-0f6a2c00c4b8" providerId="ADAL" clId="{B103A7D4-4015-4F2F-9707-C9F08D49F12F}" dt="2026-05-20T17:01:02.712" v="1711" actId="47"/>
        <pc:sldMkLst>
          <pc:docMk/>
          <pc:sldMk cId="0" sldId="701"/>
        </pc:sldMkLst>
      </pc:sldChg>
      <pc:sldChg chg="del">
        <pc:chgData name="Marcello Mariani" userId="1e342699-93ad-4e2e-93b0-0f6a2c00c4b8" providerId="ADAL" clId="{B103A7D4-4015-4F2F-9707-C9F08D49F12F}" dt="2026-05-20T17:01:02.712" v="1711" actId="47"/>
        <pc:sldMkLst>
          <pc:docMk/>
          <pc:sldMk cId="0" sldId="702"/>
        </pc:sldMkLst>
      </pc:sldChg>
      <pc:sldChg chg="del">
        <pc:chgData name="Marcello Mariani" userId="1e342699-93ad-4e2e-93b0-0f6a2c00c4b8" providerId="ADAL" clId="{B103A7D4-4015-4F2F-9707-C9F08D49F12F}" dt="2026-05-20T17:01:02.712" v="1711" actId="47"/>
        <pc:sldMkLst>
          <pc:docMk/>
          <pc:sldMk cId="0" sldId="703"/>
        </pc:sldMkLst>
      </pc:sldChg>
      <pc:sldChg chg="del">
        <pc:chgData name="Marcello Mariani" userId="1e342699-93ad-4e2e-93b0-0f6a2c00c4b8" providerId="ADAL" clId="{B103A7D4-4015-4F2F-9707-C9F08D49F12F}" dt="2026-05-20T17:01:02.712" v="1711" actId="47"/>
        <pc:sldMkLst>
          <pc:docMk/>
          <pc:sldMk cId="0" sldId="704"/>
        </pc:sldMkLst>
      </pc:sldChg>
      <pc:sldChg chg="del">
        <pc:chgData name="Marcello Mariani" userId="1e342699-93ad-4e2e-93b0-0f6a2c00c4b8" providerId="ADAL" clId="{B103A7D4-4015-4F2F-9707-C9F08D49F12F}" dt="2026-05-20T17:01:02.712" v="1711" actId="47"/>
        <pc:sldMkLst>
          <pc:docMk/>
          <pc:sldMk cId="0" sldId="705"/>
        </pc:sldMkLst>
      </pc:sldChg>
      <pc:sldChg chg="del">
        <pc:chgData name="Marcello Mariani" userId="1e342699-93ad-4e2e-93b0-0f6a2c00c4b8" providerId="ADAL" clId="{B103A7D4-4015-4F2F-9707-C9F08D49F12F}" dt="2026-05-20T17:01:02.712" v="1711" actId="47"/>
        <pc:sldMkLst>
          <pc:docMk/>
          <pc:sldMk cId="0" sldId="706"/>
        </pc:sldMkLst>
      </pc:sldChg>
      <pc:sldChg chg="del">
        <pc:chgData name="Marcello Mariani" userId="1e342699-93ad-4e2e-93b0-0f6a2c00c4b8" providerId="ADAL" clId="{B103A7D4-4015-4F2F-9707-C9F08D49F12F}" dt="2026-05-20T17:01:02.712" v="1711" actId="47"/>
        <pc:sldMkLst>
          <pc:docMk/>
          <pc:sldMk cId="0" sldId="707"/>
        </pc:sldMkLst>
      </pc:sldChg>
      <pc:sldChg chg="del">
        <pc:chgData name="Marcello Mariani" userId="1e342699-93ad-4e2e-93b0-0f6a2c00c4b8" providerId="ADAL" clId="{B103A7D4-4015-4F2F-9707-C9F08D49F12F}" dt="2026-05-20T17:01:02.712" v="1711" actId="47"/>
        <pc:sldMkLst>
          <pc:docMk/>
          <pc:sldMk cId="0" sldId="708"/>
        </pc:sldMkLst>
      </pc:sldChg>
      <pc:sldChg chg="del">
        <pc:chgData name="Marcello Mariani" userId="1e342699-93ad-4e2e-93b0-0f6a2c00c4b8" providerId="ADAL" clId="{B103A7D4-4015-4F2F-9707-C9F08D49F12F}" dt="2026-05-20T17:01:02.712" v="1711" actId="47"/>
        <pc:sldMkLst>
          <pc:docMk/>
          <pc:sldMk cId="0" sldId="709"/>
        </pc:sldMkLst>
      </pc:sldChg>
      <pc:sldChg chg="del">
        <pc:chgData name="Marcello Mariani" userId="1e342699-93ad-4e2e-93b0-0f6a2c00c4b8" providerId="ADAL" clId="{B103A7D4-4015-4F2F-9707-C9F08D49F12F}" dt="2026-05-20T17:01:02.712" v="1711" actId="47"/>
        <pc:sldMkLst>
          <pc:docMk/>
          <pc:sldMk cId="0" sldId="710"/>
        </pc:sldMkLst>
      </pc:sldChg>
      <pc:sldChg chg="del">
        <pc:chgData name="Marcello Mariani" userId="1e342699-93ad-4e2e-93b0-0f6a2c00c4b8" providerId="ADAL" clId="{B103A7D4-4015-4F2F-9707-C9F08D49F12F}" dt="2026-05-20T17:01:02.712" v="1711" actId="47"/>
        <pc:sldMkLst>
          <pc:docMk/>
          <pc:sldMk cId="0" sldId="711"/>
        </pc:sldMkLst>
      </pc:sldChg>
      <pc:sldChg chg="del">
        <pc:chgData name="Marcello Mariani" userId="1e342699-93ad-4e2e-93b0-0f6a2c00c4b8" providerId="ADAL" clId="{B103A7D4-4015-4F2F-9707-C9F08D49F12F}" dt="2026-05-20T17:01:02.712" v="1711" actId="47"/>
        <pc:sldMkLst>
          <pc:docMk/>
          <pc:sldMk cId="0" sldId="712"/>
        </pc:sldMkLst>
      </pc:sldChg>
      <pc:sldChg chg="del">
        <pc:chgData name="Marcello Mariani" userId="1e342699-93ad-4e2e-93b0-0f6a2c00c4b8" providerId="ADAL" clId="{B103A7D4-4015-4F2F-9707-C9F08D49F12F}" dt="2026-05-20T17:01:02.712" v="1711" actId="47"/>
        <pc:sldMkLst>
          <pc:docMk/>
          <pc:sldMk cId="0" sldId="713"/>
        </pc:sldMkLst>
      </pc:sldChg>
      <pc:sldChg chg="del">
        <pc:chgData name="Marcello Mariani" userId="1e342699-93ad-4e2e-93b0-0f6a2c00c4b8" providerId="ADAL" clId="{B103A7D4-4015-4F2F-9707-C9F08D49F12F}" dt="2026-05-20T17:01:02.712" v="1711" actId="47"/>
        <pc:sldMkLst>
          <pc:docMk/>
          <pc:sldMk cId="0" sldId="714"/>
        </pc:sldMkLst>
      </pc:sldChg>
      <pc:sldChg chg="del">
        <pc:chgData name="Marcello Mariani" userId="1e342699-93ad-4e2e-93b0-0f6a2c00c4b8" providerId="ADAL" clId="{B103A7D4-4015-4F2F-9707-C9F08D49F12F}" dt="2026-05-20T17:01:02.712" v="1711" actId="47"/>
        <pc:sldMkLst>
          <pc:docMk/>
          <pc:sldMk cId="0" sldId="715"/>
        </pc:sldMkLst>
      </pc:sldChg>
      <pc:sldChg chg="del">
        <pc:chgData name="Marcello Mariani" userId="1e342699-93ad-4e2e-93b0-0f6a2c00c4b8" providerId="ADAL" clId="{B103A7D4-4015-4F2F-9707-C9F08D49F12F}" dt="2026-05-20T17:01:02.712" v="1711" actId="47"/>
        <pc:sldMkLst>
          <pc:docMk/>
          <pc:sldMk cId="0" sldId="716"/>
        </pc:sldMkLst>
      </pc:sldChg>
      <pc:sldChg chg="del">
        <pc:chgData name="Marcello Mariani" userId="1e342699-93ad-4e2e-93b0-0f6a2c00c4b8" providerId="ADAL" clId="{B103A7D4-4015-4F2F-9707-C9F08D49F12F}" dt="2026-05-20T17:01:02.712" v="1711" actId="47"/>
        <pc:sldMkLst>
          <pc:docMk/>
          <pc:sldMk cId="0" sldId="717"/>
        </pc:sldMkLst>
      </pc:sldChg>
      <pc:sldChg chg="del">
        <pc:chgData name="Marcello Mariani" userId="1e342699-93ad-4e2e-93b0-0f6a2c00c4b8" providerId="ADAL" clId="{B103A7D4-4015-4F2F-9707-C9F08D49F12F}" dt="2026-05-20T17:01:02.712" v="1711" actId="47"/>
        <pc:sldMkLst>
          <pc:docMk/>
          <pc:sldMk cId="0" sldId="718"/>
        </pc:sldMkLst>
      </pc:sldChg>
      <pc:sldChg chg="del">
        <pc:chgData name="Marcello Mariani" userId="1e342699-93ad-4e2e-93b0-0f6a2c00c4b8" providerId="ADAL" clId="{B103A7D4-4015-4F2F-9707-C9F08D49F12F}" dt="2026-05-20T17:01:02.712" v="1711" actId="47"/>
        <pc:sldMkLst>
          <pc:docMk/>
          <pc:sldMk cId="0" sldId="719"/>
        </pc:sldMkLst>
      </pc:sldChg>
      <pc:sldChg chg="del">
        <pc:chgData name="Marcello Mariani" userId="1e342699-93ad-4e2e-93b0-0f6a2c00c4b8" providerId="ADAL" clId="{B103A7D4-4015-4F2F-9707-C9F08D49F12F}" dt="2026-05-20T17:01:02.712" v="1711" actId="47"/>
        <pc:sldMkLst>
          <pc:docMk/>
          <pc:sldMk cId="0" sldId="720"/>
        </pc:sldMkLst>
      </pc:sldChg>
      <pc:sldChg chg="del">
        <pc:chgData name="Marcello Mariani" userId="1e342699-93ad-4e2e-93b0-0f6a2c00c4b8" providerId="ADAL" clId="{B103A7D4-4015-4F2F-9707-C9F08D49F12F}" dt="2026-05-20T17:01:02.712" v="1711" actId="47"/>
        <pc:sldMkLst>
          <pc:docMk/>
          <pc:sldMk cId="0" sldId="721"/>
        </pc:sldMkLst>
      </pc:sldChg>
      <pc:sldChg chg="del">
        <pc:chgData name="Marcello Mariani" userId="1e342699-93ad-4e2e-93b0-0f6a2c00c4b8" providerId="ADAL" clId="{B103A7D4-4015-4F2F-9707-C9F08D49F12F}" dt="2026-05-20T17:01:02.712" v="1711" actId="47"/>
        <pc:sldMkLst>
          <pc:docMk/>
          <pc:sldMk cId="0" sldId="722"/>
        </pc:sldMkLst>
      </pc:sldChg>
      <pc:sldChg chg="del">
        <pc:chgData name="Marcello Mariani" userId="1e342699-93ad-4e2e-93b0-0f6a2c00c4b8" providerId="ADAL" clId="{B103A7D4-4015-4F2F-9707-C9F08D49F12F}" dt="2026-05-20T17:01:02.712" v="1711" actId="47"/>
        <pc:sldMkLst>
          <pc:docMk/>
          <pc:sldMk cId="0" sldId="723"/>
        </pc:sldMkLst>
      </pc:sldChg>
      <pc:sldChg chg="del">
        <pc:chgData name="Marcello Mariani" userId="1e342699-93ad-4e2e-93b0-0f6a2c00c4b8" providerId="ADAL" clId="{B103A7D4-4015-4F2F-9707-C9F08D49F12F}" dt="2026-05-20T17:01:02.712" v="1711" actId="47"/>
        <pc:sldMkLst>
          <pc:docMk/>
          <pc:sldMk cId="0" sldId="724"/>
        </pc:sldMkLst>
      </pc:sldChg>
      <pc:sldChg chg="del">
        <pc:chgData name="Marcello Mariani" userId="1e342699-93ad-4e2e-93b0-0f6a2c00c4b8" providerId="ADAL" clId="{B103A7D4-4015-4F2F-9707-C9F08D49F12F}" dt="2026-05-20T17:01:02.712" v="1711" actId="47"/>
        <pc:sldMkLst>
          <pc:docMk/>
          <pc:sldMk cId="0" sldId="725"/>
        </pc:sldMkLst>
      </pc:sldChg>
      <pc:sldChg chg="del">
        <pc:chgData name="Marcello Mariani" userId="1e342699-93ad-4e2e-93b0-0f6a2c00c4b8" providerId="ADAL" clId="{B103A7D4-4015-4F2F-9707-C9F08D49F12F}" dt="2026-05-20T17:01:02.712" v="1711" actId="47"/>
        <pc:sldMkLst>
          <pc:docMk/>
          <pc:sldMk cId="0" sldId="726"/>
        </pc:sldMkLst>
      </pc:sldChg>
      <pc:sldChg chg="del">
        <pc:chgData name="Marcello Mariani" userId="1e342699-93ad-4e2e-93b0-0f6a2c00c4b8" providerId="ADAL" clId="{B103A7D4-4015-4F2F-9707-C9F08D49F12F}" dt="2026-05-20T17:01:02.712" v="1711" actId="47"/>
        <pc:sldMkLst>
          <pc:docMk/>
          <pc:sldMk cId="0" sldId="727"/>
        </pc:sldMkLst>
      </pc:sldChg>
      <pc:sldChg chg="del">
        <pc:chgData name="Marcello Mariani" userId="1e342699-93ad-4e2e-93b0-0f6a2c00c4b8" providerId="ADAL" clId="{B103A7D4-4015-4F2F-9707-C9F08D49F12F}" dt="2026-05-20T17:01:02.712" v="1711" actId="47"/>
        <pc:sldMkLst>
          <pc:docMk/>
          <pc:sldMk cId="0" sldId="728"/>
        </pc:sldMkLst>
      </pc:sldChg>
      <pc:sldChg chg="del">
        <pc:chgData name="Marcello Mariani" userId="1e342699-93ad-4e2e-93b0-0f6a2c00c4b8" providerId="ADAL" clId="{B103A7D4-4015-4F2F-9707-C9F08D49F12F}" dt="2026-05-20T17:01:02.712" v="1711" actId="47"/>
        <pc:sldMkLst>
          <pc:docMk/>
          <pc:sldMk cId="0" sldId="729"/>
        </pc:sldMkLst>
      </pc:sldChg>
      <pc:sldChg chg="del">
        <pc:chgData name="Marcello Mariani" userId="1e342699-93ad-4e2e-93b0-0f6a2c00c4b8" providerId="ADAL" clId="{B103A7D4-4015-4F2F-9707-C9F08D49F12F}" dt="2026-05-20T17:01:02.712" v="1711" actId="47"/>
        <pc:sldMkLst>
          <pc:docMk/>
          <pc:sldMk cId="0" sldId="730"/>
        </pc:sldMkLst>
      </pc:sldChg>
      <pc:sldChg chg="del">
        <pc:chgData name="Marcello Mariani" userId="1e342699-93ad-4e2e-93b0-0f6a2c00c4b8" providerId="ADAL" clId="{B103A7D4-4015-4F2F-9707-C9F08D49F12F}" dt="2026-05-20T17:01:02.712" v="1711" actId="47"/>
        <pc:sldMkLst>
          <pc:docMk/>
          <pc:sldMk cId="0" sldId="731"/>
        </pc:sldMkLst>
      </pc:sldChg>
      <pc:sldChg chg="del">
        <pc:chgData name="Marcello Mariani" userId="1e342699-93ad-4e2e-93b0-0f6a2c00c4b8" providerId="ADAL" clId="{B103A7D4-4015-4F2F-9707-C9F08D49F12F}" dt="2026-05-20T17:01:02.712" v="1711" actId="47"/>
        <pc:sldMkLst>
          <pc:docMk/>
          <pc:sldMk cId="0" sldId="732"/>
        </pc:sldMkLst>
      </pc:sldChg>
      <pc:sldChg chg="del">
        <pc:chgData name="Marcello Mariani" userId="1e342699-93ad-4e2e-93b0-0f6a2c00c4b8" providerId="ADAL" clId="{B103A7D4-4015-4F2F-9707-C9F08D49F12F}" dt="2026-05-20T17:01:02.712" v="1711" actId="47"/>
        <pc:sldMkLst>
          <pc:docMk/>
          <pc:sldMk cId="0" sldId="733"/>
        </pc:sldMkLst>
      </pc:sldChg>
      <pc:sldChg chg="del">
        <pc:chgData name="Marcello Mariani" userId="1e342699-93ad-4e2e-93b0-0f6a2c00c4b8" providerId="ADAL" clId="{B103A7D4-4015-4F2F-9707-C9F08D49F12F}" dt="2026-05-20T17:01:02.712" v="1711" actId="47"/>
        <pc:sldMkLst>
          <pc:docMk/>
          <pc:sldMk cId="0" sldId="734"/>
        </pc:sldMkLst>
      </pc:sldChg>
      <pc:sldChg chg="del">
        <pc:chgData name="Marcello Mariani" userId="1e342699-93ad-4e2e-93b0-0f6a2c00c4b8" providerId="ADAL" clId="{B103A7D4-4015-4F2F-9707-C9F08D49F12F}" dt="2026-05-20T17:01:02.712" v="1711" actId="47"/>
        <pc:sldMkLst>
          <pc:docMk/>
          <pc:sldMk cId="0" sldId="735"/>
        </pc:sldMkLst>
      </pc:sldChg>
      <pc:sldChg chg="del">
        <pc:chgData name="Marcello Mariani" userId="1e342699-93ad-4e2e-93b0-0f6a2c00c4b8" providerId="ADAL" clId="{B103A7D4-4015-4F2F-9707-C9F08D49F12F}" dt="2026-05-20T17:01:02.712" v="1711" actId="47"/>
        <pc:sldMkLst>
          <pc:docMk/>
          <pc:sldMk cId="0" sldId="736"/>
        </pc:sldMkLst>
      </pc:sldChg>
      <pc:sldChg chg="del">
        <pc:chgData name="Marcello Mariani" userId="1e342699-93ad-4e2e-93b0-0f6a2c00c4b8" providerId="ADAL" clId="{B103A7D4-4015-4F2F-9707-C9F08D49F12F}" dt="2026-05-20T17:01:02.712" v="1711" actId="47"/>
        <pc:sldMkLst>
          <pc:docMk/>
          <pc:sldMk cId="0" sldId="737"/>
        </pc:sldMkLst>
      </pc:sldChg>
      <pc:sldChg chg="del">
        <pc:chgData name="Marcello Mariani" userId="1e342699-93ad-4e2e-93b0-0f6a2c00c4b8" providerId="ADAL" clId="{B103A7D4-4015-4F2F-9707-C9F08D49F12F}" dt="2026-05-20T17:01:02.712" v="1711" actId="47"/>
        <pc:sldMkLst>
          <pc:docMk/>
          <pc:sldMk cId="0" sldId="738"/>
        </pc:sldMkLst>
      </pc:sldChg>
      <pc:sldChg chg="del">
        <pc:chgData name="Marcello Mariani" userId="1e342699-93ad-4e2e-93b0-0f6a2c00c4b8" providerId="ADAL" clId="{B103A7D4-4015-4F2F-9707-C9F08D49F12F}" dt="2026-05-20T17:01:02.712" v="1711" actId="47"/>
        <pc:sldMkLst>
          <pc:docMk/>
          <pc:sldMk cId="0" sldId="739"/>
        </pc:sldMkLst>
      </pc:sldChg>
      <pc:sldChg chg="del">
        <pc:chgData name="Marcello Mariani" userId="1e342699-93ad-4e2e-93b0-0f6a2c00c4b8" providerId="ADAL" clId="{B103A7D4-4015-4F2F-9707-C9F08D49F12F}" dt="2026-05-20T17:01:02.712" v="1711" actId="47"/>
        <pc:sldMkLst>
          <pc:docMk/>
          <pc:sldMk cId="0" sldId="740"/>
        </pc:sldMkLst>
      </pc:sldChg>
      <pc:sldChg chg="del">
        <pc:chgData name="Marcello Mariani" userId="1e342699-93ad-4e2e-93b0-0f6a2c00c4b8" providerId="ADAL" clId="{B103A7D4-4015-4F2F-9707-C9F08D49F12F}" dt="2026-05-20T17:01:02.712" v="1711" actId="47"/>
        <pc:sldMkLst>
          <pc:docMk/>
          <pc:sldMk cId="0" sldId="741"/>
        </pc:sldMkLst>
      </pc:sldChg>
      <pc:sldChg chg="del">
        <pc:chgData name="Marcello Mariani" userId="1e342699-93ad-4e2e-93b0-0f6a2c00c4b8" providerId="ADAL" clId="{B103A7D4-4015-4F2F-9707-C9F08D49F12F}" dt="2026-05-20T17:01:02.712" v="1711" actId="47"/>
        <pc:sldMkLst>
          <pc:docMk/>
          <pc:sldMk cId="0" sldId="742"/>
        </pc:sldMkLst>
      </pc:sldChg>
      <pc:sldChg chg="del">
        <pc:chgData name="Marcello Mariani" userId="1e342699-93ad-4e2e-93b0-0f6a2c00c4b8" providerId="ADAL" clId="{B103A7D4-4015-4F2F-9707-C9F08D49F12F}" dt="2026-05-20T17:01:02.712" v="1711" actId="47"/>
        <pc:sldMkLst>
          <pc:docMk/>
          <pc:sldMk cId="0" sldId="743"/>
        </pc:sldMkLst>
      </pc:sldChg>
      <pc:sldChg chg="del">
        <pc:chgData name="Marcello Mariani" userId="1e342699-93ad-4e2e-93b0-0f6a2c00c4b8" providerId="ADAL" clId="{B103A7D4-4015-4F2F-9707-C9F08D49F12F}" dt="2026-05-20T17:01:02.712" v="1711" actId="47"/>
        <pc:sldMkLst>
          <pc:docMk/>
          <pc:sldMk cId="0" sldId="744"/>
        </pc:sldMkLst>
      </pc:sldChg>
      <pc:sldChg chg="del">
        <pc:chgData name="Marcello Mariani" userId="1e342699-93ad-4e2e-93b0-0f6a2c00c4b8" providerId="ADAL" clId="{B103A7D4-4015-4F2F-9707-C9F08D49F12F}" dt="2026-05-20T17:01:02.712" v="1711" actId="47"/>
        <pc:sldMkLst>
          <pc:docMk/>
          <pc:sldMk cId="0" sldId="745"/>
        </pc:sldMkLst>
      </pc:sldChg>
      <pc:sldChg chg="del">
        <pc:chgData name="Marcello Mariani" userId="1e342699-93ad-4e2e-93b0-0f6a2c00c4b8" providerId="ADAL" clId="{B103A7D4-4015-4F2F-9707-C9F08D49F12F}" dt="2026-05-20T17:01:02.712" v="1711" actId="47"/>
        <pc:sldMkLst>
          <pc:docMk/>
          <pc:sldMk cId="0" sldId="746"/>
        </pc:sldMkLst>
      </pc:sldChg>
      <pc:sldChg chg="del">
        <pc:chgData name="Marcello Mariani" userId="1e342699-93ad-4e2e-93b0-0f6a2c00c4b8" providerId="ADAL" clId="{B103A7D4-4015-4F2F-9707-C9F08D49F12F}" dt="2026-05-20T17:01:02.712" v="1711" actId="47"/>
        <pc:sldMkLst>
          <pc:docMk/>
          <pc:sldMk cId="0" sldId="747"/>
        </pc:sldMkLst>
      </pc:sldChg>
      <pc:sldChg chg="del">
        <pc:chgData name="Marcello Mariani" userId="1e342699-93ad-4e2e-93b0-0f6a2c00c4b8" providerId="ADAL" clId="{B103A7D4-4015-4F2F-9707-C9F08D49F12F}" dt="2026-05-20T17:01:02.712" v="1711" actId="47"/>
        <pc:sldMkLst>
          <pc:docMk/>
          <pc:sldMk cId="0" sldId="748"/>
        </pc:sldMkLst>
      </pc:sldChg>
      <pc:sldChg chg="del">
        <pc:chgData name="Marcello Mariani" userId="1e342699-93ad-4e2e-93b0-0f6a2c00c4b8" providerId="ADAL" clId="{B103A7D4-4015-4F2F-9707-C9F08D49F12F}" dt="2026-05-20T17:01:02.712" v="1711" actId="47"/>
        <pc:sldMkLst>
          <pc:docMk/>
          <pc:sldMk cId="0" sldId="749"/>
        </pc:sldMkLst>
      </pc:sldChg>
      <pc:sldChg chg="del">
        <pc:chgData name="Marcello Mariani" userId="1e342699-93ad-4e2e-93b0-0f6a2c00c4b8" providerId="ADAL" clId="{B103A7D4-4015-4F2F-9707-C9F08D49F12F}" dt="2026-05-20T17:01:02.712" v="1711" actId="47"/>
        <pc:sldMkLst>
          <pc:docMk/>
          <pc:sldMk cId="0" sldId="750"/>
        </pc:sldMkLst>
      </pc:sldChg>
      <pc:sldChg chg="del">
        <pc:chgData name="Marcello Mariani" userId="1e342699-93ad-4e2e-93b0-0f6a2c00c4b8" providerId="ADAL" clId="{B103A7D4-4015-4F2F-9707-C9F08D49F12F}" dt="2026-05-20T17:01:02.712" v="1711" actId="47"/>
        <pc:sldMkLst>
          <pc:docMk/>
          <pc:sldMk cId="0" sldId="751"/>
        </pc:sldMkLst>
      </pc:sldChg>
      <pc:sldChg chg="del">
        <pc:chgData name="Marcello Mariani" userId="1e342699-93ad-4e2e-93b0-0f6a2c00c4b8" providerId="ADAL" clId="{B103A7D4-4015-4F2F-9707-C9F08D49F12F}" dt="2026-05-20T17:01:02.712" v="1711" actId="47"/>
        <pc:sldMkLst>
          <pc:docMk/>
          <pc:sldMk cId="0" sldId="752"/>
        </pc:sldMkLst>
      </pc:sldChg>
      <pc:sldChg chg="del">
        <pc:chgData name="Marcello Mariani" userId="1e342699-93ad-4e2e-93b0-0f6a2c00c4b8" providerId="ADAL" clId="{B103A7D4-4015-4F2F-9707-C9F08D49F12F}" dt="2026-05-20T17:01:02.712" v="1711" actId="47"/>
        <pc:sldMkLst>
          <pc:docMk/>
          <pc:sldMk cId="0" sldId="753"/>
        </pc:sldMkLst>
      </pc:sldChg>
      <pc:sldChg chg="del">
        <pc:chgData name="Marcello Mariani" userId="1e342699-93ad-4e2e-93b0-0f6a2c00c4b8" providerId="ADAL" clId="{B103A7D4-4015-4F2F-9707-C9F08D49F12F}" dt="2026-05-20T17:01:02.712" v="1711" actId="47"/>
        <pc:sldMkLst>
          <pc:docMk/>
          <pc:sldMk cId="0" sldId="754"/>
        </pc:sldMkLst>
      </pc:sldChg>
      <pc:sldChg chg="del">
        <pc:chgData name="Marcello Mariani" userId="1e342699-93ad-4e2e-93b0-0f6a2c00c4b8" providerId="ADAL" clId="{B103A7D4-4015-4F2F-9707-C9F08D49F12F}" dt="2026-05-20T17:01:02.712" v="1711" actId="47"/>
        <pc:sldMkLst>
          <pc:docMk/>
          <pc:sldMk cId="0" sldId="755"/>
        </pc:sldMkLst>
      </pc:sldChg>
      <pc:sldChg chg="del">
        <pc:chgData name="Marcello Mariani" userId="1e342699-93ad-4e2e-93b0-0f6a2c00c4b8" providerId="ADAL" clId="{B103A7D4-4015-4F2F-9707-C9F08D49F12F}" dt="2026-05-20T17:01:02.712" v="1711" actId="47"/>
        <pc:sldMkLst>
          <pc:docMk/>
          <pc:sldMk cId="0" sldId="756"/>
        </pc:sldMkLst>
      </pc:sldChg>
      <pc:sldChg chg="del">
        <pc:chgData name="Marcello Mariani" userId="1e342699-93ad-4e2e-93b0-0f6a2c00c4b8" providerId="ADAL" clId="{B103A7D4-4015-4F2F-9707-C9F08D49F12F}" dt="2026-05-20T17:01:02.712" v="1711" actId="47"/>
        <pc:sldMkLst>
          <pc:docMk/>
          <pc:sldMk cId="0" sldId="757"/>
        </pc:sldMkLst>
      </pc:sldChg>
      <pc:sldChg chg="del">
        <pc:chgData name="Marcello Mariani" userId="1e342699-93ad-4e2e-93b0-0f6a2c00c4b8" providerId="ADAL" clId="{B103A7D4-4015-4F2F-9707-C9F08D49F12F}" dt="2026-05-20T17:01:02.712" v="1711" actId="47"/>
        <pc:sldMkLst>
          <pc:docMk/>
          <pc:sldMk cId="0" sldId="758"/>
        </pc:sldMkLst>
      </pc:sldChg>
      <pc:sldChg chg="del">
        <pc:chgData name="Marcello Mariani" userId="1e342699-93ad-4e2e-93b0-0f6a2c00c4b8" providerId="ADAL" clId="{B103A7D4-4015-4F2F-9707-C9F08D49F12F}" dt="2026-05-20T17:01:02.712" v="1711" actId="47"/>
        <pc:sldMkLst>
          <pc:docMk/>
          <pc:sldMk cId="0" sldId="759"/>
        </pc:sldMkLst>
      </pc:sldChg>
      <pc:sldChg chg="del">
        <pc:chgData name="Marcello Mariani" userId="1e342699-93ad-4e2e-93b0-0f6a2c00c4b8" providerId="ADAL" clId="{B103A7D4-4015-4F2F-9707-C9F08D49F12F}" dt="2026-05-20T17:01:02.712" v="1711" actId="47"/>
        <pc:sldMkLst>
          <pc:docMk/>
          <pc:sldMk cId="0" sldId="760"/>
        </pc:sldMkLst>
      </pc:sldChg>
      <pc:sldChg chg="addSp modSp add">
        <pc:chgData name="Marcello Mariani" userId="1e342699-93ad-4e2e-93b0-0f6a2c00c4b8" providerId="ADAL" clId="{B103A7D4-4015-4F2F-9707-C9F08D49F12F}" dt="2026-05-20T16:40:01.736" v="1482"/>
        <pc:sldMkLst>
          <pc:docMk/>
          <pc:sldMk cId="662450611" sldId="761"/>
        </pc:sldMkLst>
        <pc:spChg chg="add mod">
          <ac:chgData name="Marcello Mariani" userId="1e342699-93ad-4e2e-93b0-0f6a2c00c4b8" providerId="ADAL" clId="{B103A7D4-4015-4F2F-9707-C9F08D49F12F}" dt="2026-05-20T16:40:01.736" v="1482"/>
          <ac:spMkLst>
            <pc:docMk/>
            <pc:sldMk cId="662450611" sldId="761"/>
            <ac:spMk id="5" creationId="{B53D7EAA-8B5D-63B5-620C-E25A175B6BC7}"/>
          </ac:spMkLst>
        </pc:spChg>
      </pc:sldChg>
      <pc:sldChg chg="addSp modSp add">
        <pc:chgData name="Marcello Mariani" userId="1e342699-93ad-4e2e-93b0-0f6a2c00c4b8" providerId="ADAL" clId="{B103A7D4-4015-4F2F-9707-C9F08D49F12F}" dt="2026-05-20T16:40:03.194" v="1483"/>
        <pc:sldMkLst>
          <pc:docMk/>
          <pc:sldMk cId="3612162731" sldId="762"/>
        </pc:sldMkLst>
        <pc:spChg chg="add mod">
          <ac:chgData name="Marcello Mariani" userId="1e342699-93ad-4e2e-93b0-0f6a2c00c4b8" providerId="ADAL" clId="{B103A7D4-4015-4F2F-9707-C9F08D49F12F}" dt="2026-05-20T16:40:03.194" v="1483"/>
          <ac:spMkLst>
            <pc:docMk/>
            <pc:sldMk cId="3612162731" sldId="762"/>
            <ac:spMk id="5" creationId="{A0149DF3-ABD3-C138-D999-EB009A4007E4}"/>
          </ac:spMkLst>
        </pc:spChg>
      </pc:sldChg>
      <pc:sldChg chg="addSp modSp add">
        <pc:chgData name="Marcello Mariani" userId="1e342699-93ad-4e2e-93b0-0f6a2c00c4b8" providerId="ADAL" clId="{B103A7D4-4015-4F2F-9707-C9F08D49F12F}" dt="2026-05-20T16:40:04.587" v="1484"/>
        <pc:sldMkLst>
          <pc:docMk/>
          <pc:sldMk cId="2369940293" sldId="763"/>
        </pc:sldMkLst>
        <pc:spChg chg="add mod">
          <ac:chgData name="Marcello Mariani" userId="1e342699-93ad-4e2e-93b0-0f6a2c00c4b8" providerId="ADAL" clId="{B103A7D4-4015-4F2F-9707-C9F08D49F12F}" dt="2026-05-20T16:40:04.587" v="1484"/>
          <ac:spMkLst>
            <pc:docMk/>
            <pc:sldMk cId="2369940293" sldId="763"/>
            <ac:spMk id="5" creationId="{1D0A8314-F094-20FF-54C3-712F7BA4546F}"/>
          </ac:spMkLst>
        </pc:spChg>
      </pc:sldChg>
      <pc:sldChg chg="addSp modSp add">
        <pc:chgData name="Marcello Mariani" userId="1e342699-93ad-4e2e-93b0-0f6a2c00c4b8" providerId="ADAL" clId="{B103A7D4-4015-4F2F-9707-C9F08D49F12F}" dt="2026-05-20T16:40:05.906" v="1485"/>
        <pc:sldMkLst>
          <pc:docMk/>
          <pc:sldMk cId="1348003524" sldId="764"/>
        </pc:sldMkLst>
        <pc:spChg chg="add mod">
          <ac:chgData name="Marcello Mariani" userId="1e342699-93ad-4e2e-93b0-0f6a2c00c4b8" providerId="ADAL" clId="{B103A7D4-4015-4F2F-9707-C9F08D49F12F}" dt="2026-05-20T16:40:05.906" v="1485"/>
          <ac:spMkLst>
            <pc:docMk/>
            <pc:sldMk cId="1348003524" sldId="764"/>
            <ac:spMk id="5" creationId="{A17D289B-E8CB-DB0B-0859-DFF07250C84C}"/>
          </ac:spMkLst>
        </pc:spChg>
      </pc:sldChg>
      <pc:sldChg chg="addSp modSp add mod">
        <pc:chgData name="Marcello Mariani" userId="1e342699-93ad-4e2e-93b0-0f6a2c00c4b8" providerId="ADAL" clId="{B103A7D4-4015-4F2F-9707-C9F08D49F12F}" dt="2026-05-20T16:40:09.935" v="1487" actId="1076"/>
        <pc:sldMkLst>
          <pc:docMk/>
          <pc:sldMk cId="1837503503" sldId="765"/>
        </pc:sldMkLst>
        <pc:spChg chg="add mod">
          <ac:chgData name="Marcello Mariani" userId="1e342699-93ad-4e2e-93b0-0f6a2c00c4b8" providerId="ADAL" clId="{B103A7D4-4015-4F2F-9707-C9F08D49F12F}" dt="2026-05-20T16:40:09.935" v="1487" actId="1076"/>
          <ac:spMkLst>
            <pc:docMk/>
            <pc:sldMk cId="1837503503" sldId="765"/>
            <ac:spMk id="5" creationId="{45FD0FFE-A426-72D7-43F0-B3BA1585C25E}"/>
          </ac:spMkLst>
        </pc:spChg>
      </pc:sldChg>
      <pc:sldChg chg="addSp modSp add mod">
        <pc:chgData name="Marcello Mariani" userId="1e342699-93ad-4e2e-93b0-0f6a2c00c4b8" providerId="ADAL" clId="{B103A7D4-4015-4F2F-9707-C9F08D49F12F}" dt="2026-05-20T16:40:14.505" v="1489" actId="1076"/>
        <pc:sldMkLst>
          <pc:docMk/>
          <pc:sldMk cId="527334698" sldId="766"/>
        </pc:sldMkLst>
        <pc:spChg chg="add mod">
          <ac:chgData name="Marcello Mariani" userId="1e342699-93ad-4e2e-93b0-0f6a2c00c4b8" providerId="ADAL" clId="{B103A7D4-4015-4F2F-9707-C9F08D49F12F}" dt="2026-05-20T16:40:14.505" v="1489" actId="1076"/>
          <ac:spMkLst>
            <pc:docMk/>
            <pc:sldMk cId="527334698" sldId="766"/>
            <ac:spMk id="5" creationId="{7B02DD11-E64A-E384-CF9F-91BDF7BD59ED}"/>
          </ac:spMkLst>
        </pc:spChg>
      </pc:sldChg>
      <pc:sldChg chg="addSp modSp add mod">
        <pc:chgData name="Marcello Mariani" userId="1e342699-93ad-4e2e-93b0-0f6a2c00c4b8" providerId="ADAL" clId="{B103A7D4-4015-4F2F-9707-C9F08D49F12F}" dt="2026-05-20T16:40:18.357" v="1491" actId="1076"/>
        <pc:sldMkLst>
          <pc:docMk/>
          <pc:sldMk cId="1516122166" sldId="767"/>
        </pc:sldMkLst>
        <pc:spChg chg="add mod">
          <ac:chgData name="Marcello Mariani" userId="1e342699-93ad-4e2e-93b0-0f6a2c00c4b8" providerId="ADAL" clId="{B103A7D4-4015-4F2F-9707-C9F08D49F12F}" dt="2026-05-20T16:40:18.357" v="1491" actId="1076"/>
          <ac:spMkLst>
            <pc:docMk/>
            <pc:sldMk cId="1516122166" sldId="767"/>
            <ac:spMk id="5" creationId="{64430EAA-6D83-C62C-8DDB-CC4F5479008E}"/>
          </ac:spMkLst>
        </pc:spChg>
      </pc:sldChg>
      <pc:sldChg chg="delSp modSp add mod modShow">
        <pc:chgData name="Marcello Mariani" userId="1e342699-93ad-4e2e-93b0-0f6a2c00c4b8" providerId="ADAL" clId="{B103A7D4-4015-4F2F-9707-C9F08D49F12F}" dt="2026-05-19T13:46:29.431" v="176" actId="478"/>
        <pc:sldMkLst>
          <pc:docMk/>
          <pc:sldMk cId="291750275" sldId="2146846792"/>
        </pc:sldMkLst>
        <pc:spChg chg="mod">
          <ac:chgData name="Marcello Mariani" userId="1e342699-93ad-4e2e-93b0-0f6a2c00c4b8" providerId="ADAL" clId="{B103A7D4-4015-4F2F-9707-C9F08D49F12F}" dt="2026-05-19T13:43:46.166" v="175" actId="20577"/>
          <ac:spMkLst>
            <pc:docMk/>
            <pc:sldMk cId="291750275" sldId="2146846792"/>
            <ac:spMk id="124" creationId="{EE7EACF5-1336-8705-294D-CE76071162DC}"/>
          </ac:spMkLst>
        </pc:spChg>
      </pc:sldChg>
      <pc:sldChg chg="addSp delSp modSp new mod">
        <pc:chgData name="Marcello Mariani" userId="1e342699-93ad-4e2e-93b0-0f6a2c00c4b8" providerId="ADAL" clId="{B103A7D4-4015-4F2F-9707-C9F08D49F12F}" dt="2026-05-20T09:41:23.473" v="749" actId="732"/>
        <pc:sldMkLst>
          <pc:docMk/>
          <pc:sldMk cId="3103668014" sldId="2146846793"/>
        </pc:sldMkLst>
        <pc:spChg chg="mod">
          <ac:chgData name="Marcello Mariani" userId="1e342699-93ad-4e2e-93b0-0f6a2c00c4b8" providerId="ADAL" clId="{B103A7D4-4015-4F2F-9707-C9F08D49F12F}" dt="2026-05-19T13:48:23.952" v="190" actId="20577"/>
          <ac:spMkLst>
            <pc:docMk/>
            <pc:sldMk cId="3103668014" sldId="2146846793"/>
            <ac:spMk id="2" creationId="{0884584A-A20E-3043-89CD-3C882EE89F24}"/>
          </ac:spMkLst>
        </pc:spChg>
        <pc:spChg chg="mod">
          <ac:chgData name="Marcello Mariani" userId="1e342699-93ad-4e2e-93b0-0f6a2c00c4b8" providerId="ADAL" clId="{B103A7D4-4015-4F2F-9707-C9F08D49F12F}" dt="2026-05-19T16:15:36.746" v="493" actId="1076"/>
          <ac:spMkLst>
            <pc:docMk/>
            <pc:sldMk cId="3103668014" sldId="2146846793"/>
            <ac:spMk id="3" creationId="{6D5C3EC3-CCD6-86BB-64DC-A26585137783}"/>
          </ac:spMkLst>
        </pc:spChg>
        <pc:spChg chg="mod">
          <ac:chgData name="Marcello Mariani" userId="1e342699-93ad-4e2e-93b0-0f6a2c00c4b8" providerId="ADAL" clId="{B103A7D4-4015-4F2F-9707-C9F08D49F12F}" dt="2026-05-19T15:46:51.874" v="361" actId="20577"/>
          <ac:spMkLst>
            <pc:docMk/>
            <pc:sldMk cId="3103668014" sldId="2146846793"/>
            <ac:spMk id="4" creationId="{E326B6A2-D411-0546-362F-70088E3E6BD5}"/>
          </ac:spMkLst>
        </pc:spChg>
        <pc:picChg chg="add mod modCrop">
          <ac:chgData name="Marcello Mariani" userId="1e342699-93ad-4e2e-93b0-0f6a2c00c4b8" providerId="ADAL" clId="{B103A7D4-4015-4F2F-9707-C9F08D49F12F}" dt="2026-05-20T09:41:23.473" v="749" actId="732"/>
          <ac:picMkLst>
            <pc:docMk/>
            <pc:sldMk cId="3103668014" sldId="2146846793"/>
            <ac:picMk id="6" creationId="{B3E259E3-88A9-4BB4-52EA-B1B292590EE9}"/>
          </ac:picMkLst>
        </pc:picChg>
        <pc:picChg chg="add mod modCrop">
          <ac:chgData name="Marcello Mariani" userId="1e342699-93ad-4e2e-93b0-0f6a2c00c4b8" providerId="ADAL" clId="{B103A7D4-4015-4F2F-9707-C9F08D49F12F}" dt="2026-05-19T16:15:32.771" v="492" actId="1076"/>
          <ac:picMkLst>
            <pc:docMk/>
            <pc:sldMk cId="3103668014" sldId="2146846793"/>
            <ac:picMk id="8" creationId="{AFC71F9B-9C74-CFD3-D2DB-202EB4F8E3E4}"/>
          </ac:picMkLst>
        </pc:picChg>
      </pc:sldChg>
      <pc:sldChg chg="modSp del mod">
        <pc:chgData name="Marcello Mariani" userId="1e342699-93ad-4e2e-93b0-0f6a2c00c4b8" providerId="ADAL" clId="{B103A7D4-4015-4F2F-9707-C9F08D49F12F}" dt="2026-05-20T17:01:02.712" v="1711" actId="47"/>
        <pc:sldMkLst>
          <pc:docMk/>
          <pc:sldMk cId="0" sldId="2146846794"/>
        </pc:sldMkLst>
      </pc:sldChg>
      <pc:sldChg chg="addSp delSp modSp new mod">
        <pc:chgData name="Marcello Mariani" userId="1e342699-93ad-4e2e-93b0-0f6a2c00c4b8" providerId="ADAL" clId="{B103A7D4-4015-4F2F-9707-C9F08D49F12F}" dt="2026-05-20T16:41:49.145" v="1552" actId="20577"/>
        <pc:sldMkLst>
          <pc:docMk/>
          <pc:sldMk cId="267157828" sldId="2146846795"/>
        </pc:sldMkLst>
        <pc:spChg chg="mod">
          <ac:chgData name="Marcello Mariani" userId="1e342699-93ad-4e2e-93b0-0f6a2c00c4b8" providerId="ADAL" clId="{B103A7D4-4015-4F2F-9707-C9F08D49F12F}" dt="2026-05-19T16:04:45.932" v="412" actId="20577"/>
          <ac:spMkLst>
            <pc:docMk/>
            <pc:sldMk cId="267157828" sldId="2146846795"/>
            <ac:spMk id="2" creationId="{F5E687A9-6606-B947-0B9C-E7FAB57B6584}"/>
          </ac:spMkLst>
        </pc:spChg>
        <pc:spChg chg="mod">
          <ac:chgData name="Marcello Mariani" userId="1e342699-93ad-4e2e-93b0-0f6a2c00c4b8" providerId="ADAL" clId="{B103A7D4-4015-4F2F-9707-C9F08D49F12F}" dt="2026-05-20T16:41:49.145" v="1552" actId="20577"/>
          <ac:spMkLst>
            <pc:docMk/>
            <pc:sldMk cId="267157828" sldId="2146846795"/>
            <ac:spMk id="4" creationId="{853AC94E-F47C-85AB-D825-EB91817C9353}"/>
          </ac:spMkLst>
        </pc:spChg>
        <pc:spChg chg="add mod">
          <ac:chgData name="Marcello Mariani" userId="1e342699-93ad-4e2e-93b0-0f6a2c00c4b8" providerId="ADAL" clId="{B103A7D4-4015-4F2F-9707-C9F08D49F12F}" dt="2026-05-20T07:51:38.053" v="740" actId="1036"/>
          <ac:spMkLst>
            <pc:docMk/>
            <pc:sldMk cId="267157828" sldId="2146846795"/>
            <ac:spMk id="7" creationId="{B0F58EDE-0A73-22A1-B8BD-5458C33F2320}"/>
          </ac:spMkLst>
        </pc:spChg>
        <pc:spChg chg="add mod">
          <ac:chgData name="Marcello Mariani" userId="1e342699-93ad-4e2e-93b0-0f6a2c00c4b8" providerId="ADAL" clId="{B103A7D4-4015-4F2F-9707-C9F08D49F12F}" dt="2026-05-19T16:51:57.548" v="714" actId="207"/>
          <ac:spMkLst>
            <pc:docMk/>
            <pc:sldMk cId="267157828" sldId="2146846795"/>
            <ac:spMk id="11" creationId="{B39B2876-778E-0D5D-E151-22F60165E4D6}"/>
          </ac:spMkLst>
        </pc:spChg>
        <pc:spChg chg="add mod">
          <ac:chgData name="Marcello Mariani" userId="1e342699-93ad-4e2e-93b0-0f6a2c00c4b8" providerId="ADAL" clId="{B103A7D4-4015-4F2F-9707-C9F08D49F12F}" dt="2026-05-20T07:51:14.014" v="739" actId="14100"/>
          <ac:spMkLst>
            <pc:docMk/>
            <pc:sldMk cId="267157828" sldId="2146846795"/>
            <ac:spMk id="12" creationId="{0AA742AB-74F4-D190-E92B-295D92D040E4}"/>
          </ac:spMkLst>
        </pc:spChg>
        <pc:spChg chg="add mod">
          <ac:chgData name="Marcello Mariani" userId="1e342699-93ad-4e2e-93b0-0f6a2c00c4b8" providerId="ADAL" clId="{B103A7D4-4015-4F2F-9707-C9F08D49F12F}" dt="2026-05-19T16:52:15.745" v="719" actId="1076"/>
          <ac:spMkLst>
            <pc:docMk/>
            <pc:sldMk cId="267157828" sldId="2146846795"/>
            <ac:spMk id="13" creationId="{584766A4-A73C-7BA2-0F9F-9CEF8E66F0E3}"/>
          </ac:spMkLst>
        </pc:spChg>
        <pc:spChg chg="add mod">
          <ac:chgData name="Marcello Mariani" userId="1e342699-93ad-4e2e-93b0-0f6a2c00c4b8" providerId="ADAL" clId="{B103A7D4-4015-4F2F-9707-C9F08D49F12F}" dt="2026-05-19T16:52:52.120" v="732" actId="14100"/>
          <ac:spMkLst>
            <pc:docMk/>
            <pc:sldMk cId="267157828" sldId="2146846795"/>
            <ac:spMk id="14" creationId="{2A580726-9111-2B56-2D49-B7EABC17E235}"/>
          </ac:spMkLst>
        </pc:spChg>
        <pc:spChg chg="add mod">
          <ac:chgData name="Marcello Mariani" userId="1e342699-93ad-4e2e-93b0-0f6a2c00c4b8" providerId="ADAL" clId="{B103A7D4-4015-4F2F-9707-C9F08D49F12F}" dt="2026-05-19T16:52:56.486" v="733" actId="14100"/>
          <ac:spMkLst>
            <pc:docMk/>
            <pc:sldMk cId="267157828" sldId="2146846795"/>
            <ac:spMk id="15" creationId="{55EA737C-1197-E2E3-A743-D22A38E00615}"/>
          </ac:spMkLst>
        </pc:spChg>
        <pc:spChg chg="add mod">
          <ac:chgData name="Marcello Mariani" userId="1e342699-93ad-4e2e-93b0-0f6a2c00c4b8" providerId="ADAL" clId="{B103A7D4-4015-4F2F-9707-C9F08D49F12F}" dt="2026-05-20T07:50:58.219" v="738" actId="14100"/>
          <ac:spMkLst>
            <pc:docMk/>
            <pc:sldMk cId="267157828" sldId="2146846795"/>
            <ac:spMk id="18" creationId="{10A1B242-ACC8-53A2-FE25-762CC48BDAC0}"/>
          </ac:spMkLst>
        </pc:spChg>
        <pc:picChg chg="add mod modCrop">
          <ac:chgData name="Marcello Mariani" userId="1e342699-93ad-4e2e-93b0-0f6a2c00c4b8" providerId="ADAL" clId="{B103A7D4-4015-4F2F-9707-C9F08D49F12F}" dt="2026-05-19T16:44:15.771" v="651" actId="1076"/>
          <ac:picMkLst>
            <pc:docMk/>
            <pc:sldMk cId="267157828" sldId="2146846795"/>
            <ac:picMk id="9" creationId="{92502E22-7519-8085-8DBC-1BF632D5C70B}"/>
          </ac:picMkLst>
        </pc:picChg>
        <pc:picChg chg="add mod modCrop">
          <ac:chgData name="Marcello Mariani" userId="1e342699-93ad-4e2e-93b0-0f6a2c00c4b8" providerId="ADAL" clId="{B103A7D4-4015-4F2F-9707-C9F08D49F12F}" dt="2026-05-19T16:51:29.901" v="712" actId="1076"/>
          <ac:picMkLst>
            <pc:docMk/>
            <pc:sldMk cId="267157828" sldId="2146846795"/>
            <ac:picMk id="10" creationId="{E3E0519E-91AA-42F2-B591-6F376B1BA7B4}"/>
          </ac:picMkLst>
        </pc:picChg>
        <pc:cxnChg chg="add">
          <ac:chgData name="Marcello Mariani" userId="1e342699-93ad-4e2e-93b0-0f6a2c00c4b8" providerId="ADAL" clId="{B103A7D4-4015-4F2F-9707-C9F08D49F12F}" dt="2026-05-20T07:50:39.768" v="734" actId="11529"/>
          <ac:cxnSpMkLst>
            <pc:docMk/>
            <pc:sldMk cId="267157828" sldId="2146846795"/>
            <ac:cxnSpMk id="17" creationId="{DD7C2CC6-5AF4-4CC2-3AFD-0A8DC55F6DDF}"/>
          </ac:cxnSpMkLst>
        </pc:cxnChg>
      </pc:sldChg>
      <pc:sldChg chg="addSp delSp modSp add mod chgLayout">
        <pc:chgData name="Marcello Mariani" userId="1e342699-93ad-4e2e-93b0-0f6a2c00c4b8" providerId="ADAL" clId="{B103A7D4-4015-4F2F-9707-C9F08D49F12F}" dt="2026-05-20T09:43:11.566" v="880" actId="20577"/>
        <pc:sldMkLst>
          <pc:docMk/>
          <pc:sldMk cId="2040338516" sldId="2146846796"/>
        </pc:sldMkLst>
        <pc:spChg chg="mod ord">
          <ac:chgData name="Marcello Mariani" userId="1e342699-93ad-4e2e-93b0-0f6a2c00c4b8" providerId="ADAL" clId="{B103A7D4-4015-4F2F-9707-C9F08D49F12F}" dt="2026-05-20T09:42:34.111" v="778" actId="700"/>
          <ac:spMkLst>
            <pc:docMk/>
            <pc:sldMk cId="2040338516" sldId="2146846796"/>
            <ac:spMk id="2" creationId="{E8FCDE32-E52E-FA68-E13D-13D6FD25C200}"/>
          </ac:spMkLst>
        </pc:spChg>
        <pc:spChg chg="add mod ord">
          <ac:chgData name="Marcello Mariani" userId="1e342699-93ad-4e2e-93b0-0f6a2c00c4b8" providerId="ADAL" clId="{B103A7D4-4015-4F2F-9707-C9F08D49F12F}" dt="2026-05-20T09:42:34.111" v="778" actId="700"/>
          <ac:spMkLst>
            <pc:docMk/>
            <pc:sldMk cId="2040338516" sldId="2146846796"/>
            <ac:spMk id="3" creationId="{42074404-BE41-C2B8-E4F6-113ED53474A8}"/>
          </ac:spMkLst>
        </pc:spChg>
        <pc:spChg chg="add mod ord">
          <ac:chgData name="Marcello Mariani" userId="1e342699-93ad-4e2e-93b0-0f6a2c00c4b8" providerId="ADAL" clId="{B103A7D4-4015-4F2F-9707-C9F08D49F12F}" dt="2026-05-20T09:43:11.566" v="880" actId="20577"/>
          <ac:spMkLst>
            <pc:docMk/>
            <pc:sldMk cId="2040338516" sldId="2146846796"/>
            <ac:spMk id="4" creationId="{FE30BB35-3BB5-5F3B-8E54-0E177E0807DC}"/>
          </ac:spMkLst>
        </pc:spChg>
        <pc:spChg chg="del">
          <ac:chgData name="Marcello Mariani" userId="1e342699-93ad-4e2e-93b0-0f6a2c00c4b8" providerId="ADAL" clId="{B103A7D4-4015-4F2F-9707-C9F08D49F12F}" dt="2026-05-20T09:42:34.111" v="778" actId="700"/>
          <ac:spMkLst>
            <pc:docMk/>
            <pc:sldMk cId="2040338516" sldId="2146846796"/>
            <ac:spMk id="5" creationId="{75DF5EF0-6A4F-D180-5860-11601CA9F3F4}"/>
          </ac:spMkLst>
        </pc:spChg>
        <pc:spChg chg="add mod ord">
          <ac:chgData name="Marcello Mariani" userId="1e342699-93ad-4e2e-93b0-0f6a2c00c4b8" providerId="ADAL" clId="{B103A7D4-4015-4F2F-9707-C9F08D49F12F}" dt="2026-05-20T09:42:34.111" v="778" actId="700"/>
          <ac:spMkLst>
            <pc:docMk/>
            <pc:sldMk cId="2040338516" sldId="2146846796"/>
            <ac:spMk id="7" creationId="{AF46CA20-D455-1E0A-A29D-C36854A6E005}"/>
          </ac:spMkLst>
        </pc:spChg>
        <pc:picChg chg="add mod modCrop">
          <ac:chgData name="Marcello Mariani" userId="1e342699-93ad-4e2e-93b0-0f6a2c00c4b8" providerId="ADAL" clId="{B103A7D4-4015-4F2F-9707-C9F08D49F12F}" dt="2026-05-20T09:42:39.043" v="779" actId="1076"/>
          <ac:picMkLst>
            <pc:docMk/>
            <pc:sldMk cId="2040338516" sldId="2146846796"/>
            <ac:picMk id="6" creationId="{C52B98CC-1617-7C66-58DB-2955CC419145}"/>
          </ac:picMkLst>
        </pc:picChg>
        <pc:picChg chg="add mod modCrop">
          <ac:chgData name="Marcello Mariani" userId="1e342699-93ad-4e2e-93b0-0f6a2c00c4b8" providerId="ADAL" clId="{B103A7D4-4015-4F2F-9707-C9F08D49F12F}" dt="2026-05-20T09:42:43.732" v="780" actId="1076"/>
          <ac:picMkLst>
            <pc:docMk/>
            <pc:sldMk cId="2040338516" sldId="2146846796"/>
            <ac:picMk id="9" creationId="{3F277113-5E9A-8268-EF30-B5A05EF20392}"/>
          </ac:picMkLst>
        </pc:picChg>
      </pc:sldChg>
      <pc:sldChg chg="addSp delSp modSp add mod modClrScheme chgLayout">
        <pc:chgData name="Marcello Mariani" userId="1e342699-93ad-4e2e-93b0-0f6a2c00c4b8" providerId="ADAL" clId="{B103A7D4-4015-4F2F-9707-C9F08D49F12F}" dt="2026-05-20T14:06:21.241" v="1399" actId="14100"/>
        <pc:sldMkLst>
          <pc:docMk/>
          <pc:sldMk cId="351299854" sldId="2146846797"/>
        </pc:sldMkLst>
        <pc:spChg chg="mod ord">
          <ac:chgData name="Marcello Mariani" userId="1e342699-93ad-4e2e-93b0-0f6a2c00c4b8" providerId="ADAL" clId="{B103A7D4-4015-4F2F-9707-C9F08D49F12F}" dt="2026-05-20T10:52:01.744" v="1045" actId="700"/>
          <ac:spMkLst>
            <pc:docMk/>
            <pc:sldMk cId="351299854" sldId="2146846797"/>
            <ac:spMk id="2" creationId="{F209170B-9548-67D2-493C-5EB242780733}"/>
          </ac:spMkLst>
        </pc:spChg>
        <pc:spChg chg="del">
          <ac:chgData name="Marcello Mariani" userId="1e342699-93ad-4e2e-93b0-0f6a2c00c4b8" providerId="ADAL" clId="{B103A7D4-4015-4F2F-9707-C9F08D49F12F}" dt="2026-05-20T10:26:40.211" v="911"/>
          <ac:spMkLst>
            <pc:docMk/>
            <pc:sldMk cId="351299854" sldId="2146846797"/>
            <ac:spMk id="3" creationId="{5F6CD0F6-E619-E415-FA31-BCB0BCE83BD9}"/>
          </ac:spMkLst>
        </pc:spChg>
        <pc:spChg chg="mod ord">
          <ac:chgData name="Marcello Mariani" userId="1e342699-93ad-4e2e-93b0-0f6a2c00c4b8" providerId="ADAL" clId="{B103A7D4-4015-4F2F-9707-C9F08D49F12F}" dt="2026-05-20T10:52:01.744" v="1045" actId="700"/>
          <ac:spMkLst>
            <pc:docMk/>
            <pc:sldMk cId="351299854" sldId="2146846797"/>
            <ac:spMk id="4" creationId="{C7BB2020-0917-B822-84E9-9869D80F1454}"/>
          </ac:spMkLst>
        </pc:spChg>
        <pc:spChg chg="del mod ord">
          <ac:chgData name="Marcello Mariani" userId="1e342699-93ad-4e2e-93b0-0f6a2c00c4b8" providerId="ADAL" clId="{B103A7D4-4015-4F2F-9707-C9F08D49F12F}" dt="2026-05-20T10:36:38.589" v="913" actId="700"/>
          <ac:spMkLst>
            <pc:docMk/>
            <pc:sldMk cId="351299854" sldId="2146846797"/>
            <ac:spMk id="5" creationId="{7A4D3AAB-A97D-68A0-1170-521190389920}"/>
          </ac:spMkLst>
        </pc:spChg>
        <pc:spChg chg="add del mod ord">
          <ac:chgData name="Marcello Mariani" userId="1e342699-93ad-4e2e-93b0-0f6a2c00c4b8" providerId="ADAL" clId="{B103A7D4-4015-4F2F-9707-C9F08D49F12F}" dt="2026-05-20T10:36:38.589" v="913" actId="700"/>
          <ac:spMkLst>
            <pc:docMk/>
            <pc:sldMk cId="351299854" sldId="2146846797"/>
            <ac:spMk id="8" creationId="{7E73C070-B2E6-A995-22AF-6BF28D1EFB94}"/>
          </ac:spMkLst>
        </pc:spChg>
        <pc:spChg chg="add mod ord">
          <ac:chgData name="Marcello Mariani" userId="1e342699-93ad-4e2e-93b0-0f6a2c00c4b8" providerId="ADAL" clId="{B103A7D4-4015-4F2F-9707-C9F08D49F12F}" dt="2026-05-20T13:57:59.263" v="1383" actId="113"/>
          <ac:spMkLst>
            <pc:docMk/>
            <pc:sldMk cId="351299854" sldId="2146846797"/>
            <ac:spMk id="9" creationId="{B294B297-3F0E-D9A3-2492-BB2248F93764}"/>
          </ac:spMkLst>
        </pc:spChg>
        <pc:spChg chg="add mod ord">
          <ac:chgData name="Marcello Mariani" userId="1e342699-93ad-4e2e-93b0-0f6a2c00c4b8" providerId="ADAL" clId="{B103A7D4-4015-4F2F-9707-C9F08D49F12F}" dt="2026-05-20T13:58:03.285" v="1384" actId="113"/>
          <ac:spMkLst>
            <pc:docMk/>
            <pc:sldMk cId="351299854" sldId="2146846797"/>
            <ac:spMk id="10" creationId="{1F839D92-32EF-252A-829E-3ED807720E73}"/>
          </ac:spMkLst>
        </pc:spChg>
        <pc:spChg chg="add del mod ord">
          <ac:chgData name="Marcello Mariani" userId="1e342699-93ad-4e2e-93b0-0f6a2c00c4b8" providerId="ADAL" clId="{B103A7D4-4015-4F2F-9707-C9F08D49F12F}" dt="2026-05-20T10:51:52.622" v="1043" actId="478"/>
          <ac:spMkLst>
            <pc:docMk/>
            <pc:sldMk cId="351299854" sldId="2146846797"/>
            <ac:spMk id="11" creationId="{9D61839B-85C7-1FDC-FA22-562C07817688}"/>
          </ac:spMkLst>
        </pc:spChg>
        <pc:spChg chg="add del mod ord">
          <ac:chgData name="Marcello Mariani" userId="1e342699-93ad-4e2e-93b0-0f6a2c00c4b8" providerId="ADAL" clId="{B103A7D4-4015-4F2F-9707-C9F08D49F12F}" dt="2026-05-20T10:38:22.829" v="945" actId="700"/>
          <ac:spMkLst>
            <pc:docMk/>
            <pc:sldMk cId="351299854" sldId="2146846797"/>
            <ac:spMk id="12" creationId="{4F048D53-5442-117B-A098-2C47D08B8208}"/>
          </ac:spMkLst>
        </pc:spChg>
        <pc:spChg chg="add del mod ord">
          <ac:chgData name="Marcello Mariani" userId="1e342699-93ad-4e2e-93b0-0f6a2c00c4b8" providerId="ADAL" clId="{B103A7D4-4015-4F2F-9707-C9F08D49F12F}" dt="2026-05-20T10:38:22.829" v="945" actId="700"/>
          <ac:spMkLst>
            <pc:docMk/>
            <pc:sldMk cId="351299854" sldId="2146846797"/>
            <ac:spMk id="13" creationId="{9BA01271-ADD1-7244-5800-DA83DD478676}"/>
          </ac:spMkLst>
        </pc:spChg>
        <pc:spChg chg="add del mod ord">
          <ac:chgData name="Marcello Mariani" userId="1e342699-93ad-4e2e-93b0-0f6a2c00c4b8" providerId="ADAL" clId="{B103A7D4-4015-4F2F-9707-C9F08D49F12F}" dt="2026-05-20T10:52:01.744" v="1045" actId="700"/>
          <ac:spMkLst>
            <pc:docMk/>
            <pc:sldMk cId="351299854" sldId="2146846797"/>
            <ac:spMk id="14" creationId="{CCC7EA90-D400-B9DC-A71A-A54D6B43787B}"/>
          </ac:spMkLst>
        </pc:spChg>
        <pc:spChg chg="add del mod">
          <ac:chgData name="Marcello Mariani" userId="1e342699-93ad-4e2e-93b0-0f6a2c00c4b8" providerId="ADAL" clId="{B103A7D4-4015-4F2F-9707-C9F08D49F12F}" dt="2026-05-20T10:51:56.876" v="1044" actId="478"/>
          <ac:spMkLst>
            <pc:docMk/>
            <pc:sldMk cId="351299854" sldId="2146846797"/>
            <ac:spMk id="16" creationId="{7D839F63-09D6-805C-DFBD-2AEE7E0DA61D}"/>
          </ac:spMkLst>
        </pc:spChg>
        <pc:spChg chg="add mod ord">
          <ac:chgData name="Marcello Mariani" userId="1e342699-93ad-4e2e-93b0-0f6a2c00c4b8" providerId="ADAL" clId="{B103A7D4-4015-4F2F-9707-C9F08D49F12F}" dt="2026-05-20T10:52:01.744" v="1045" actId="700"/>
          <ac:spMkLst>
            <pc:docMk/>
            <pc:sldMk cId="351299854" sldId="2146846797"/>
            <ac:spMk id="17" creationId="{14EBCECB-CE9C-F9CC-D3A4-E7241B591CCA}"/>
          </ac:spMkLst>
        </pc:spChg>
        <pc:spChg chg="add mod">
          <ac:chgData name="Marcello Mariani" userId="1e342699-93ad-4e2e-93b0-0f6a2c00c4b8" providerId="ADAL" clId="{B103A7D4-4015-4F2F-9707-C9F08D49F12F}" dt="2026-05-20T14:05:48.951" v="1395" actId="108"/>
          <ac:spMkLst>
            <pc:docMk/>
            <pc:sldMk cId="351299854" sldId="2146846797"/>
            <ac:spMk id="25" creationId="{3C438D46-6B4A-E157-7BA6-CE2A53BCBF06}"/>
          </ac:spMkLst>
        </pc:spChg>
        <pc:spChg chg="add mod">
          <ac:chgData name="Marcello Mariani" userId="1e342699-93ad-4e2e-93b0-0f6a2c00c4b8" providerId="ADAL" clId="{B103A7D4-4015-4F2F-9707-C9F08D49F12F}" dt="2026-05-20T14:06:21.241" v="1399" actId="14100"/>
          <ac:spMkLst>
            <pc:docMk/>
            <pc:sldMk cId="351299854" sldId="2146846797"/>
            <ac:spMk id="27" creationId="{BB6A8837-04CC-9E8D-DD2F-1614036D1C96}"/>
          </ac:spMkLst>
        </pc:spChg>
        <pc:graphicFrameChg chg="add del mod">
          <ac:chgData name="Marcello Mariani" userId="1e342699-93ad-4e2e-93b0-0f6a2c00c4b8" providerId="ADAL" clId="{B103A7D4-4015-4F2F-9707-C9F08D49F12F}" dt="2026-05-20T10:26:42.887" v="912" actId="478"/>
          <ac:graphicFrameMkLst>
            <pc:docMk/>
            <pc:sldMk cId="351299854" sldId="2146846797"/>
            <ac:graphicFrameMk id="6" creationId="{54131FF6-19EA-CB0C-E687-10F311AC40FA}"/>
          </ac:graphicFrameMkLst>
        </pc:graphicFrameChg>
        <pc:picChg chg="add mod">
          <ac:chgData name="Marcello Mariani" userId="1e342699-93ad-4e2e-93b0-0f6a2c00c4b8" providerId="ADAL" clId="{B103A7D4-4015-4F2F-9707-C9F08D49F12F}" dt="2026-05-20T13:57:51.161" v="1375" actId="14100"/>
          <ac:picMkLst>
            <pc:docMk/>
            <pc:sldMk cId="351299854" sldId="2146846797"/>
            <ac:picMk id="19" creationId="{CC3BFF3B-22DE-A78F-F8C3-69BE1335B629}"/>
          </ac:picMkLst>
        </pc:picChg>
        <pc:picChg chg="add mod">
          <ac:chgData name="Marcello Mariani" userId="1e342699-93ad-4e2e-93b0-0f6a2c00c4b8" providerId="ADAL" clId="{B103A7D4-4015-4F2F-9707-C9F08D49F12F}" dt="2026-05-20T14:04:06.550" v="1388" actId="1076"/>
          <ac:picMkLst>
            <pc:docMk/>
            <pc:sldMk cId="351299854" sldId="2146846797"/>
            <ac:picMk id="21" creationId="{E801849E-16F9-4A9E-A4F2-3D9D783D3026}"/>
          </ac:picMkLst>
        </pc:picChg>
        <pc:picChg chg="add mod">
          <ac:chgData name="Marcello Mariani" userId="1e342699-93ad-4e2e-93b0-0f6a2c00c4b8" providerId="ADAL" clId="{B103A7D4-4015-4F2F-9707-C9F08D49F12F}" dt="2026-05-20T14:05:26.366" v="1392" actId="1076"/>
          <ac:picMkLst>
            <pc:docMk/>
            <pc:sldMk cId="351299854" sldId="2146846797"/>
            <ac:picMk id="23" creationId="{FE0A61F6-EC42-BCE4-8503-5032CE8A956C}"/>
          </ac:picMkLst>
        </pc:picChg>
      </pc:sldChg>
      <pc:sldChg chg="modSp add del mod">
        <pc:chgData name="Marcello Mariani" userId="1e342699-93ad-4e2e-93b0-0f6a2c00c4b8" providerId="ADAL" clId="{B103A7D4-4015-4F2F-9707-C9F08D49F12F}" dt="2026-05-20T10:53:13.669" v="1111" actId="47"/>
        <pc:sldMkLst>
          <pc:docMk/>
          <pc:sldMk cId="3106521153" sldId="2146846798"/>
        </pc:sldMkLst>
        <pc:spChg chg="mod">
          <ac:chgData name="Marcello Mariani" userId="1e342699-93ad-4e2e-93b0-0f6a2c00c4b8" providerId="ADAL" clId="{B103A7D4-4015-4F2F-9707-C9F08D49F12F}" dt="2026-05-20T10:42:09.016" v="971" actId="20577"/>
          <ac:spMkLst>
            <pc:docMk/>
            <pc:sldMk cId="3106521153" sldId="2146846798"/>
            <ac:spMk id="4" creationId="{A130EDA1-64D7-93D5-51BF-1C9108BF97BC}"/>
          </ac:spMkLst>
        </pc:spChg>
      </pc:sldChg>
      <pc:sldChg chg="addSp delSp modSp new mod ord">
        <pc:chgData name="Marcello Mariani" userId="1e342699-93ad-4e2e-93b0-0f6a2c00c4b8" providerId="ADAL" clId="{B103A7D4-4015-4F2F-9707-C9F08D49F12F}" dt="2026-05-20T09:42:08.570" v="776" actId="20577"/>
        <pc:sldMkLst>
          <pc:docMk/>
          <pc:sldMk cId="855548684" sldId="2146846799"/>
        </pc:sldMkLst>
        <pc:spChg chg="mod">
          <ac:chgData name="Marcello Mariani" userId="1e342699-93ad-4e2e-93b0-0f6a2c00c4b8" providerId="ADAL" clId="{B103A7D4-4015-4F2F-9707-C9F08D49F12F}" dt="2026-05-20T09:42:08.570" v="776" actId="20577"/>
          <ac:spMkLst>
            <pc:docMk/>
            <pc:sldMk cId="855548684" sldId="2146846799"/>
            <ac:spMk id="3" creationId="{A717A65F-BF70-89A6-718F-80C728EAC271}"/>
          </ac:spMkLst>
        </pc:spChg>
        <pc:spChg chg="del">
          <ac:chgData name="Marcello Mariani" userId="1e342699-93ad-4e2e-93b0-0f6a2c00c4b8" providerId="ADAL" clId="{B103A7D4-4015-4F2F-9707-C9F08D49F12F}" dt="2026-05-20T09:41:29.557" v="751"/>
          <ac:spMkLst>
            <pc:docMk/>
            <pc:sldMk cId="855548684" sldId="2146846799"/>
            <ac:spMk id="4" creationId="{3904D5DF-5D5E-4E0D-711F-66431265253C}"/>
          </ac:spMkLst>
        </pc:spChg>
        <pc:picChg chg="add mod modCrop">
          <ac:chgData name="Marcello Mariani" userId="1e342699-93ad-4e2e-93b0-0f6a2c00c4b8" providerId="ADAL" clId="{B103A7D4-4015-4F2F-9707-C9F08D49F12F}" dt="2026-05-20T09:42:00.453" v="759" actId="1076"/>
          <ac:picMkLst>
            <pc:docMk/>
            <pc:sldMk cId="855548684" sldId="2146846799"/>
            <ac:picMk id="5" creationId="{C758046D-DDBC-6643-E41B-37AFA083BD29}"/>
          </ac:picMkLst>
        </pc:picChg>
      </pc:sldChg>
      <pc:sldChg chg="modSp add mod">
        <pc:chgData name="Marcello Mariani" userId="1e342699-93ad-4e2e-93b0-0f6a2c00c4b8" providerId="ADAL" clId="{B103A7D4-4015-4F2F-9707-C9F08D49F12F}" dt="2026-05-20T09:50:30.395" v="895" actId="732"/>
        <pc:sldMkLst>
          <pc:docMk/>
          <pc:sldMk cId="1203419828" sldId="2146846800"/>
        </pc:sldMkLst>
        <pc:spChg chg="mod">
          <ac:chgData name="Marcello Mariani" userId="1e342699-93ad-4e2e-93b0-0f6a2c00c4b8" providerId="ADAL" clId="{B103A7D4-4015-4F2F-9707-C9F08D49F12F}" dt="2026-05-20T09:50:13.327" v="894" actId="1076"/>
          <ac:spMkLst>
            <pc:docMk/>
            <pc:sldMk cId="1203419828" sldId="2146846800"/>
            <ac:spMk id="2" creationId="{56736D2E-3928-4639-CE8C-2653AC1B77E5}"/>
          </ac:spMkLst>
        </pc:spChg>
        <pc:picChg chg="mod modCrop">
          <ac:chgData name="Marcello Mariani" userId="1e342699-93ad-4e2e-93b0-0f6a2c00c4b8" providerId="ADAL" clId="{B103A7D4-4015-4F2F-9707-C9F08D49F12F}" dt="2026-05-20T09:50:30.395" v="895" actId="732"/>
          <ac:picMkLst>
            <pc:docMk/>
            <pc:sldMk cId="1203419828" sldId="2146846800"/>
            <ac:picMk id="4" creationId="{AB8C9F2C-B827-8713-6DA3-5F518F447188}"/>
          </ac:picMkLst>
        </pc:picChg>
      </pc:sldChg>
      <pc:sldChg chg="add del ord">
        <pc:chgData name="Marcello Mariani" userId="1e342699-93ad-4e2e-93b0-0f6a2c00c4b8" providerId="ADAL" clId="{B103A7D4-4015-4F2F-9707-C9F08D49F12F}" dt="2026-05-20T17:01:02.712" v="1711" actId="47"/>
        <pc:sldMkLst>
          <pc:docMk/>
          <pc:sldMk cId="3695489246" sldId="2146846801"/>
        </pc:sldMkLst>
      </pc:sldChg>
      <pc:sldChg chg="modSp new del mod">
        <pc:chgData name="Marcello Mariani" userId="1e342699-93ad-4e2e-93b0-0f6a2c00c4b8" providerId="ADAL" clId="{B103A7D4-4015-4F2F-9707-C9F08D49F12F}" dt="2026-05-20T10:53:13.669" v="1111" actId="47"/>
        <pc:sldMkLst>
          <pc:docMk/>
          <pc:sldMk cId="2007108307" sldId="2146846802"/>
        </pc:sldMkLst>
        <pc:spChg chg="mod">
          <ac:chgData name="Marcello Mariani" userId="1e342699-93ad-4e2e-93b0-0f6a2c00c4b8" providerId="ADAL" clId="{B103A7D4-4015-4F2F-9707-C9F08D49F12F}" dt="2026-05-20T10:51:25.952" v="987" actId="20577"/>
          <ac:spMkLst>
            <pc:docMk/>
            <pc:sldMk cId="2007108307" sldId="2146846802"/>
            <ac:spMk id="2" creationId="{F95D9235-E263-8CF7-77E3-69ED4585C00E}"/>
          </ac:spMkLst>
        </pc:spChg>
        <pc:spChg chg="mod">
          <ac:chgData name="Marcello Mariani" userId="1e342699-93ad-4e2e-93b0-0f6a2c00c4b8" providerId="ADAL" clId="{B103A7D4-4015-4F2F-9707-C9F08D49F12F}" dt="2026-05-20T10:51:31.664" v="1001" actId="20577"/>
          <ac:spMkLst>
            <pc:docMk/>
            <pc:sldMk cId="2007108307" sldId="2146846802"/>
            <ac:spMk id="6" creationId="{196724D2-FDFB-926C-19DF-D555F5BB22D7}"/>
          </ac:spMkLst>
        </pc:spChg>
      </pc:sldChg>
      <pc:sldChg chg="new del">
        <pc:chgData name="Marcello Mariani" userId="1e342699-93ad-4e2e-93b0-0f6a2c00c4b8" providerId="ADAL" clId="{B103A7D4-4015-4F2F-9707-C9F08D49F12F}" dt="2026-05-20T10:53:13.669" v="1111" actId="47"/>
        <pc:sldMkLst>
          <pc:docMk/>
          <pc:sldMk cId="278245191" sldId="2146846803"/>
        </pc:sldMkLst>
      </pc:sldChg>
      <pc:sldChg chg="addSp delSp modSp add mod modClrScheme chgLayout">
        <pc:chgData name="Marcello Mariani" userId="1e342699-93ad-4e2e-93b0-0f6a2c00c4b8" providerId="ADAL" clId="{B103A7D4-4015-4F2F-9707-C9F08D49F12F}" dt="2026-05-20T11:40:22.713" v="1369" actId="20577"/>
        <pc:sldMkLst>
          <pc:docMk/>
          <pc:sldMk cId="3272316339" sldId="2146846804"/>
        </pc:sldMkLst>
        <pc:spChg chg="mod ord">
          <ac:chgData name="Marcello Mariani" userId="1e342699-93ad-4e2e-93b0-0f6a2c00c4b8" providerId="ADAL" clId="{B103A7D4-4015-4F2F-9707-C9F08D49F12F}" dt="2026-05-20T11:21:22.848" v="1308" actId="700"/>
          <ac:spMkLst>
            <pc:docMk/>
            <pc:sldMk cId="3272316339" sldId="2146846804"/>
            <ac:spMk id="2" creationId="{6C5C791C-D09F-0279-2F0B-B3AB40CCCD6D}"/>
          </ac:spMkLst>
        </pc:spChg>
        <pc:spChg chg="del mod ord">
          <ac:chgData name="Marcello Mariani" userId="1e342699-93ad-4e2e-93b0-0f6a2c00c4b8" providerId="ADAL" clId="{B103A7D4-4015-4F2F-9707-C9F08D49F12F}" dt="2026-05-20T11:18:42.943" v="1286" actId="478"/>
          <ac:spMkLst>
            <pc:docMk/>
            <pc:sldMk cId="3272316339" sldId="2146846804"/>
            <ac:spMk id="4" creationId="{7359F97A-1AEE-7731-3E8C-34B8334C6790}"/>
          </ac:spMkLst>
        </pc:spChg>
        <pc:spChg chg="add mod">
          <ac:chgData name="Marcello Mariani" userId="1e342699-93ad-4e2e-93b0-0f6a2c00c4b8" providerId="ADAL" clId="{B103A7D4-4015-4F2F-9707-C9F08D49F12F}" dt="2026-05-20T11:22:11.022" v="1326" actId="1076"/>
          <ac:spMkLst>
            <pc:docMk/>
            <pc:sldMk cId="3272316339" sldId="2146846804"/>
            <ac:spMk id="5" creationId="{3CECA0A9-63B0-C12D-0BF6-2738B8D2EEC8}"/>
          </ac:spMkLst>
        </pc:spChg>
        <pc:spChg chg="add del mod ord">
          <ac:chgData name="Marcello Mariani" userId="1e342699-93ad-4e2e-93b0-0f6a2c00c4b8" providerId="ADAL" clId="{B103A7D4-4015-4F2F-9707-C9F08D49F12F}" dt="2026-05-20T11:21:22.848" v="1308" actId="700"/>
          <ac:spMkLst>
            <pc:docMk/>
            <pc:sldMk cId="3272316339" sldId="2146846804"/>
            <ac:spMk id="7" creationId="{84489CCB-C43E-6026-2ADD-59CE58DE401B}"/>
          </ac:spMkLst>
        </pc:spChg>
        <pc:spChg chg="add">
          <ac:chgData name="Marcello Mariani" userId="1e342699-93ad-4e2e-93b0-0f6a2c00c4b8" providerId="ADAL" clId="{B103A7D4-4015-4F2F-9707-C9F08D49F12F}" dt="2026-05-20T11:15:49.082" v="1269"/>
          <ac:spMkLst>
            <pc:docMk/>
            <pc:sldMk cId="3272316339" sldId="2146846804"/>
            <ac:spMk id="8" creationId="{6D071085-4BCC-8C4A-4B33-11ACC3DF5260}"/>
          </ac:spMkLst>
        </pc:spChg>
        <pc:spChg chg="mod ord">
          <ac:chgData name="Marcello Mariani" userId="1e342699-93ad-4e2e-93b0-0f6a2c00c4b8" providerId="ADAL" clId="{B103A7D4-4015-4F2F-9707-C9F08D49F12F}" dt="2026-05-20T11:22:15.325" v="1327" actId="1076"/>
          <ac:spMkLst>
            <pc:docMk/>
            <pc:sldMk cId="3272316339" sldId="2146846804"/>
            <ac:spMk id="9" creationId="{2D515615-CFEB-36FB-9BF5-B1F59905F0A3}"/>
          </ac:spMkLst>
        </pc:spChg>
        <pc:spChg chg="del mod ord">
          <ac:chgData name="Marcello Mariani" userId="1e342699-93ad-4e2e-93b0-0f6a2c00c4b8" providerId="ADAL" clId="{B103A7D4-4015-4F2F-9707-C9F08D49F12F}" dt="2026-05-20T11:15:09.222" v="1267" actId="478"/>
          <ac:spMkLst>
            <pc:docMk/>
            <pc:sldMk cId="3272316339" sldId="2146846804"/>
            <ac:spMk id="10" creationId="{3B148698-AC07-B8E3-3AEA-F02BAEB0C63B}"/>
          </ac:spMkLst>
        </pc:spChg>
        <pc:spChg chg="add mod ord">
          <ac:chgData name="Marcello Mariani" userId="1e342699-93ad-4e2e-93b0-0f6a2c00c4b8" providerId="ADAL" clId="{B103A7D4-4015-4F2F-9707-C9F08D49F12F}" dt="2026-05-20T11:34:37.549" v="1358" actId="113"/>
          <ac:spMkLst>
            <pc:docMk/>
            <pc:sldMk cId="3272316339" sldId="2146846804"/>
            <ac:spMk id="14" creationId="{258425A7-611A-5A5A-A385-F7A50A44D46C}"/>
          </ac:spMkLst>
        </pc:spChg>
        <pc:spChg chg="add mod ord">
          <ac:chgData name="Marcello Mariani" userId="1e342699-93ad-4e2e-93b0-0f6a2c00c4b8" providerId="ADAL" clId="{B103A7D4-4015-4F2F-9707-C9F08D49F12F}" dt="2026-05-20T11:22:32.379" v="1329"/>
          <ac:spMkLst>
            <pc:docMk/>
            <pc:sldMk cId="3272316339" sldId="2146846804"/>
            <ac:spMk id="15" creationId="{EB5C2126-9F42-8446-52A6-8A6BE0A9EDFF}"/>
          </ac:spMkLst>
        </pc:spChg>
        <pc:spChg chg="add mod ord">
          <ac:chgData name="Marcello Mariani" userId="1e342699-93ad-4e2e-93b0-0f6a2c00c4b8" providerId="ADAL" clId="{B103A7D4-4015-4F2F-9707-C9F08D49F12F}" dt="2026-05-20T11:23:09.378" v="1340" actId="113"/>
          <ac:spMkLst>
            <pc:docMk/>
            <pc:sldMk cId="3272316339" sldId="2146846804"/>
            <ac:spMk id="16" creationId="{CD4B6BA6-CBD2-DD37-5924-39088A82C13A}"/>
          </ac:spMkLst>
        </pc:spChg>
        <pc:spChg chg="del mod ord">
          <ac:chgData name="Marcello Mariani" userId="1e342699-93ad-4e2e-93b0-0f6a2c00c4b8" providerId="ADAL" clId="{B103A7D4-4015-4F2F-9707-C9F08D49F12F}" dt="2026-05-20T10:57:36.035" v="1112" actId="700"/>
          <ac:spMkLst>
            <pc:docMk/>
            <pc:sldMk cId="3272316339" sldId="2146846804"/>
            <ac:spMk id="17" creationId="{1A61E1F4-414B-66C9-33E3-523ED674C30B}"/>
          </ac:spMkLst>
        </pc:spChg>
        <pc:spChg chg="add mod ord">
          <ac:chgData name="Marcello Mariani" userId="1e342699-93ad-4e2e-93b0-0f6a2c00c4b8" providerId="ADAL" clId="{B103A7D4-4015-4F2F-9707-C9F08D49F12F}" dt="2026-05-20T11:21:22.848" v="1308" actId="700"/>
          <ac:spMkLst>
            <pc:docMk/>
            <pc:sldMk cId="3272316339" sldId="2146846804"/>
            <ac:spMk id="18" creationId="{E428D06C-DEA4-D823-05F6-0F15EF7E51CD}"/>
          </ac:spMkLst>
        </pc:spChg>
        <pc:spChg chg="add mod">
          <ac:chgData name="Marcello Mariani" userId="1e342699-93ad-4e2e-93b0-0f6a2c00c4b8" providerId="ADAL" clId="{B103A7D4-4015-4F2F-9707-C9F08D49F12F}" dt="2026-05-20T11:23:00.838" v="1335" actId="1076"/>
          <ac:spMkLst>
            <pc:docMk/>
            <pc:sldMk cId="3272316339" sldId="2146846804"/>
            <ac:spMk id="22" creationId="{B53A9B66-49D7-E927-330B-BB5CED4D56AB}"/>
          </ac:spMkLst>
        </pc:spChg>
        <pc:spChg chg="add mod">
          <ac:chgData name="Marcello Mariani" userId="1e342699-93ad-4e2e-93b0-0f6a2c00c4b8" providerId="ADAL" clId="{B103A7D4-4015-4F2F-9707-C9F08D49F12F}" dt="2026-05-20T11:40:22.713" v="1369" actId="20577"/>
          <ac:spMkLst>
            <pc:docMk/>
            <pc:sldMk cId="3272316339" sldId="2146846804"/>
            <ac:spMk id="24" creationId="{4042F0B3-F2D0-CC72-2FE0-A8F05167B794}"/>
          </ac:spMkLst>
        </pc:spChg>
        <pc:picChg chg="add mod">
          <ac:chgData name="Marcello Mariani" userId="1e342699-93ad-4e2e-93b0-0f6a2c00c4b8" providerId="ADAL" clId="{B103A7D4-4015-4F2F-9707-C9F08D49F12F}" dt="2026-05-20T11:22:08.813" v="1325" actId="1076"/>
          <ac:picMkLst>
            <pc:docMk/>
            <pc:sldMk cId="3272316339" sldId="2146846804"/>
            <ac:picMk id="12" creationId="{A266D099-09E9-9109-1891-A7570C5008DF}"/>
          </ac:picMkLst>
        </pc:picChg>
        <pc:picChg chg="add mod">
          <ac:chgData name="Marcello Mariani" userId="1e342699-93ad-4e2e-93b0-0f6a2c00c4b8" providerId="ADAL" clId="{B103A7D4-4015-4F2F-9707-C9F08D49F12F}" dt="2026-05-20T11:22:03.951" v="1324" actId="1076"/>
          <ac:picMkLst>
            <pc:docMk/>
            <pc:sldMk cId="3272316339" sldId="2146846804"/>
            <ac:picMk id="20" creationId="{323EBF69-A5B9-0484-28FB-E965FE217152}"/>
          </ac:picMkLst>
        </pc:picChg>
        <pc:picChg chg="add mod">
          <ac:chgData name="Marcello Mariani" userId="1e342699-93ad-4e2e-93b0-0f6a2c00c4b8" providerId="ADAL" clId="{B103A7D4-4015-4F2F-9707-C9F08D49F12F}" dt="2026-05-20T11:39:41.596" v="1359" actId="14100"/>
          <ac:picMkLst>
            <pc:docMk/>
            <pc:sldMk cId="3272316339" sldId="2146846804"/>
            <ac:picMk id="2052" creationId="{154C5E51-79F7-148B-1112-591A3371D261}"/>
          </ac:picMkLst>
        </pc:picChg>
      </pc:sldChg>
      <pc:sldChg chg="addSp delSp modSp add mod ord">
        <pc:chgData name="Marcello Mariani" userId="1e342699-93ad-4e2e-93b0-0f6a2c00c4b8" providerId="ADAL" clId="{B103A7D4-4015-4F2F-9707-C9F08D49F12F}" dt="2026-05-20T11:18:22.674" v="1274"/>
        <pc:sldMkLst>
          <pc:docMk/>
          <pc:sldMk cId="1047265808" sldId="2146846805"/>
        </pc:sldMkLst>
        <pc:spChg chg="mod">
          <ac:chgData name="Marcello Mariani" userId="1e342699-93ad-4e2e-93b0-0f6a2c00c4b8" providerId="ADAL" clId="{B103A7D4-4015-4F2F-9707-C9F08D49F12F}" dt="2026-05-20T10:52:54.109" v="1104" actId="20577"/>
          <ac:spMkLst>
            <pc:docMk/>
            <pc:sldMk cId="1047265808" sldId="2146846805"/>
            <ac:spMk id="2" creationId="{3E79811F-2045-EDDC-EEE9-F6012A5008AA}"/>
          </ac:spMkLst>
        </pc:spChg>
        <pc:spChg chg="add mod">
          <ac:chgData name="Marcello Mariani" userId="1e342699-93ad-4e2e-93b0-0f6a2c00c4b8" providerId="ADAL" clId="{B103A7D4-4015-4F2F-9707-C9F08D49F12F}" dt="2026-05-20T11:10:37.032" v="1237" actId="1076"/>
          <ac:spMkLst>
            <pc:docMk/>
            <pc:sldMk cId="1047265808" sldId="2146846805"/>
            <ac:spMk id="8" creationId="{6F885DC6-A0C7-B81D-6D0F-487E9FE2055E}"/>
          </ac:spMkLst>
        </pc:spChg>
        <pc:spChg chg="mod">
          <ac:chgData name="Marcello Mariani" userId="1e342699-93ad-4e2e-93b0-0f6a2c00c4b8" providerId="ADAL" clId="{B103A7D4-4015-4F2F-9707-C9F08D49F12F}" dt="2026-05-20T11:12:20.784" v="1242" actId="1076"/>
          <ac:spMkLst>
            <pc:docMk/>
            <pc:sldMk cId="1047265808" sldId="2146846805"/>
            <ac:spMk id="9" creationId="{A4FBD2AE-5AB8-0831-BC3F-8129AA9267B5}"/>
          </ac:spMkLst>
        </pc:spChg>
        <pc:spChg chg="mod">
          <ac:chgData name="Marcello Mariani" userId="1e342699-93ad-4e2e-93b0-0f6a2c00c4b8" providerId="ADAL" clId="{B103A7D4-4015-4F2F-9707-C9F08D49F12F}" dt="2026-05-20T11:10:44.134" v="1240" actId="113"/>
          <ac:spMkLst>
            <pc:docMk/>
            <pc:sldMk cId="1047265808" sldId="2146846805"/>
            <ac:spMk id="10" creationId="{5A55208B-47EE-EA0B-4377-992598A3525F}"/>
          </ac:spMkLst>
        </pc:spChg>
        <pc:spChg chg="add">
          <ac:chgData name="Marcello Mariani" userId="1e342699-93ad-4e2e-93b0-0f6a2c00c4b8" providerId="ADAL" clId="{B103A7D4-4015-4F2F-9707-C9F08D49F12F}" dt="2026-05-20T11:10:20.431" v="1230"/>
          <ac:spMkLst>
            <pc:docMk/>
            <pc:sldMk cId="1047265808" sldId="2146846805"/>
            <ac:spMk id="11" creationId="{BB467187-DA8C-9ACD-C01B-5EE903432975}"/>
          </ac:spMkLst>
        </pc:spChg>
        <pc:spChg chg="add mod">
          <ac:chgData name="Marcello Mariani" userId="1e342699-93ad-4e2e-93b0-0f6a2c00c4b8" providerId="ADAL" clId="{B103A7D4-4015-4F2F-9707-C9F08D49F12F}" dt="2026-05-20T11:12:36.264" v="1247" actId="108"/>
          <ac:spMkLst>
            <pc:docMk/>
            <pc:sldMk cId="1047265808" sldId="2146846805"/>
            <ac:spMk id="15" creationId="{27D222EB-6CDC-031E-BBE4-492A02AEF007}"/>
          </ac:spMkLst>
        </pc:spChg>
        <pc:picChg chg="add del mod">
          <ac:chgData name="Marcello Mariani" userId="1e342699-93ad-4e2e-93b0-0f6a2c00c4b8" providerId="ADAL" clId="{B103A7D4-4015-4F2F-9707-C9F08D49F12F}" dt="2026-05-20T11:07:41.024" v="1206" actId="21"/>
          <ac:picMkLst>
            <pc:docMk/>
            <pc:sldMk cId="1047265808" sldId="2146846805"/>
            <ac:picMk id="5" creationId="{11997E87-3F56-6EB5-D457-3F41C873A2AE}"/>
          </ac:picMkLst>
        </pc:picChg>
        <pc:picChg chg="add mod">
          <ac:chgData name="Marcello Mariani" userId="1e342699-93ad-4e2e-93b0-0f6a2c00c4b8" providerId="ADAL" clId="{B103A7D4-4015-4F2F-9707-C9F08D49F12F}" dt="2026-05-20T11:12:28.352" v="1245" actId="1076"/>
          <ac:picMkLst>
            <pc:docMk/>
            <pc:sldMk cId="1047265808" sldId="2146846805"/>
            <ac:picMk id="6" creationId="{11997E87-3F56-6EB5-D457-3F41C873A2AE}"/>
          </ac:picMkLst>
        </pc:picChg>
        <pc:picChg chg="add mod">
          <ac:chgData name="Marcello Mariani" userId="1e342699-93ad-4e2e-93b0-0f6a2c00c4b8" providerId="ADAL" clId="{B103A7D4-4015-4F2F-9707-C9F08D49F12F}" dt="2026-05-20T11:13:35.710" v="1255" actId="1076"/>
          <ac:picMkLst>
            <pc:docMk/>
            <pc:sldMk cId="1047265808" sldId="2146846805"/>
            <ac:picMk id="13" creationId="{E90D6A57-1252-BEA9-8701-294CB70D8C48}"/>
          </ac:picMkLst>
        </pc:picChg>
        <pc:picChg chg="add mod">
          <ac:chgData name="Marcello Mariani" userId="1e342699-93ad-4e2e-93b0-0f6a2c00c4b8" providerId="ADAL" clId="{B103A7D4-4015-4F2F-9707-C9F08D49F12F}" dt="2026-05-20T11:13:49.894" v="1260" actId="1076"/>
          <ac:picMkLst>
            <pc:docMk/>
            <pc:sldMk cId="1047265808" sldId="2146846805"/>
            <ac:picMk id="18" creationId="{62CF7B0F-2D72-954C-A462-1E416C93D9D4}"/>
          </ac:picMkLst>
        </pc:picChg>
      </pc:sldChg>
      <pc:sldChg chg="modSp add del mod">
        <pc:chgData name="Marcello Mariani" userId="1e342699-93ad-4e2e-93b0-0f6a2c00c4b8" providerId="ADAL" clId="{B103A7D4-4015-4F2F-9707-C9F08D49F12F}" dt="2026-05-20T11:41:40.278" v="1371" actId="47"/>
        <pc:sldMkLst>
          <pc:docMk/>
          <pc:sldMk cId="2075515139" sldId="2146846806"/>
        </pc:sldMkLst>
        <pc:spChg chg="mod">
          <ac:chgData name="Marcello Mariani" userId="1e342699-93ad-4e2e-93b0-0f6a2c00c4b8" providerId="ADAL" clId="{B103A7D4-4015-4F2F-9707-C9F08D49F12F}" dt="2026-05-20T10:58:45.566" v="1201" actId="20577"/>
          <ac:spMkLst>
            <pc:docMk/>
            <pc:sldMk cId="2075515139" sldId="2146846806"/>
            <ac:spMk id="2" creationId="{3F4D2664-C36C-5CE4-0367-8D80DECBFAC4}"/>
          </ac:spMkLst>
        </pc:spChg>
      </pc:sldChg>
      <pc:sldChg chg="add del">
        <pc:chgData name="Marcello Mariani" userId="1e342699-93ad-4e2e-93b0-0f6a2c00c4b8" providerId="ADAL" clId="{B103A7D4-4015-4F2F-9707-C9F08D49F12F}" dt="2026-05-20T10:53:13.669" v="1111" actId="47"/>
        <pc:sldMkLst>
          <pc:docMk/>
          <pc:sldMk cId="4074312951" sldId="2146846806"/>
        </pc:sldMkLst>
      </pc:sldChg>
      <pc:sldChg chg="addSp delSp modSp add mod modClrScheme chgLayout">
        <pc:chgData name="Marcello Mariani" userId="1e342699-93ad-4e2e-93b0-0f6a2c00c4b8" providerId="ADAL" clId="{B103A7D4-4015-4F2F-9707-C9F08D49F12F}" dt="2026-05-20T17:00:19.265" v="1710" actId="14100"/>
        <pc:sldMkLst>
          <pc:docMk/>
          <pc:sldMk cId="49724383" sldId="2146846807"/>
        </pc:sldMkLst>
        <pc:spChg chg="mod ord">
          <ac:chgData name="Marcello Mariani" userId="1e342699-93ad-4e2e-93b0-0f6a2c00c4b8" providerId="ADAL" clId="{B103A7D4-4015-4F2F-9707-C9F08D49F12F}" dt="2026-05-20T16:37:03.970" v="1427" actId="700"/>
          <ac:spMkLst>
            <pc:docMk/>
            <pc:sldMk cId="49724383" sldId="2146846807"/>
            <ac:spMk id="2" creationId="{66BDF208-D73C-4EB6-5C0D-D0E46AA91A20}"/>
          </ac:spMkLst>
        </pc:spChg>
        <pc:spChg chg="del">
          <ac:chgData name="Marcello Mariani" userId="1e342699-93ad-4e2e-93b0-0f6a2c00c4b8" providerId="ADAL" clId="{B103A7D4-4015-4F2F-9707-C9F08D49F12F}" dt="2026-05-20T16:37:28.515" v="1452" actId="478"/>
          <ac:spMkLst>
            <pc:docMk/>
            <pc:sldMk cId="49724383" sldId="2146846807"/>
            <ac:spMk id="5" creationId="{4155F11F-32D5-0405-DE5E-DF1A2CD9D57F}"/>
          </ac:spMkLst>
        </pc:spChg>
        <pc:spChg chg="add del mod">
          <ac:chgData name="Marcello Mariani" userId="1e342699-93ad-4e2e-93b0-0f6a2c00c4b8" providerId="ADAL" clId="{B103A7D4-4015-4F2F-9707-C9F08D49F12F}" dt="2026-05-20T16:36:32.700" v="1425" actId="478"/>
          <ac:spMkLst>
            <pc:docMk/>
            <pc:sldMk cId="49724383" sldId="2146846807"/>
            <ac:spMk id="7" creationId="{2E7E8FAC-8F22-DBE9-EFF0-4CF68E6A53D3}"/>
          </ac:spMkLst>
        </pc:spChg>
        <pc:spChg chg="add mod ord">
          <ac:chgData name="Marcello Mariani" userId="1e342699-93ad-4e2e-93b0-0f6a2c00c4b8" providerId="ADAL" clId="{B103A7D4-4015-4F2F-9707-C9F08D49F12F}" dt="2026-05-20T16:59:39.591" v="1699" actId="1076"/>
          <ac:spMkLst>
            <pc:docMk/>
            <pc:sldMk cId="49724383" sldId="2146846807"/>
            <ac:spMk id="8" creationId="{027BB590-808A-7834-CA61-D20257A4BB32}"/>
          </ac:spMkLst>
        </pc:spChg>
        <pc:spChg chg="mod ord">
          <ac:chgData name="Marcello Mariani" userId="1e342699-93ad-4e2e-93b0-0f6a2c00c4b8" providerId="ADAL" clId="{B103A7D4-4015-4F2F-9707-C9F08D49F12F}" dt="2026-05-20T16:54:32.826" v="1634" actId="1076"/>
          <ac:spMkLst>
            <pc:docMk/>
            <pc:sldMk cId="49724383" sldId="2146846807"/>
            <ac:spMk id="9" creationId="{717D36D1-65EA-C0C7-923E-5688ECC618DA}"/>
          </ac:spMkLst>
        </pc:spChg>
        <pc:spChg chg="add del mod">
          <ac:chgData name="Marcello Mariani" userId="1e342699-93ad-4e2e-93b0-0f6a2c00c4b8" providerId="ADAL" clId="{B103A7D4-4015-4F2F-9707-C9F08D49F12F}" dt="2026-05-20T16:49:12.635" v="1572" actId="22"/>
          <ac:spMkLst>
            <pc:docMk/>
            <pc:sldMk cId="49724383" sldId="2146846807"/>
            <ac:spMk id="11" creationId="{2BBDCA2C-2CC7-D63C-5499-DE9D4F9C2FA7}"/>
          </ac:spMkLst>
        </pc:spChg>
        <pc:spChg chg="mod ord">
          <ac:chgData name="Marcello Mariani" userId="1e342699-93ad-4e2e-93b0-0f6a2c00c4b8" providerId="ADAL" clId="{B103A7D4-4015-4F2F-9707-C9F08D49F12F}" dt="2026-05-20T16:54:31.582" v="1632" actId="1076"/>
          <ac:spMkLst>
            <pc:docMk/>
            <pc:sldMk cId="49724383" sldId="2146846807"/>
            <ac:spMk id="14" creationId="{832F3A5A-0AD5-D379-6305-292B1679A5EE}"/>
          </ac:spMkLst>
        </pc:spChg>
        <pc:spChg chg="mod ord">
          <ac:chgData name="Marcello Mariani" userId="1e342699-93ad-4e2e-93b0-0f6a2c00c4b8" providerId="ADAL" clId="{B103A7D4-4015-4F2F-9707-C9F08D49F12F}" dt="2026-05-20T16:54:32.039" v="1633" actId="1076"/>
          <ac:spMkLst>
            <pc:docMk/>
            <pc:sldMk cId="49724383" sldId="2146846807"/>
            <ac:spMk id="15" creationId="{D0021507-E31C-39CA-F7C8-7F8E61B33C33}"/>
          </ac:spMkLst>
        </pc:spChg>
        <pc:spChg chg="del">
          <ac:chgData name="Marcello Mariani" userId="1e342699-93ad-4e2e-93b0-0f6a2c00c4b8" providerId="ADAL" clId="{B103A7D4-4015-4F2F-9707-C9F08D49F12F}" dt="2026-05-20T16:36:31.005" v="1424" actId="478"/>
          <ac:spMkLst>
            <pc:docMk/>
            <pc:sldMk cId="49724383" sldId="2146846807"/>
            <ac:spMk id="16" creationId="{FA54E8C9-6563-8CA6-9B14-836A01EA6790}"/>
          </ac:spMkLst>
        </pc:spChg>
        <pc:spChg chg="del mod ord">
          <ac:chgData name="Marcello Mariani" userId="1e342699-93ad-4e2e-93b0-0f6a2c00c4b8" providerId="ADAL" clId="{B103A7D4-4015-4F2F-9707-C9F08D49F12F}" dt="2026-05-20T16:37:03.970" v="1427" actId="700"/>
          <ac:spMkLst>
            <pc:docMk/>
            <pc:sldMk cId="49724383" sldId="2146846807"/>
            <ac:spMk id="18" creationId="{4D02E910-3FD6-C738-8982-C3411DC50914}"/>
          </ac:spMkLst>
        </pc:spChg>
        <pc:spChg chg="add mod">
          <ac:chgData name="Marcello Mariani" userId="1e342699-93ad-4e2e-93b0-0f6a2c00c4b8" providerId="ADAL" clId="{B103A7D4-4015-4F2F-9707-C9F08D49F12F}" dt="2026-05-20T17:00:08.305" v="1706"/>
          <ac:spMkLst>
            <pc:docMk/>
            <pc:sldMk cId="49724383" sldId="2146846807"/>
            <ac:spMk id="21" creationId="{313A8AA9-F74F-4F79-D308-8FE33E08035C}"/>
          </ac:spMkLst>
        </pc:spChg>
        <pc:spChg chg="mod">
          <ac:chgData name="Marcello Mariani" userId="1e342699-93ad-4e2e-93b0-0f6a2c00c4b8" providerId="ADAL" clId="{B103A7D4-4015-4F2F-9707-C9F08D49F12F}" dt="2026-05-20T16:58:46.354" v="1696" actId="14100"/>
          <ac:spMkLst>
            <pc:docMk/>
            <pc:sldMk cId="49724383" sldId="2146846807"/>
            <ac:spMk id="22" creationId="{A8DD22A6-6EEA-F207-4748-710D3705A0B3}"/>
          </ac:spMkLst>
        </pc:spChg>
        <pc:spChg chg="del">
          <ac:chgData name="Marcello Mariani" userId="1e342699-93ad-4e2e-93b0-0f6a2c00c4b8" providerId="ADAL" clId="{B103A7D4-4015-4F2F-9707-C9F08D49F12F}" dt="2026-05-20T16:36:34.798" v="1426" actId="478"/>
          <ac:spMkLst>
            <pc:docMk/>
            <pc:sldMk cId="49724383" sldId="2146846807"/>
            <ac:spMk id="24" creationId="{B5C18C63-5A34-C36C-CDFF-8CEC950E0859}"/>
          </ac:spMkLst>
        </pc:spChg>
        <pc:spChg chg="add mod">
          <ac:chgData name="Marcello Mariani" userId="1e342699-93ad-4e2e-93b0-0f6a2c00c4b8" providerId="ADAL" clId="{B103A7D4-4015-4F2F-9707-C9F08D49F12F}" dt="2026-05-20T17:00:19.265" v="1710" actId="14100"/>
          <ac:spMkLst>
            <pc:docMk/>
            <pc:sldMk cId="49724383" sldId="2146846807"/>
            <ac:spMk id="25" creationId="{126456EB-236D-36AA-110B-A235D33EE4C4}"/>
          </ac:spMkLst>
        </pc:spChg>
        <pc:picChg chg="add mod">
          <ac:chgData name="Marcello Mariani" userId="1e342699-93ad-4e2e-93b0-0f6a2c00c4b8" providerId="ADAL" clId="{B103A7D4-4015-4F2F-9707-C9F08D49F12F}" dt="2026-05-20T16:54:41.873" v="1640" actId="14100"/>
          <ac:picMkLst>
            <pc:docMk/>
            <pc:sldMk cId="49724383" sldId="2146846807"/>
            <ac:picMk id="4" creationId="{357838A8-6932-BEC3-9CFE-05B6F8B559D0}"/>
          </ac:picMkLst>
        </pc:picChg>
        <pc:picChg chg="del">
          <ac:chgData name="Marcello Mariani" userId="1e342699-93ad-4e2e-93b0-0f6a2c00c4b8" providerId="ADAL" clId="{B103A7D4-4015-4F2F-9707-C9F08D49F12F}" dt="2026-05-20T14:08:20.539" v="1406" actId="478"/>
          <ac:picMkLst>
            <pc:docMk/>
            <pc:sldMk cId="49724383" sldId="2146846807"/>
            <ac:picMk id="12" creationId="{8CA0D7BF-65F5-1DF4-14C4-8F80ADE662B5}"/>
          </ac:picMkLst>
        </pc:picChg>
        <pc:picChg chg="add del mod">
          <ac:chgData name="Marcello Mariani" userId="1e342699-93ad-4e2e-93b0-0f6a2c00c4b8" providerId="ADAL" clId="{B103A7D4-4015-4F2F-9707-C9F08D49F12F}" dt="2026-05-20T16:57:58.213" v="1692" actId="1076"/>
          <ac:picMkLst>
            <pc:docMk/>
            <pc:sldMk cId="49724383" sldId="2146846807"/>
            <ac:picMk id="17" creationId="{6CDF8EFF-6300-3D43-641C-77E016F2ABB2}"/>
          </ac:picMkLst>
        </pc:picChg>
        <pc:picChg chg="del">
          <ac:chgData name="Marcello Mariani" userId="1e342699-93ad-4e2e-93b0-0f6a2c00c4b8" providerId="ADAL" clId="{B103A7D4-4015-4F2F-9707-C9F08D49F12F}" dt="2026-05-20T14:08:19.845" v="1405" actId="478"/>
          <ac:picMkLst>
            <pc:docMk/>
            <pc:sldMk cId="49724383" sldId="2146846807"/>
            <ac:picMk id="20" creationId="{266AF4B9-D993-3ABA-7352-29C344EC18A5}"/>
          </ac:picMkLst>
        </pc:picChg>
        <pc:picChg chg="del">
          <ac:chgData name="Marcello Mariani" userId="1e342699-93ad-4e2e-93b0-0f6a2c00c4b8" providerId="ADAL" clId="{B103A7D4-4015-4F2F-9707-C9F08D49F12F}" dt="2026-05-20T14:08:21.034" v="1407" actId="478"/>
          <ac:picMkLst>
            <pc:docMk/>
            <pc:sldMk cId="49724383" sldId="2146846807"/>
            <ac:picMk id="2052" creationId="{1D68E9AE-0CD3-C7B0-4848-EBDAB1E88228}"/>
          </ac:picMkLst>
        </pc:picChg>
        <pc:picChg chg="add mod">
          <ac:chgData name="Marcello Mariani" userId="1e342699-93ad-4e2e-93b0-0f6a2c00c4b8" providerId="ADAL" clId="{B103A7D4-4015-4F2F-9707-C9F08D49F12F}" dt="2026-05-20T16:54:33.303" v="1635" actId="1076"/>
          <ac:picMkLst>
            <pc:docMk/>
            <pc:sldMk cId="49724383" sldId="2146846807"/>
            <ac:picMk id="3074" creationId="{11B314AD-DCC4-978F-6E41-34CB205CC7AB}"/>
          </ac:picMkLst>
        </pc:picChg>
      </pc:sldChg>
      <pc:sldChg chg="addSp delSp modSp new mod">
        <pc:chgData name="Marcello Mariani" userId="1e342699-93ad-4e2e-93b0-0f6a2c00c4b8" providerId="ADAL" clId="{B103A7D4-4015-4F2F-9707-C9F08D49F12F}" dt="2026-05-21T08:14:11.255" v="1712" actId="1076"/>
        <pc:sldMkLst>
          <pc:docMk/>
          <pc:sldMk cId="3021657335" sldId="2146846808"/>
        </pc:sldMkLst>
        <pc:spChg chg="mod">
          <ac:chgData name="Marcello Mariani" userId="1e342699-93ad-4e2e-93b0-0f6a2c00c4b8" providerId="ADAL" clId="{B103A7D4-4015-4F2F-9707-C9F08D49F12F}" dt="2026-05-20T16:57:57.409" v="1678" actId="20577"/>
          <ac:spMkLst>
            <pc:docMk/>
            <pc:sldMk cId="3021657335" sldId="2146846808"/>
            <ac:spMk id="2" creationId="{D169B4F7-718E-BE38-6E41-FF7F89077C06}"/>
          </ac:spMkLst>
        </pc:spChg>
        <pc:spChg chg="mod">
          <ac:chgData name="Marcello Mariani" userId="1e342699-93ad-4e2e-93b0-0f6a2c00c4b8" providerId="ADAL" clId="{B103A7D4-4015-4F2F-9707-C9F08D49F12F}" dt="2026-05-20T16:57:58.167" v="1690" actId="255"/>
          <ac:spMkLst>
            <pc:docMk/>
            <pc:sldMk cId="3021657335" sldId="2146846808"/>
            <ac:spMk id="3" creationId="{04F3AF1E-D4BE-60DF-611F-7A8DABAE492E}"/>
          </ac:spMkLst>
        </pc:spChg>
        <pc:spChg chg="del">
          <ac:chgData name="Marcello Mariani" userId="1e342699-93ad-4e2e-93b0-0f6a2c00c4b8" providerId="ADAL" clId="{B103A7D4-4015-4F2F-9707-C9F08D49F12F}" dt="2026-05-20T16:53:14.012" v="1586"/>
          <ac:spMkLst>
            <pc:docMk/>
            <pc:sldMk cId="3021657335" sldId="2146846808"/>
            <ac:spMk id="4" creationId="{15AF9CE3-5D15-F6A6-C93B-48EE78BB334C}"/>
          </ac:spMkLst>
        </pc:spChg>
        <pc:spChg chg="mod">
          <ac:chgData name="Marcello Mariani" userId="1e342699-93ad-4e2e-93b0-0f6a2c00c4b8" providerId="ADAL" clId="{B103A7D4-4015-4F2F-9707-C9F08D49F12F}" dt="2026-05-21T08:14:11.255" v="1712" actId="1076"/>
          <ac:spMkLst>
            <pc:docMk/>
            <pc:sldMk cId="3021657335" sldId="2146846808"/>
            <ac:spMk id="6" creationId="{7CBBD00B-3474-135A-F63B-F5C39E72CEBA}"/>
          </ac:spMkLst>
        </pc:spChg>
        <pc:picChg chg="add mod">
          <ac:chgData name="Marcello Mariani" userId="1e342699-93ad-4e2e-93b0-0f6a2c00c4b8" providerId="ADAL" clId="{B103A7D4-4015-4F2F-9707-C9F08D49F12F}" dt="2026-05-20T16:57:58.098" v="1688" actId="1076"/>
          <ac:picMkLst>
            <pc:docMk/>
            <pc:sldMk cId="3021657335" sldId="2146846808"/>
            <ac:picMk id="4098" creationId="{9F987E8D-A9F5-8A6E-0327-D687E208668D}"/>
          </ac:picMkLst>
        </pc:picChg>
      </pc:sldChg>
      <pc:sldChg chg="modSp new mod">
        <pc:chgData name="Marcello Mariani" userId="1e342699-93ad-4e2e-93b0-0f6a2c00c4b8" providerId="ADAL" clId="{B103A7D4-4015-4F2F-9707-C9F08D49F12F}" dt="2026-05-21T08:19:10.789" v="1717"/>
        <pc:sldMkLst>
          <pc:docMk/>
          <pc:sldMk cId="3393906078" sldId="2146846809"/>
        </pc:sldMkLst>
        <pc:spChg chg="mod">
          <ac:chgData name="Marcello Mariani" userId="1e342699-93ad-4e2e-93b0-0f6a2c00c4b8" providerId="ADAL" clId="{B103A7D4-4015-4F2F-9707-C9F08D49F12F}" dt="2026-05-21T08:19:10.789" v="1717"/>
          <ac:spMkLst>
            <pc:docMk/>
            <pc:sldMk cId="3393906078" sldId="2146846809"/>
            <ac:spMk id="3" creationId="{5B61B7BB-EF68-D42D-8526-5BC435BBEFA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5/20/2026</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44E414-3FE9-8140-9FC1-27F6721ECE4A}" type="slidenum">
              <a:rPr kumimoji="0" lang="en-US" sz="12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286111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44E414-3FE9-8140-9FC1-27F6721ECE4A}" type="slidenum">
              <a:rPr lang="en-US" smtClean="0"/>
              <a:t>23</a:t>
            </a:fld>
            <a:endParaRPr lang="en-US"/>
          </a:p>
        </p:txBody>
      </p:sp>
    </p:spTree>
    <p:extLst>
      <p:ext uri="{BB962C8B-B14F-4D97-AF65-F5344CB8AC3E}">
        <p14:creationId xmlns:p14="http://schemas.microsoft.com/office/powerpoint/2010/main" val="1773288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6F8DA-5FFD-D1CB-0FCF-93C85D9B0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5C2A2C-0491-2F69-3828-07F1499B9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29A3DE-7944-D9E0-E8CA-11E7EC845E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49C9A2-A1A2-FB60-8C4F-E66F964A2D3D}"/>
              </a:ext>
            </a:extLst>
          </p:cNvPr>
          <p:cNvSpPr>
            <a:spLocks noGrp="1"/>
          </p:cNvSpPr>
          <p:nvPr>
            <p:ph type="sldNum" sz="quarter" idx="5"/>
          </p:nvPr>
        </p:nvSpPr>
        <p:spPr/>
        <p:txBody>
          <a:bodyPr/>
          <a:lstStyle/>
          <a:p>
            <a:fld id="{BE44E414-3FE9-8140-9FC1-27F6721ECE4A}" type="slidenum">
              <a:rPr lang="en-US" smtClean="0"/>
              <a:t>24</a:t>
            </a:fld>
            <a:endParaRPr lang="en-US"/>
          </a:p>
        </p:txBody>
      </p:sp>
    </p:spTree>
    <p:extLst>
      <p:ext uri="{BB962C8B-B14F-4D97-AF65-F5344CB8AC3E}">
        <p14:creationId xmlns:p14="http://schemas.microsoft.com/office/powerpoint/2010/main" val="22629952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5" name="Picture 4" descr="A white letter on black background&#10;&#10;AI-generated content may be incorrect.">
            <a:extLst>
              <a:ext uri="{FF2B5EF4-FFF2-40B4-BE49-F238E27FC236}">
                <a16:creationId xmlns:a16="http://schemas.microsoft.com/office/drawing/2014/main" id="{2AE9A991-1731-088C-872E-5F0729EE9A0D}"/>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5" name="Picture 4" descr="A white letter on black background&#10;&#10;AI-generated content may be incorrect.">
            <a:extLst>
              <a:ext uri="{FF2B5EF4-FFF2-40B4-BE49-F238E27FC236}">
                <a16:creationId xmlns:a16="http://schemas.microsoft.com/office/drawing/2014/main" id="{110C0A59-98DE-7D8F-86CF-99E5F4FE7915}"/>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72B66E50-E002-F365-B231-30C9BC66D006}"/>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465B2167-38F3-7D39-ABBF-410CF424B46F}"/>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 Tagline">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E0A750A0-4A47-1C89-D304-6F66317EF1E4}"/>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6507439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 Tagline">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pic>
        <p:nvPicPr>
          <p:cNvPr id="6" name="Picture 5" descr="A white letter on black background&#10;&#10;AI-generated content may be incorrect.">
            <a:extLst>
              <a:ext uri="{FF2B5EF4-FFF2-40B4-BE49-F238E27FC236}">
                <a16:creationId xmlns:a16="http://schemas.microsoft.com/office/drawing/2014/main" id="{C04B366D-C68C-E8E1-D016-2C47758B44E8}"/>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60474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Taglin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A8630C-96A3-BF9D-50AE-84F868754BE9}"/>
              </a:ext>
            </a:extLst>
          </p:cNvPr>
          <p:cNvPicPr>
            <a:picLocks noChangeAspect="1"/>
          </p:cNvPicPr>
          <p:nvPr userDrawn="1"/>
        </p:nvPicPr>
        <p:blipFill>
          <a:blip r:embed="rId2"/>
          <a:stretch>
            <a:fillRect/>
          </a:stretch>
        </p:blipFill>
        <p:spPr>
          <a:xfrm>
            <a:off x="481330" y="4761517"/>
            <a:ext cx="3216027" cy="442307"/>
          </a:xfrm>
          <a:prstGeom prst="rect">
            <a:avLst/>
          </a:prstGeom>
        </p:spPr>
      </p:pic>
      <p:sp>
        <p:nvSpPr>
          <p:cNvPr id="3" name="Legal">
            <a:extLst>
              <a:ext uri="{FF2B5EF4-FFF2-40B4-BE49-F238E27FC236}">
                <a16:creationId xmlns:a16="http://schemas.microsoft.com/office/drawing/2014/main" id="{079A6F00-9D47-864A-7B12-7400B50ACF3F}"/>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2026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79822666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Tagline - Dark Mode ">
    <p:bg>
      <p:bgPr>
        <a:solidFill>
          <a:srgbClr val="000000"/>
        </a:solidFill>
        <a:effectLst/>
      </p:bgPr>
    </p:bg>
    <p:spTree>
      <p:nvGrpSpPr>
        <p:cNvPr id="1" name=""/>
        <p:cNvGrpSpPr/>
        <p:nvPr/>
      </p:nvGrpSpPr>
      <p:grpSpPr>
        <a:xfrm>
          <a:off x="0" y="0"/>
          <a:ext cx="0" cy="0"/>
          <a:chOff x="0" y="0"/>
          <a:chExt cx="0" cy="0"/>
        </a:xfrm>
      </p:grpSpPr>
      <p:pic>
        <p:nvPicPr>
          <p:cNvPr id="6" name="Picture 5" descr="A white letter on black background&#10;&#10;AI-generated content may be incorrect.">
            <a:extLst>
              <a:ext uri="{FF2B5EF4-FFF2-40B4-BE49-F238E27FC236}">
                <a16:creationId xmlns:a16="http://schemas.microsoft.com/office/drawing/2014/main" id="{3C2F93BD-11DD-2341-181C-9E6B08D4E6F4}"/>
              </a:ext>
            </a:extLst>
          </p:cNvPr>
          <p:cNvPicPr>
            <a:picLocks noChangeAspect="1"/>
          </p:cNvPicPr>
          <p:nvPr userDrawn="1"/>
        </p:nvPicPr>
        <p:blipFill>
          <a:blip r:embed="rId2"/>
          <a:stretch>
            <a:fillRect/>
          </a:stretch>
        </p:blipFill>
        <p:spPr>
          <a:xfrm>
            <a:off x="481330" y="4762885"/>
            <a:ext cx="3206087" cy="440940"/>
          </a:xfrm>
          <a:prstGeom prst="rect">
            <a:avLst/>
          </a:prstGeom>
        </p:spPr>
      </p:pic>
      <p:sp>
        <p:nvSpPr>
          <p:cNvPr id="3" name="Legal">
            <a:extLst>
              <a:ext uri="{FF2B5EF4-FFF2-40B4-BE49-F238E27FC236}">
                <a16:creationId xmlns:a16="http://schemas.microsoft.com/office/drawing/2014/main" id="{B1252A5C-2388-D5FB-153C-E8FC9B3DB418}"/>
              </a:ext>
            </a:extLst>
          </p:cNvPr>
          <p:cNvSpPr txBox="1"/>
          <p:nvPr userDrawn="1"/>
        </p:nvSpPr>
        <p:spPr>
          <a:xfrm>
            <a:off x="484630" y="5480917"/>
            <a:ext cx="8399393"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2026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the M logo, Intelligence Accelerated™,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42550201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A931CEF5-1D00-3760-7809-BDF56D0FE198}"/>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08578C54-A97A-A59F-100F-FA1BB64B8251}"/>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CFD3736C-471D-A96D-E313-FE827167BD93}"/>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pic>
        <p:nvPicPr>
          <p:cNvPr id="5" name="Picture 4" descr="A white letter on black background&#10;&#10;AI-generated content may be incorrect.">
            <a:extLst>
              <a:ext uri="{FF2B5EF4-FFF2-40B4-BE49-F238E27FC236}">
                <a16:creationId xmlns:a16="http://schemas.microsoft.com/office/drawing/2014/main" id="{E5B283E8-13E4-CE0E-98BA-967E0DE782C0}"/>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 Tagline">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pic>
        <p:nvPicPr>
          <p:cNvPr id="7" name="Picture 6" descr="A white letter on black background&#10;&#10;AI-generated content may be incorrect.">
            <a:extLst>
              <a:ext uri="{FF2B5EF4-FFF2-40B4-BE49-F238E27FC236}">
                <a16:creationId xmlns:a16="http://schemas.microsoft.com/office/drawing/2014/main" id="{C01C6447-BD58-3B23-2F9B-08528BCB5715}"/>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7514407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 Tagline">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64E66135-2F33-3466-25F4-421E1DAED13B}"/>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7766302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5" name="Picture 4" descr="A white letter on black background&#10;&#10;AI-generated content may be incorrect.">
            <a:extLst>
              <a:ext uri="{FF2B5EF4-FFF2-40B4-BE49-F238E27FC236}">
                <a16:creationId xmlns:a16="http://schemas.microsoft.com/office/drawing/2014/main" id="{AC859D47-FFDA-4D4C-450F-BC1531A5F6D1}"/>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pic>
        <p:nvPicPr>
          <p:cNvPr id="6" name="Picture 5" descr="A white letter on black background&#10;&#10;AI-generated content may be incorrect.">
            <a:extLst>
              <a:ext uri="{FF2B5EF4-FFF2-40B4-BE49-F238E27FC236}">
                <a16:creationId xmlns:a16="http://schemas.microsoft.com/office/drawing/2014/main" id="{3A90209C-4160-BD93-E0D9-D294128A903B}"/>
              </a:ext>
            </a:extLst>
          </p:cNvPr>
          <p:cNvPicPr>
            <a:picLocks noChangeAspect="1"/>
          </p:cNvPicPr>
          <p:nvPr userDrawn="1"/>
        </p:nvPicPr>
        <p:blipFill>
          <a:blip r:embed="rId2"/>
          <a:stretch>
            <a:fillRect/>
          </a:stretch>
        </p:blipFill>
        <p:spPr>
          <a:xfrm>
            <a:off x="481330" y="6081208"/>
            <a:ext cx="2124305" cy="292160"/>
          </a:xfrm>
          <a:prstGeom prst="rect">
            <a:avLst/>
          </a:prstGeom>
        </p:spPr>
      </p:pic>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5618489" y="6333767"/>
            <a:ext cx="1710155" cy="365125"/>
          </a:xfrm>
        </p:spPr>
        <p:txBody>
          <a:bodyPr/>
          <a:lstStyle/>
          <a:p>
            <a:pPr algn="l"/>
            <a:fld id="{C39875D5-3A0C-487B-BD99-81CA7ACF2EBF}" type="datetime1">
              <a:rPr lang="en-US" smtClean="0"/>
              <a:t>5/20/2026</a:t>
            </a:fld>
            <a:endParaRPr lang="en-US"/>
          </a:p>
        </p:txBody>
      </p:sp>
      <p:sp>
        <p:nvSpPr>
          <p:cNvPr id="5" name="Footer Placeholder 4"/>
          <p:cNvSpPr>
            <a:spLocks noGrp="1"/>
          </p:cNvSpPr>
          <p:nvPr>
            <p:ph type="ftr" sz="quarter" idx="11"/>
          </p:nvPr>
        </p:nvSpPr>
        <p:spPr>
          <a:xfrm>
            <a:off x="2536719" y="6333767"/>
            <a:ext cx="3048004" cy="365125"/>
          </a:xfrm>
        </p:spPr>
        <p:txBody>
          <a:bodyPr/>
          <a:lstStyle/>
          <a:p>
            <a:r>
              <a:rPr lang="en-US"/>
              <a:t>EDC #:4C2XJY5FTJDK-5-1910  |  Micron Confidential</a:t>
            </a:r>
          </a:p>
        </p:txBody>
      </p:sp>
      <p:sp>
        <p:nvSpPr>
          <p:cNvPr id="6" name="Slide Number Placeholder 5"/>
          <p:cNvSpPr>
            <a:spLocks noGrp="1"/>
          </p:cNvSpPr>
          <p:nvPr>
            <p:ph type="sldNum" sz="quarter" idx="12"/>
          </p:nvPr>
        </p:nvSpPr>
        <p:spPr/>
        <p:txBody>
          <a:bodyPr/>
          <a:lstStyle/>
          <a:p>
            <a:fld id="{B7E7695C-FCF1-4AA0-9B93-7941FED13DC4}" type="slidenum">
              <a:rPr lang="en-US" smtClean="0"/>
              <a:t>‹#›</a:t>
            </a:fld>
            <a:endParaRPr lang="en-US"/>
          </a:p>
        </p:txBody>
      </p:sp>
      <p:sp>
        <p:nvSpPr>
          <p:cNvPr id="9" name="Title 1">
            <a:extLst>
              <a:ext uri="{FF2B5EF4-FFF2-40B4-BE49-F238E27FC236}">
                <a16:creationId xmlns:a16="http://schemas.microsoft.com/office/drawing/2014/main" id="{0029B689-E651-498F-899B-E9760B7B8A10}"/>
              </a:ext>
            </a:extLst>
          </p:cNvPr>
          <p:cNvSpPr>
            <a:spLocks noGrp="1"/>
          </p:cNvSpPr>
          <p:nvPr>
            <p:ph type="title"/>
          </p:nvPr>
        </p:nvSpPr>
        <p:spPr>
          <a:xfrm>
            <a:off x="457200" y="342900"/>
            <a:ext cx="11277600" cy="859999"/>
          </a:xfrm>
        </p:spPr>
        <p:txBody>
          <a:bodyPr/>
          <a:lstStyle>
            <a:lvl1pPr>
              <a:defRPr/>
            </a:lvl1pPr>
          </a:lstStyle>
          <a:p>
            <a:r>
              <a:rPr lang="en-US"/>
              <a:t>Click to edit Master title style</a:t>
            </a:r>
          </a:p>
        </p:txBody>
      </p:sp>
      <p:sp>
        <p:nvSpPr>
          <p:cNvPr id="11" name="Content Placeholder 2">
            <a:extLst>
              <a:ext uri="{FF2B5EF4-FFF2-40B4-BE49-F238E27FC236}">
                <a16:creationId xmlns:a16="http://schemas.microsoft.com/office/drawing/2014/main" id="{7D6C2243-C032-444A-9CF6-350F42AF70AB}"/>
              </a:ext>
            </a:extLst>
          </p:cNvPr>
          <p:cNvSpPr>
            <a:spLocks noGrp="1"/>
          </p:cNvSpPr>
          <p:nvPr>
            <p:ph sz="half" idx="1"/>
          </p:nvPr>
        </p:nvSpPr>
        <p:spPr>
          <a:xfrm>
            <a:off x="457200" y="1253613"/>
            <a:ext cx="11277600" cy="4980932"/>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51076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654578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13683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75936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13562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59657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18293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677373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583155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06371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92277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370376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2.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53" r:id="rId5"/>
    <p:sldLayoutId id="2147483754"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752" r:id="rId38"/>
    <p:sldLayoutId id="2147483751" r:id="rId39"/>
    <p:sldLayoutId id="2147483743" r:id="rId40"/>
    <p:sldLayoutId id="2147483744" r:id="rId41"/>
    <p:sldLayoutId id="2147483745" r:id="rId42"/>
    <p:sldLayoutId id="2147483746" r:id="rId43"/>
    <p:sldLayoutId id="2147483755" r:id="rId44"/>
    <p:sldLayoutId id="2147483756" r:id="rId45"/>
    <p:sldLayoutId id="2147483749" r:id="rId46"/>
    <p:sldLayoutId id="2147483750" r:id="rId47"/>
    <p:sldLayoutId id="2147483757"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8244283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6.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38.jpe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41.png"/><Relationship Id="rId4" Type="http://schemas.openxmlformats.org/officeDocument/2006/relationships/image" Target="../media/image40.jpeg"/></Relationships>
</file>

<file path=ppt/slides/_rels/slide25.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F4E4D36-D998-4077-9B42-BA789BE570F6}"/>
              </a:ext>
            </a:extLst>
          </p:cNvPr>
          <p:cNvSpPr>
            <a:spLocks noGrp="1"/>
          </p:cNvSpPr>
          <p:nvPr>
            <p:ph type="ctrTitle"/>
          </p:nvPr>
        </p:nvSpPr>
        <p:spPr/>
        <p:txBody>
          <a:bodyPr/>
          <a:lstStyle/>
          <a:p>
            <a:r>
              <a:rPr lang="en-US" dirty="0"/>
              <a:t>Packaging &amp; 3D Integration</a:t>
            </a:r>
          </a:p>
        </p:txBody>
      </p:sp>
      <p:sp>
        <p:nvSpPr>
          <p:cNvPr id="3" name="Subtitle 3">
            <a:extLst>
              <a:ext uri="{FF2B5EF4-FFF2-40B4-BE49-F238E27FC236}">
                <a16:creationId xmlns:a16="http://schemas.microsoft.com/office/drawing/2014/main" id="{30AA819D-9365-4360-AC3B-36813CDA1FB9}"/>
              </a:ext>
            </a:extLst>
          </p:cNvPr>
          <p:cNvSpPr>
            <a:spLocks noGrp="1"/>
          </p:cNvSpPr>
          <p:nvPr>
            <p:ph type="subTitle" idx="1"/>
          </p:nvPr>
        </p:nvSpPr>
        <p:spPr/>
        <p:txBody>
          <a:bodyPr/>
          <a:lstStyle/>
          <a:p>
            <a:r>
              <a:rPr lang="en-US"/>
              <a:t>Month 00, 0000</a:t>
            </a:r>
          </a:p>
          <a:p>
            <a:r>
              <a:rPr lang="en-US"/>
              <a:t>Presenter Name [Optional]</a:t>
            </a:r>
          </a:p>
          <a:p>
            <a:r>
              <a:rPr lang="en-US"/>
              <a:t>Title [Optional]</a:t>
            </a:r>
            <a:endParaRPr lang="en-US" dirty="0"/>
          </a:p>
        </p:txBody>
      </p:sp>
    </p:spTree>
    <p:extLst>
      <p:ext uri="{BB962C8B-B14F-4D97-AF65-F5344CB8AC3E}">
        <p14:creationId xmlns:p14="http://schemas.microsoft.com/office/powerpoint/2010/main" val="933269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AFAD3-D4DC-4F65-5F96-68C365EE6A2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EAA9CD8-D517-4887-4D86-A02285B4F01F}"/>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3DE5FB81-CAC4-A387-2D74-E4D8549B70C6}"/>
              </a:ext>
            </a:extLst>
          </p:cNvPr>
          <p:cNvPicPr>
            <a:picLocks noChangeAspect="1"/>
          </p:cNvPicPr>
          <p:nvPr/>
        </p:nvPicPr>
        <p:blipFill>
          <a:blip r:embed="rId2"/>
          <a:stretch>
            <a:fillRect/>
          </a:stretch>
        </p:blipFill>
        <p:spPr>
          <a:xfrm>
            <a:off x="207997" y="89704"/>
            <a:ext cx="10189450" cy="6381101"/>
          </a:xfrm>
          <a:prstGeom prst="rect">
            <a:avLst/>
          </a:prstGeom>
        </p:spPr>
      </p:pic>
      <p:sp>
        <p:nvSpPr>
          <p:cNvPr id="6" name="TextBox 5">
            <a:extLst>
              <a:ext uri="{FF2B5EF4-FFF2-40B4-BE49-F238E27FC236}">
                <a16:creationId xmlns:a16="http://schemas.microsoft.com/office/drawing/2014/main" id="{B2694DE6-B011-5DCF-28B8-13439DF776E9}"/>
              </a:ext>
            </a:extLst>
          </p:cNvPr>
          <p:cNvSpPr txBox="1"/>
          <p:nvPr/>
        </p:nvSpPr>
        <p:spPr>
          <a:xfrm>
            <a:off x="367301" y="5933797"/>
            <a:ext cx="8180798" cy="369332"/>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2139962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5CCD4-5032-09D4-32A6-7FFAE2140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CD3F9-03FE-F3E7-8934-3839B14B95EC}"/>
              </a:ext>
            </a:extLst>
          </p:cNvPr>
          <p:cNvSpPr>
            <a:spLocks noGrp="1"/>
          </p:cNvSpPr>
          <p:nvPr>
            <p:ph type="title"/>
          </p:nvPr>
        </p:nvSpPr>
        <p:spPr/>
        <p:txBody>
          <a:bodyPr/>
          <a:lstStyle/>
          <a:p>
            <a:r>
              <a:rPr lang="en-US" dirty="0"/>
              <a:t>Introduction to Packaging</a:t>
            </a:r>
          </a:p>
        </p:txBody>
      </p:sp>
      <p:sp>
        <p:nvSpPr>
          <p:cNvPr id="4" name="Text Placeholder 3">
            <a:extLst>
              <a:ext uri="{FF2B5EF4-FFF2-40B4-BE49-F238E27FC236}">
                <a16:creationId xmlns:a16="http://schemas.microsoft.com/office/drawing/2014/main" id="{59306632-592F-1CD8-FB0E-F85C085EFDBE}"/>
              </a:ext>
            </a:extLst>
          </p:cNvPr>
          <p:cNvSpPr>
            <a:spLocks noGrp="1"/>
          </p:cNvSpPr>
          <p:nvPr>
            <p:ph type="body" sz="quarter" idx="10"/>
          </p:nvPr>
        </p:nvSpPr>
        <p:spPr/>
        <p:txBody>
          <a:bodyPr/>
          <a:lstStyle/>
          <a:p>
            <a:endParaRPr lang="en-US"/>
          </a:p>
        </p:txBody>
      </p:sp>
      <p:sp>
        <p:nvSpPr>
          <p:cNvPr id="5" name="Text Placeholder 4">
            <a:extLst>
              <a:ext uri="{FF2B5EF4-FFF2-40B4-BE49-F238E27FC236}">
                <a16:creationId xmlns:a16="http://schemas.microsoft.com/office/drawing/2014/main" id="{70431F02-A706-1233-E9A9-AFD1CB9C7E13}"/>
              </a:ext>
            </a:extLst>
          </p:cNvPr>
          <p:cNvSpPr>
            <a:spLocks noGrp="1"/>
          </p:cNvSpPr>
          <p:nvPr>
            <p:ph type="body" sz="quarter" idx="11"/>
          </p:nvPr>
        </p:nvSpPr>
        <p:spPr/>
        <p:txBody>
          <a:bodyPr/>
          <a:lstStyle/>
          <a:p>
            <a:endParaRPr lang="en-US"/>
          </a:p>
        </p:txBody>
      </p:sp>
      <p:pic>
        <p:nvPicPr>
          <p:cNvPr id="9" name="Content Placeholder 8">
            <a:extLst>
              <a:ext uri="{FF2B5EF4-FFF2-40B4-BE49-F238E27FC236}">
                <a16:creationId xmlns:a16="http://schemas.microsoft.com/office/drawing/2014/main" id="{3A40700F-4ED4-AFD3-A01D-3FBBFB10002D}"/>
              </a:ext>
            </a:extLst>
          </p:cNvPr>
          <p:cNvPicPr>
            <a:picLocks noGrp="1" noChangeAspect="1"/>
          </p:cNvPicPr>
          <p:nvPr>
            <p:ph idx="1"/>
          </p:nvPr>
        </p:nvPicPr>
        <p:blipFill>
          <a:blip r:embed="rId2"/>
          <a:srcRect t="7562"/>
          <a:stretch>
            <a:fillRect/>
          </a:stretch>
        </p:blipFill>
        <p:spPr>
          <a:xfrm>
            <a:off x="791737" y="1378607"/>
            <a:ext cx="9284623" cy="4617052"/>
          </a:xfrm>
          <a:prstGeom prst="rect">
            <a:avLst/>
          </a:prstGeom>
        </p:spPr>
      </p:pic>
      <p:pic>
        <p:nvPicPr>
          <p:cNvPr id="11" name="Picture 10">
            <a:extLst>
              <a:ext uri="{FF2B5EF4-FFF2-40B4-BE49-F238E27FC236}">
                <a16:creationId xmlns:a16="http://schemas.microsoft.com/office/drawing/2014/main" id="{2CB0CB50-3BBC-C768-6421-B3C457FC519C}"/>
              </a:ext>
            </a:extLst>
          </p:cNvPr>
          <p:cNvPicPr>
            <a:picLocks noChangeAspect="1"/>
          </p:cNvPicPr>
          <p:nvPr/>
        </p:nvPicPr>
        <p:blipFill>
          <a:blip r:embed="rId3"/>
          <a:stretch>
            <a:fillRect/>
          </a:stretch>
        </p:blipFill>
        <p:spPr>
          <a:xfrm>
            <a:off x="10076360" y="5443181"/>
            <a:ext cx="2006703" cy="552478"/>
          </a:xfrm>
          <a:prstGeom prst="rect">
            <a:avLst/>
          </a:prstGeom>
        </p:spPr>
      </p:pic>
      <p:sp>
        <p:nvSpPr>
          <p:cNvPr id="12" name="Rectangle 11">
            <a:extLst>
              <a:ext uri="{FF2B5EF4-FFF2-40B4-BE49-F238E27FC236}">
                <a16:creationId xmlns:a16="http://schemas.microsoft.com/office/drawing/2014/main" id="{DBD50BC5-D6C6-78E5-6AB4-1CB55376CCD9}"/>
              </a:ext>
            </a:extLst>
          </p:cNvPr>
          <p:cNvSpPr/>
          <p:nvPr/>
        </p:nvSpPr>
        <p:spPr>
          <a:xfrm>
            <a:off x="8798312" y="5720576"/>
            <a:ext cx="1092820" cy="275083"/>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3" name="TextBox 2">
            <a:extLst>
              <a:ext uri="{FF2B5EF4-FFF2-40B4-BE49-F238E27FC236}">
                <a16:creationId xmlns:a16="http://schemas.microsoft.com/office/drawing/2014/main" id="{AA6EDA82-831E-BB67-CDB2-B9EE280FED51}"/>
              </a:ext>
            </a:extLst>
          </p:cNvPr>
          <p:cNvSpPr txBox="1"/>
          <p:nvPr/>
        </p:nvSpPr>
        <p:spPr>
          <a:xfrm>
            <a:off x="367301" y="5933797"/>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1935534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5780E-A7A8-19B3-6F81-9A550DA61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33A54-37F6-8245-1313-838A65119395}"/>
              </a:ext>
            </a:extLst>
          </p:cNvPr>
          <p:cNvSpPr>
            <a:spLocks noGrp="1"/>
          </p:cNvSpPr>
          <p:nvPr>
            <p:ph type="title"/>
          </p:nvPr>
        </p:nvSpPr>
        <p:spPr/>
        <p:txBody>
          <a:bodyPr/>
          <a:lstStyle/>
          <a:p>
            <a:endParaRPr/>
          </a:p>
        </p:txBody>
      </p:sp>
      <p:sp>
        <p:nvSpPr>
          <p:cNvPr id="3" name="Text Placeholder 2">
            <a:extLst>
              <a:ext uri="{FF2B5EF4-FFF2-40B4-BE49-F238E27FC236}">
                <a16:creationId xmlns:a16="http://schemas.microsoft.com/office/drawing/2014/main" id="{E15308C8-49C3-731D-8FC4-D5A0F8C9DE1C}"/>
              </a:ext>
            </a:extLst>
          </p:cNvPr>
          <p:cNvSpPr>
            <a:spLocks noGrp="1"/>
          </p:cNvSpPr>
          <p:nvPr>
            <p:ph type="body" sz="quarter" idx="10"/>
          </p:nvPr>
        </p:nvSpPr>
        <p:spPr/>
        <p:txBody>
          <a:bodyPr/>
          <a:lstStyle/>
          <a:p>
            <a:endParaRPr/>
          </a:p>
        </p:txBody>
      </p:sp>
      <p:pic>
        <p:nvPicPr>
          <p:cNvPr id="4" name="Picture 3" descr="page_14.png">
            <a:extLst>
              <a:ext uri="{FF2B5EF4-FFF2-40B4-BE49-F238E27FC236}">
                <a16:creationId xmlns:a16="http://schemas.microsoft.com/office/drawing/2014/main" id="{0748E133-EB4C-F1E4-CF1A-BC19D1ECDA1C}"/>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B53D7EAA-8B5D-63B5-620C-E25A175B6BC7}"/>
              </a:ext>
            </a:extLst>
          </p:cNvPr>
          <p:cNvSpPr txBox="1"/>
          <p:nvPr/>
        </p:nvSpPr>
        <p:spPr>
          <a:xfrm>
            <a:off x="367301" y="5933797"/>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66245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EAF2F-3E09-60B3-6B91-43FFAC1BD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1EA26-3609-8157-4E72-4BD0AFFDB3D2}"/>
              </a:ext>
            </a:extLst>
          </p:cNvPr>
          <p:cNvSpPr>
            <a:spLocks noGrp="1"/>
          </p:cNvSpPr>
          <p:nvPr>
            <p:ph type="title"/>
          </p:nvPr>
        </p:nvSpPr>
        <p:spPr/>
        <p:txBody>
          <a:bodyPr/>
          <a:lstStyle/>
          <a:p>
            <a:endParaRPr/>
          </a:p>
        </p:txBody>
      </p:sp>
      <p:sp>
        <p:nvSpPr>
          <p:cNvPr id="3" name="Text Placeholder 2">
            <a:extLst>
              <a:ext uri="{FF2B5EF4-FFF2-40B4-BE49-F238E27FC236}">
                <a16:creationId xmlns:a16="http://schemas.microsoft.com/office/drawing/2014/main" id="{359990B7-E243-D791-408C-844A963B6C17}"/>
              </a:ext>
            </a:extLst>
          </p:cNvPr>
          <p:cNvSpPr>
            <a:spLocks noGrp="1"/>
          </p:cNvSpPr>
          <p:nvPr>
            <p:ph type="body" sz="quarter" idx="10"/>
          </p:nvPr>
        </p:nvSpPr>
        <p:spPr/>
        <p:txBody>
          <a:bodyPr/>
          <a:lstStyle/>
          <a:p>
            <a:endParaRPr/>
          </a:p>
        </p:txBody>
      </p:sp>
      <p:pic>
        <p:nvPicPr>
          <p:cNvPr id="4" name="Picture 3" descr="page_15.png">
            <a:extLst>
              <a:ext uri="{FF2B5EF4-FFF2-40B4-BE49-F238E27FC236}">
                <a16:creationId xmlns:a16="http://schemas.microsoft.com/office/drawing/2014/main" id="{B9B6F326-A0AA-F37C-BB3F-2F31945F5ACD}"/>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A0149DF3-ABD3-C138-D999-EB009A4007E4}"/>
              </a:ext>
            </a:extLst>
          </p:cNvPr>
          <p:cNvSpPr txBox="1"/>
          <p:nvPr/>
        </p:nvSpPr>
        <p:spPr>
          <a:xfrm>
            <a:off x="367301" y="5933797"/>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3612162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8D002-4F3E-22EA-C6F7-7ED614059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18241-D8B5-CD68-2EA9-1A85EFC06A66}"/>
              </a:ext>
            </a:extLst>
          </p:cNvPr>
          <p:cNvSpPr>
            <a:spLocks noGrp="1"/>
          </p:cNvSpPr>
          <p:nvPr>
            <p:ph type="title"/>
          </p:nvPr>
        </p:nvSpPr>
        <p:spPr/>
        <p:txBody>
          <a:bodyPr/>
          <a:lstStyle/>
          <a:p>
            <a:endParaRPr/>
          </a:p>
        </p:txBody>
      </p:sp>
      <p:sp>
        <p:nvSpPr>
          <p:cNvPr id="3" name="Text Placeholder 2">
            <a:extLst>
              <a:ext uri="{FF2B5EF4-FFF2-40B4-BE49-F238E27FC236}">
                <a16:creationId xmlns:a16="http://schemas.microsoft.com/office/drawing/2014/main" id="{36389880-9EDF-062A-BA8C-0B32E3070565}"/>
              </a:ext>
            </a:extLst>
          </p:cNvPr>
          <p:cNvSpPr>
            <a:spLocks noGrp="1"/>
          </p:cNvSpPr>
          <p:nvPr>
            <p:ph type="body" sz="quarter" idx="10"/>
          </p:nvPr>
        </p:nvSpPr>
        <p:spPr/>
        <p:txBody>
          <a:bodyPr/>
          <a:lstStyle/>
          <a:p>
            <a:endParaRPr/>
          </a:p>
        </p:txBody>
      </p:sp>
      <p:pic>
        <p:nvPicPr>
          <p:cNvPr id="4" name="Picture 3" descr="page_16.png">
            <a:extLst>
              <a:ext uri="{FF2B5EF4-FFF2-40B4-BE49-F238E27FC236}">
                <a16:creationId xmlns:a16="http://schemas.microsoft.com/office/drawing/2014/main" id="{D05D6F85-80AA-F4F4-7C3A-41017A0503E8}"/>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1D0A8314-F094-20FF-54C3-712F7BA4546F}"/>
              </a:ext>
            </a:extLst>
          </p:cNvPr>
          <p:cNvSpPr txBox="1"/>
          <p:nvPr/>
        </p:nvSpPr>
        <p:spPr>
          <a:xfrm>
            <a:off x="367301" y="5933797"/>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2369940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ADC62-EB70-909E-0473-EF9E814FB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DEA3F-9EF0-211E-59FE-90E957C2A8FF}"/>
              </a:ext>
            </a:extLst>
          </p:cNvPr>
          <p:cNvSpPr>
            <a:spLocks noGrp="1"/>
          </p:cNvSpPr>
          <p:nvPr>
            <p:ph type="title"/>
          </p:nvPr>
        </p:nvSpPr>
        <p:spPr/>
        <p:txBody>
          <a:bodyPr/>
          <a:lstStyle/>
          <a:p>
            <a:endParaRPr/>
          </a:p>
        </p:txBody>
      </p:sp>
      <p:sp>
        <p:nvSpPr>
          <p:cNvPr id="3" name="Text Placeholder 2">
            <a:extLst>
              <a:ext uri="{FF2B5EF4-FFF2-40B4-BE49-F238E27FC236}">
                <a16:creationId xmlns:a16="http://schemas.microsoft.com/office/drawing/2014/main" id="{6F1EC271-305E-618B-0B84-1A86A4DBD9C7}"/>
              </a:ext>
            </a:extLst>
          </p:cNvPr>
          <p:cNvSpPr>
            <a:spLocks noGrp="1"/>
          </p:cNvSpPr>
          <p:nvPr>
            <p:ph type="body" sz="quarter" idx="10"/>
          </p:nvPr>
        </p:nvSpPr>
        <p:spPr/>
        <p:txBody>
          <a:bodyPr/>
          <a:lstStyle/>
          <a:p>
            <a:endParaRPr/>
          </a:p>
        </p:txBody>
      </p:sp>
      <p:pic>
        <p:nvPicPr>
          <p:cNvPr id="4" name="Picture 3" descr="page_17.png">
            <a:extLst>
              <a:ext uri="{FF2B5EF4-FFF2-40B4-BE49-F238E27FC236}">
                <a16:creationId xmlns:a16="http://schemas.microsoft.com/office/drawing/2014/main" id="{13C10C23-9B21-3169-EB8F-9EE2C5CBCD80}"/>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A17D289B-E8CB-DB0B-0859-DFF07250C84C}"/>
              </a:ext>
            </a:extLst>
          </p:cNvPr>
          <p:cNvSpPr txBox="1"/>
          <p:nvPr/>
        </p:nvSpPr>
        <p:spPr>
          <a:xfrm>
            <a:off x="367301" y="5933797"/>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1348003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03D67-0B07-367B-7034-979D27A7C9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97DCF-9252-07DB-85C1-2F292659A732}"/>
              </a:ext>
            </a:extLst>
          </p:cNvPr>
          <p:cNvSpPr>
            <a:spLocks noGrp="1"/>
          </p:cNvSpPr>
          <p:nvPr>
            <p:ph type="title"/>
          </p:nvPr>
        </p:nvSpPr>
        <p:spPr/>
        <p:txBody>
          <a:bodyPr/>
          <a:lstStyle/>
          <a:p>
            <a:endParaRPr/>
          </a:p>
        </p:txBody>
      </p:sp>
      <p:sp>
        <p:nvSpPr>
          <p:cNvPr id="3" name="Text Placeholder 2">
            <a:extLst>
              <a:ext uri="{FF2B5EF4-FFF2-40B4-BE49-F238E27FC236}">
                <a16:creationId xmlns:a16="http://schemas.microsoft.com/office/drawing/2014/main" id="{86C312AA-F79B-9E5B-0C3F-3ED6C3DDBE31}"/>
              </a:ext>
            </a:extLst>
          </p:cNvPr>
          <p:cNvSpPr>
            <a:spLocks noGrp="1"/>
          </p:cNvSpPr>
          <p:nvPr>
            <p:ph type="body" sz="quarter" idx="10"/>
          </p:nvPr>
        </p:nvSpPr>
        <p:spPr/>
        <p:txBody>
          <a:bodyPr/>
          <a:lstStyle/>
          <a:p>
            <a:endParaRPr/>
          </a:p>
        </p:txBody>
      </p:sp>
      <p:pic>
        <p:nvPicPr>
          <p:cNvPr id="4" name="Picture 3" descr="page_18.png">
            <a:extLst>
              <a:ext uri="{FF2B5EF4-FFF2-40B4-BE49-F238E27FC236}">
                <a16:creationId xmlns:a16="http://schemas.microsoft.com/office/drawing/2014/main" id="{686FF6E9-82AB-3C0D-3857-DEDB9A16059A}"/>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45FD0FFE-A426-72D7-43F0-B3BA1585C25E}"/>
              </a:ext>
            </a:extLst>
          </p:cNvPr>
          <p:cNvSpPr txBox="1"/>
          <p:nvPr/>
        </p:nvSpPr>
        <p:spPr>
          <a:xfrm>
            <a:off x="326205" y="6373368"/>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1837503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09DAB-F40B-6D7C-74B8-243C8097C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577B1-1618-D68E-9AF9-F9C21AFB6945}"/>
              </a:ext>
            </a:extLst>
          </p:cNvPr>
          <p:cNvSpPr>
            <a:spLocks noGrp="1"/>
          </p:cNvSpPr>
          <p:nvPr>
            <p:ph type="title"/>
          </p:nvPr>
        </p:nvSpPr>
        <p:spPr/>
        <p:txBody>
          <a:bodyPr/>
          <a:lstStyle/>
          <a:p>
            <a:endParaRPr/>
          </a:p>
        </p:txBody>
      </p:sp>
      <p:sp>
        <p:nvSpPr>
          <p:cNvPr id="3" name="Text Placeholder 2">
            <a:extLst>
              <a:ext uri="{FF2B5EF4-FFF2-40B4-BE49-F238E27FC236}">
                <a16:creationId xmlns:a16="http://schemas.microsoft.com/office/drawing/2014/main" id="{C03131A1-F322-6FCF-342E-BDE3D98AD1F9}"/>
              </a:ext>
            </a:extLst>
          </p:cNvPr>
          <p:cNvSpPr>
            <a:spLocks noGrp="1"/>
          </p:cNvSpPr>
          <p:nvPr>
            <p:ph type="body" sz="quarter" idx="10"/>
          </p:nvPr>
        </p:nvSpPr>
        <p:spPr/>
        <p:txBody>
          <a:bodyPr/>
          <a:lstStyle/>
          <a:p>
            <a:endParaRPr/>
          </a:p>
        </p:txBody>
      </p:sp>
      <p:pic>
        <p:nvPicPr>
          <p:cNvPr id="4" name="Picture 3" descr="page_19.png">
            <a:extLst>
              <a:ext uri="{FF2B5EF4-FFF2-40B4-BE49-F238E27FC236}">
                <a16:creationId xmlns:a16="http://schemas.microsoft.com/office/drawing/2014/main" id="{E56F09D3-EA57-7113-F431-080E7A50A460}"/>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7B02DD11-E64A-E384-CF9F-91BDF7BD59ED}"/>
              </a:ext>
            </a:extLst>
          </p:cNvPr>
          <p:cNvSpPr txBox="1"/>
          <p:nvPr/>
        </p:nvSpPr>
        <p:spPr>
          <a:xfrm>
            <a:off x="377575" y="6250257"/>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527334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114A7-A08A-F099-FFC5-26A7C9184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0308A-9E92-9AB4-D28B-1E9E2A510552}"/>
              </a:ext>
            </a:extLst>
          </p:cNvPr>
          <p:cNvSpPr>
            <a:spLocks noGrp="1"/>
          </p:cNvSpPr>
          <p:nvPr>
            <p:ph type="title"/>
          </p:nvPr>
        </p:nvSpPr>
        <p:spPr/>
        <p:txBody>
          <a:bodyPr/>
          <a:lstStyle/>
          <a:p>
            <a:endParaRPr/>
          </a:p>
        </p:txBody>
      </p:sp>
      <p:sp>
        <p:nvSpPr>
          <p:cNvPr id="3" name="Text Placeholder 2">
            <a:extLst>
              <a:ext uri="{FF2B5EF4-FFF2-40B4-BE49-F238E27FC236}">
                <a16:creationId xmlns:a16="http://schemas.microsoft.com/office/drawing/2014/main" id="{F6A848CD-024B-27EC-3B7C-54360D60729C}"/>
              </a:ext>
            </a:extLst>
          </p:cNvPr>
          <p:cNvSpPr>
            <a:spLocks noGrp="1"/>
          </p:cNvSpPr>
          <p:nvPr>
            <p:ph type="body" sz="quarter" idx="10"/>
          </p:nvPr>
        </p:nvSpPr>
        <p:spPr/>
        <p:txBody>
          <a:bodyPr/>
          <a:lstStyle/>
          <a:p>
            <a:endParaRPr/>
          </a:p>
        </p:txBody>
      </p:sp>
      <p:pic>
        <p:nvPicPr>
          <p:cNvPr id="4" name="Picture 3" descr="page_20.png">
            <a:extLst>
              <a:ext uri="{FF2B5EF4-FFF2-40B4-BE49-F238E27FC236}">
                <a16:creationId xmlns:a16="http://schemas.microsoft.com/office/drawing/2014/main" id="{857459AC-942E-E2BC-96BB-AA0E9E9BFF10}"/>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64430EAA-6D83-C62C-8DDB-CC4F5479008E}"/>
              </a:ext>
            </a:extLst>
          </p:cNvPr>
          <p:cNvSpPr txBox="1"/>
          <p:nvPr/>
        </p:nvSpPr>
        <p:spPr>
          <a:xfrm>
            <a:off x="387850" y="6250257"/>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1516122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sz="quarter" idx="10"/>
          </p:nvPr>
        </p:nvSpPr>
        <p:spPr/>
        <p:txBody>
          <a:bodyPr/>
          <a:lstStyle/>
          <a:p>
            <a:endParaRPr/>
          </a:p>
        </p:txBody>
      </p:sp>
      <p:pic>
        <p:nvPicPr>
          <p:cNvPr id="4" name="Picture 3" descr="page_21.png"/>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3189F11F-41D3-05E1-7B56-A6584FC9BB0B}"/>
              </a:ext>
            </a:extLst>
          </p:cNvPr>
          <p:cNvSpPr txBox="1"/>
          <p:nvPr/>
        </p:nvSpPr>
        <p:spPr>
          <a:xfrm>
            <a:off x="377575" y="6250257"/>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2368118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sz="quarter" idx="10"/>
          </p:nvPr>
        </p:nvSpPr>
        <p:spPr/>
        <p:txBody>
          <a:bodyPr/>
          <a:lstStyle/>
          <a:p>
            <a:endParaRPr/>
          </a:p>
        </p:txBody>
      </p:sp>
      <p:pic>
        <p:nvPicPr>
          <p:cNvPr id="4" name="Picture 3" descr="page_22.png"/>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CAFCEB96-FEE5-E520-86A0-F1399F9B66D3}"/>
              </a:ext>
            </a:extLst>
          </p:cNvPr>
          <p:cNvSpPr txBox="1"/>
          <p:nvPr/>
        </p:nvSpPr>
        <p:spPr>
          <a:xfrm>
            <a:off x="387849" y="6373368"/>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1609050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sz="quarter" idx="10"/>
          </p:nvPr>
        </p:nvSpPr>
        <p:spPr/>
        <p:txBody>
          <a:bodyPr/>
          <a:lstStyle/>
          <a:p>
            <a:endParaRPr/>
          </a:p>
        </p:txBody>
      </p:sp>
      <p:pic>
        <p:nvPicPr>
          <p:cNvPr id="4" name="Picture 3" descr="page_23.png"/>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1A7C3FD0-43FE-A47C-15DC-12B51AC2AD48}"/>
              </a:ext>
            </a:extLst>
          </p:cNvPr>
          <p:cNvSpPr txBox="1"/>
          <p:nvPr/>
        </p:nvSpPr>
        <p:spPr>
          <a:xfrm>
            <a:off x="4209835" y="6611779"/>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1861596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3293C-037F-9972-0A8C-A58E499F67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36D2E-3928-4639-CE8C-2653AC1B77E5}"/>
              </a:ext>
            </a:extLst>
          </p:cNvPr>
          <p:cNvSpPr>
            <a:spLocks noGrp="1"/>
          </p:cNvSpPr>
          <p:nvPr>
            <p:ph type="title"/>
          </p:nvPr>
        </p:nvSpPr>
        <p:spPr>
          <a:xfrm>
            <a:off x="484630" y="238052"/>
            <a:ext cx="11219688" cy="530352"/>
          </a:xfrm>
        </p:spPr>
        <p:txBody>
          <a:bodyPr/>
          <a:lstStyle/>
          <a:p>
            <a:r>
              <a:rPr lang="en-US" dirty="0"/>
              <a:t>TSV scaling</a:t>
            </a:r>
            <a:endParaRPr dirty="0"/>
          </a:p>
        </p:txBody>
      </p:sp>
      <p:sp>
        <p:nvSpPr>
          <p:cNvPr id="3" name="Text Placeholder 2">
            <a:extLst>
              <a:ext uri="{FF2B5EF4-FFF2-40B4-BE49-F238E27FC236}">
                <a16:creationId xmlns:a16="http://schemas.microsoft.com/office/drawing/2014/main" id="{FCBAC6B9-5E95-2F82-D48D-83EF063007EE}"/>
              </a:ext>
            </a:extLst>
          </p:cNvPr>
          <p:cNvSpPr>
            <a:spLocks noGrp="1"/>
          </p:cNvSpPr>
          <p:nvPr>
            <p:ph type="body" sz="quarter" idx="10"/>
          </p:nvPr>
        </p:nvSpPr>
        <p:spPr/>
        <p:txBody>
          <a:bodyPr/>
          <a:lstStyle/>
          <a:p>
            <a:endParaRPr/>
          </a:p>
        </p:txBody>
      </p:sp>
      <p:pic>
        <p:nvPicPr>
          <p:cNvPr id="4" name="Picture 3" descr="page_16.png">
            <a:extLst>
              <a:ext uri="{FF2B5EF4-FFF2-40B4-BE49-F238E27FC236}">
                <a16:creationId xmlns:a16="http://schemas.microsoft.com/office/drawing/2014/main" id="{AB8C9F2C-B827-8713-6DA3-5F518F447188}"/>
              </a:ext>
            </a:extLst>
          </p:cNvPr>
          <p:cNvPicPr>
            <a:picLocks noChangeAspect="1"/>
          </p:cNvPicPr>
          <p:nvPr/>
        </p:nvPicPr>
        <p:blipFill>
          <a:blip r:embed="rId2"/>
          <a:srcRect t="13933"/>
          <a:stretch>
            <a:fillRect/>
          </a:stretch>
        </p:blipFill>
        <p:spPr>
          <a:xfrm>
            <a:off x="0" y="955497"/>
            <a:ext cx="12192000" cy="5902503"/>
          </a:xfrm>
          <a:prstGeom prst="rect">
            <a:avLst/>
          </a:prstGeom>
        </p:spPr>
      </p:pic>
    </p:spTree>
    <p:extLst>
      <p:ext uri="{BB962C8B-B14F-4D97-AF65-F5344CB8AC3E}">
        <p14:creationId xmlns:p14="http://schemas.microsoft.com/office/powerpoint/2010/main" val="1203419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sz="quarter" idx="10"/>
          </p:nvPr>
        </p:nvSpPr>
        <p:spPr/>
        <p:txBody>
          <a:bodyPr/>
          <a:lstStyle/>
          <a:p>
            <a:endParaRPr/>
          </a:p>
        </p:txBody>
      </p:sp>
      <p:pic>
        <p:nvPicPr>
          <p:cNvPr id="4" name="Picture 3" descr="page_24.png"/>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13A56A4C-A37A-2C93-BDBF-28BEF8651CE0}"/>
              </a:ext>
            </a:extLst>
          </p:cNvPr>
          <p:cNvSpPr txBox="1"/>
          <p:nvPr/>
        </p:nvSpPr>
        <p:spPr>
          <a:xfrm>
            <a:off x="315930" y="6611779"/>
            <a:ext cx="8180798" cy="246221"/>
          </a:xfrm>
          <a:prstGeom prst="rect">
            <a:avLst/>
          </a:prstGeom>
          <a:noFill/>
        </p:spPr>
        <p:txBody>
          <a:bodyPr wrap="square">
            <a:spAutoFit/>
          </a:bodyPr>
          <a:lstStyle>
            <a:defPPr>
              <a:defRPr lang="en-US"/>
            </a:defPPr>
            <a:lvl1pPr>
              <a:defRPr sz="1000"/>
            </a:lvl1pPr>
          </a:lstStyle>
          <a:p>
            <a:r>
              <a:rPr lang="en-US" dirty="0"/>
              <a:t>https://www.micron.com/educatorhub/courses/intro-to-memory-packaging</a:t>
            </a:r>
          </a:p>
        </p:txBody>
      </p:sp>
    </p:spTree>
    <p:extLst>
      <p:ext uri="{BB962C8B-B14F-4D97-AF65-F5344CB8AC3E}">
        <p14:creationId xmlns:p14="http://schemas.microsoft.com/office/powerpoint/2010/main" val="2917806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54A3-5762-3904-640A-C15B68F43E4F}"/>
              </a:ext>
            </a:extLst>
          </p:cNvPr>
          <p:cNvSpPr>
            <a:spLocks noGrp="1"/>
          </p:cNvSpPr>
          <p:nvPr>
            <p:ph type="title"/>
          </p:nvPr>
        </p:nvSpPr>
        <p:spPr/>
        <p:txBody>
          <a:bodyPr/>
          <a:lstStyle/>
          <a:p>
            <a:pPr algn="ctr"/>
            <a:r>
              <a:rPr lang="en-US"/>
              <a:t>HBM Architecture</a:t>
            </a:r>
          </a:p>
        </p:txBody>
      </p:sp>
      <p:grpSp>
        <p:nvGrpSpPr>
          <p:cNvPr id="4" name="グループ化 129">
            <a:extLst>
              <a:ext uri="{FF2B5EF4-FFF2-40B4-BE49-F238E27FC236}">
                <a16:creationId xmlns:a16="http://schemas.microsoft.com/office/drawing/2014/main" id="{AD614E26-E81D-8E2F-E8B9-E12C286ADFB0}"/>
              </a:ext>
            </a:extLst>
          </p:cNvPr>
          <p:cNvGrpSpPr/>
          <p:nvPr/>
        </p:nvGrpSpPr>
        <p:grpSpPr>
          <a:xfrm>
            <a:off x="194957" y="995174"/>
            <a:ext cx="8608079" cy="3622253"/>
            <a:chOff x="3478414" y="1110163"/>
            <a:chExt cx="8398546" cy="3879596"/>
          </a:xfrm>
        </p:grpSpPr>
        <p:sp>
          <p:nvSpPr>
            <p:cNvPr id="5" name="テキスト ボックス 83">
              <a:extLst>
                <a:ext uri="{FF2B5EF4-FFF2-40B4-BE49-F238E27FC236}">
                  <a16:creationId xmlns:a16="http://schemas.microsoft.com/office/drawing/2014/main" id="{86840E4F-7B31-1F58-392C-82B13C74E1CD}"/>
                </a:ext>
              </a:extLst>
            </p:cNvPr>
            <p:cNvSpPr txBox="1">
              <a:spLocks noChangeArrowheads="1"/>
            </p:cNvSpPr>
            <p:nvPr/>
          </p:nvSpPr>
          <p:spPr bwMode="auto">
            <a:xfrm>
              <a:off x="3478414" y="3570910"/>
              <a:ext cx="960950" cy="329643"/>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C4 bump</a:t>
              </a:r>
              <a:endParaRPr kumimoji="0" lang="ja-JP" altLang="en-US" sz="14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6" name="正方形/長方形 5">
              <a:extLst>
                <a:ext uri="{FF2B5EF4-FFF2-40B4-BE49-F238E27FC236}">
                  <a16:creationId xmlns:a16="http://schemas.microsoft.com/office/drawing/2014/main" id="{B3CFDC01-A9AB-9F2A-C7D8-262EB97995F0}"/>
                </a:ext>
              </a:extLst>
            </p:cNvPr>
            <p:cNvSpPr/>
            <p:nvPr/>
          </p:nvSpPr>
          <p:spPr bwMode="auto">
            <a:xfrm>
              <a:off x="4333550" y="3255071"/>
              <a:ext cx="5692239" cy="51468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Si Interposer</a:t>
              </a:r>
              <a:endParaRPr kumimoji="0" lang="ja-JP" altLang="en-US" sz="12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7" name="正方形/長方形 6">
              <a:extLst>
                <a:ext uri="{FF2B5EF4-FFF2-40B4-BE49-F238E27FC236}">
                  <a16:creationId xmlns:a16="http://schemas.microsoft.com/office/drawing/2014/main" id="{D54319F8-9E01-E69E-D819-DD02ED3E83F2}"/>
                </a:ext>
              </a:extLst>
            </p:cNvPr>
            <p:cNvSpPr/>
            <p:nvPr/>
          </p:nvSpPr>
          <p:spPr bwMode="auto">
            <a:xfrm>
              <a:off x="4684679" y="1388987"/>
              <a:ext cx="2885508" cy="1789415"/>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32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GPU</a:t>
              </a:r>
              <a:endParaRPr kumimoji="0" lang="ja-JP" altLang="en-US" sz="32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8" name="円/楕円 6">
              <a:extLst>
                <a:ext uri="{FF2B5EF4-FFF2-40B4-BE49-F238E27FC236}">
                  <a16:creationId xmlns:a16="http://schemas.microsoft.com/office/drawing/2014/main" id="{95F53D97-AEB8-3230-31A5-E993590468E7}"/>
                </a:ext>
              </a:extLst>
            </p:cNvPr>
            <p:cNvSpPr>
              <a:spLocks noChangeAspect="1"/>
            </p:cNvSpPr>
            <p:nvPr/>
          </p:nvSpPr>
          <p:spPr bwMode="auto">
            <a:xfrm>
              <a:off x="7404097" y="3185821"/>
              <a:ext cx="67787" cy="64298"/>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9" name="円/楕円 7">
              <a:extLst>
                <a:ext uri="{FF2B5EF4-FFF2-40B4-BE49-F238E27FC236}">
                  <a16:creationId xmlns:a16="http://schemas.microsoft.com/office/drawing/2014/main" id="{B09503FA-E8F1-3780-A5A8-1C91F58D9F92}"/>
                </a:ext>
              </a:extLst>
            </p:cNvPr>
            <p:cNvSpPr>
              <a:spLocks noChangeAspect="1"/>
            </p:cNvSpPr>
            <p:nvPr/>
          </p:nvSpPr>
          <p:spPr bwMode="auto">
            <a:xfrm>
              <a:off x="7239212" y="3188427"/>
              <a:ext cx="67787" cy="64298"/>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0" name="円/楕円 8">
              <a:extLst>
                <a:ext uri="{FF2B5EF4-FFF2-40B4-BE49-F238E27FC236}">
                  <a16:creationId xmlns:a16="http://schemas.microsoft.com/office/drawing/2014/main" id="{5E3D6AE0-3311-86EF-2B60-E60ED12CD68F}"/>
                </a:ext>
              </a:extLst>
            </p:cNvPr>
            <p:cNvSpPr>
              <a:spLocks noChangeAspect="1"/>
            </p:cNvSpPr>
            <p:nvPr/>
          </p:nvSpPr>
          <p:spPr bwMode="auto">
            <a:xfrm>
              <a:off x="7074325" y="3186690"/>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1" name="円/楕円 9">
              <a:extLst>
                <a:ext uri="{FF2B5EF4-FFF2-40B4-BE49-F238E27FC236}">
                  <a16:creationId xmlns:a16="http://schemas.microsoft.com/office/drawing/2014/main" id="{00565DE4-26B4-3FF2-2869-A95AD333186B}"/>
                </a:ext>
              </a:extLst>
            </p:cNvPr>
            <p:cNvSpPr>
              <a:spLocks noChangeAspect="1"/>
            </p:cNvSpPr>
            <p:nvPr/>
          </p:nvSpPr>
          <p:spPr bwMode="auto">
            <a:xfrm>
              <a:off x="6909439"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2" name="円/楕円 10">
              <a:extLst>
                <a:ext uri="{FF2B5EF4-FFF2-40B4-BE49-F238E27FC236}">
                  <a16:creationId xmlns:a16="http://schemas.microsoft.com/office/drawing/2014/main" id="{CFFC6A71-7B09-FE12-5E13-67C807AD223D}"/>
                </a:ext>
              </a:extLst>
            </p:cNvPr>
            <p:cNvSpPr>
              <a:spLocks noChangeAspect="1"/>
            </p:cNvSpPr>
            <p:nvPr/>
          </p:nvSpPr>
          <p:spPr bwMode="auto">
            <a:xfrm>
              <a:off x="6744553"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3" name="円/楕円 12">
              <a:extLst>
                <a:ext uri="{FF2B5EF4-FFF2-40B4-BE49-F238E27FC236}">
                  <a16:creationId xmlns:a16="http://schemas.microsoft.com/office/drawing/2014/main" id="{490EC7C6-7CB4-8DAC-644B-5F02ECC4E53F}"/>
                </a:ext>
              </a:extLst>
            </p:cNvPr>
            <p:cNvSpPr>
              <a:spLocks noChangeAspect="1"/>
            </p:cNvSpPr>
            <p:nvPr/>
          </p:nvSpPr>
          <p:spPr bwMode="auto">
            <a:xfrm>
              <a:off x="6414780"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4" name="円/楕円 13">
              <a:extLst>
                <a:ext uri="{FF2B5EF4-FFF2-40B4-BE49-F238E27FC236}">
                  <a16:creationId xmlns:a16="http://schemas.microsoft.com/office/drawing/2014/main" id="{419793A3-B732-B823-9A13-3C9D4B3BA89A}"/>
                </a:ext>
              </a:extLst>
            </p:cNvPr>
            <p:cNvSpPr>
              <a:spLocks noChangeAspect="1"/>
            </p:cNvSpPr>
            <p:nvPr/>
          </p:nvSpPr>
          <p:spPr bwMode="auto">
            <a:xfrm>
              <a:off x="6249894"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5" name="円/楕円 14">
              <a:extLst>
                <a:ext uri="{FF2B5EF4-FFF2-40B4-BE49-F238E27FC236}">
                  <a16:creationId xmlns:a16="http://schemas.microsoft.com/office/drawing/2014/main" id="{38ECE342-76C6-8B37-8B0D-6B5454AB1803}"/>
                </a:ext>
              </a:extLst>
            </p:cNvPr>
            <p:cNvSpPr>
              <a:spLocks noChangeAspect="1"/>
            </p:cNvSpPr>
            <p:nvPr/>
          </p:nvSpPr>
          <p:spPr bwMode="auto">
            <a:xfrm>
              <a:off x="6085008" y="3185557"/>
              <a:ext cx="67787" cy="64298"/>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6" name="円/楕円 15">
              <a:extLst>
                <a:ext uri="{FF2B5EF4-FFF2-40B4-BE49-F238E27FC236}">
                  <a16:creationId xmlns:a16="http://schemas.microsoft.com/office/drawing/2014/main" id="{83234DEE-E3A1-733A-B30B-12C37CE7D58C}"/>
                </a:ext>
              </a:extLst>
            </p:cNvPr>
            <p:cNvSpPr>
              <a:spLocks noChangeAspect="1"/>
            </p:cNvSpPr>
            <p:nvPr/>
          </p:nvSpPr>
          <p:spPr bwMode="auto">
            <a:xfrm>
              <a:off x="5920122"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7" name="円/楕円 16">
              <a:extLst>
                <a:ext uri="{FF2B5EF4-FFF2-40B4-BE49-F238E27FC236}">
                  <a16:creationId xmlns:a16="http://schemas.microsoft.com/office/drawing/2014/main" id="{DF71478F-F497-DBBA-E61D-9F40EF52BCDA}"/>
                </a:ext>
              </a:extLst>
            </p:cNvPr>
            <p:cNvSpPr>
              <a:spLocks noChangeAspect="1"/>
            </p:cNvSpPr>
            <p:nvPr/>
          </p:nvSpPr>
          <p:spPr bwMode="auto">
            <a:xfrm>
              <a:off x="5755236"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8" name="円/楕円 17">
              <a:extLst>
                <a:ext uri="{FF2B5EF4-FFF2-40B4-BE49-F238E27FC236}">
                  <a16:creationId xmlns:a16="http://schemas.microsoft.com/office/drawing/2014/main" id="{EE26A40E-6C34-193F-704E-AD1A6F669441}"/>
                </a:ext>
              </a:extLst>
            </p:cNvPr>
            <p:cNvSpPr>
              <a:spLocks noChangeAspect="1"/>
            </p:cNvSpPr>
            <p:nvPr/>
          </p:nvSpPr>
          <p:spPr bwMode="auto">
            <a:xfrm>
              <a:off x="5590350"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9" name="円/楕円 18">
              <a:extLst>
                <a:ext uri="{FF2B5EF4-FFF2-40B4-BE49-F238E27FC236}">
                  <a16:creationId xmlns:a16="http://schemas.microsoft.com/office/drawing/2014/main" id="{DADC8CE1-F8B5-128D-44C6-821258A0483B}"/>
                </a:ext>
              </a:extLst>
            </p:cNvPr>
            <p:cNvSpPr>
              <a:spLocks noChangeAspect="1"/>
            </p:cNvSpPr>
            <p:nvPr/>
          </p:nvSpPr>
          <p:spPr bwMode="auto">
            <a:xfrm>
              <a:off x="5425463"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20" name="円/楕円 19">
              <a:extLst>
                <a:ext uri="{FF2B5EF4-FFF2-40B4-BE49-F238E27FC236}">
                  <a16:creationId xmlns:a16="http://schemas.microsoft.com/office/drawing/2014/main" id="{8B216649-E77E-F4BF-5792-5E8184D4B931}"/>
                </a:ext>
              </a:extLst>
            </p:cNvPr>
            <p:cNvSpPr>
              <a:spLocks noChangeAspect="1"/>
            </p:cNvSpPr>
            <p:nvPr/>
          </p:nvSpPr>
          <p:spPr bwMode="auto">
            <a:xfrm>
              <a:off x="5260577"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21" name="円/楕円 20">
              <a:extLst>
                <a:ext uri="{FF2B5EF4-FFF2-40B4-BE49-F238E27FC236}">
                  <a16:creationId xmlns:a16="http://schemas.microsoft.com/office/drawing/2014/main" id="{2ADB6D15-E662-9A78-0F8E-05EA64CF39DA}"/>
                </a:ext>
              </a:extLst>
            </p:cNvPr>
            <p:cNvSpPr>
              <a:spLocks noChangeAspect="1"/>
            </p:cNvSpPr>
            <p:nvPr/>
          </p:nvSpPr>
          <p:spPr bwMode="auto">
            <a:xfrm>
              <a:off x="5095691"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22" name="円/楕円 21">
              <a:extLst>
                <a:ext uri="{FF2B5EF4-FFF2-40B4-BE49-F238E27FC236}">
                  <a16:creationId xmlns:a16="http://schemas.microsoft.com/office/drawing/2014/main" id="{B3D4EB9A-69CD-1AB4-6905-5546C35AB227}"/>
                </a:ext>
              </a:extLst>
            </p:cNvPr>
            <p:cNvSpPr>
              <a:spLocks noChangeAspect="1"/>
            </p:cNvSpPr>
            <p:nvPr/>
          </p:nvSpPr>
          <p:spPr bwMode="auto">
            <a:xfrm>
              <a:off x="4930804"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23" name="円/楕円 22">
              <a:extLst>
                <a:ext uri="{FF2B5EF4-FFF2-40B4-BE49-F238E27FC236}">
                  <a16:creationId xmlns:a16="http://schemas.microsoft.com/office/drawing/2014/main" id="{C95E607F-11E5-F796-AA85-DAAE9E31F727}"/>
                </a:ext>
              </a:extLst>
            </p:cNvPr>
            <p:cNvSpPr>
              <a:spLocks noChangeAspect="1"/>
            </p:cNvSpPr>
            <p:nvPr/>
          </p:nvSpPr>
          <p:spPr bwMode="auto">
            <a:xfrm>
              <a:off x="4765918" y="3185557"/>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24" name="フリーフォーム 27">
              <a:extLst>
                <a:ext uri="{FF2B5EF4-FFF2-40B4-BE49-F238E27FC236}">
                  <a16:creationId xmlns:a16="http://schemas.microsoft.com/office/drawing/2014/main" id="{E891D3C1-3DB3-44C5-EF10-7F602CD43842}"/>
                </a:ext>
              </a:extLst>
            </p:cNvPr>
            <p:cNvSpPr/>
            <p:nvPr/>
          </p:nvSpPr>
          <p:spPr bwMode="auto">
            <a:xfrm>
              <a:off x="7270358" y="3220507"/>
              <a:ext cx="839088" cy="193282"/>
            </a:xfrm>
            <a:custGeom>
              <a:avLst/>
              <a:gdLst>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5540 h 129828"/>
                <a:gd name="connsiteX1" fmla="*/ 0 w 1180730"/>
                <a:gd name="connsiteY1" fmla="*/ 129828 h 129828"/>
                <a:gd name="connsiteX2" fmla="*/ 1180730 w 1180730"/>
                <a:gd name="connsiteY2" fmla="*/ 129828 h 129828"/>
                <a:gd name="connsiteX3" fmla="*/ 1180730 w 1180730"/>
                <a:gd name="connsiteY3" fmla="*/ 14418 h 12982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Lst>
              <a:ahLst/>
              <a:cxnLst>
                <a:cxn ang="0">
                  <a:pos x="connsiteX0" y="connsiteY0"/>
                </a:cxn>
                <a:cxn ang="0">
                  <a:pos x="connsiteX1" y="connsiteY1"/>
                </a:cxn>
                <a:cxn ang="0">
                  <a:pos x="connsiteX2" y="connsiteY2"/>
                </a:cxn>
                <a:cxn ang="0">
                  <a:pos x="connsiteX3" y="connsiteY3"/>
                </a:cxn>
              </a:cxnLst>
              <a:rect l="l" t="t" r="r" b="b"/>
              <a:pathLst>
                <a:path w="1180730" h="124288">
                  <a:moveTo>
                    <a:pt x="0" y="0"/>
                  </a:moveTo>
                  <a:lnTo>
                    <a:pt x="0" y="124288"/>
                  </a:lnTo>
                  <a:lnTo>
                    <a:pt x="1180730" y="124288"/>
                  </a:lnTo>
                  <a:lnTo>
                    <a:pt x="1180730" y="8878"/>
                  </a:lnTo>
                </a:path>
              </a:pathLst>
            </a:cu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25" name="正方形/長方形 29">
              <a:extLst>
                <a:ext uri="{FF2B5EF4-FFF2-40B4-BE49-F238E27FC236}">
                  <a16:creationId xmlns:a16="http://schemas.microsoft.com/office/drawing/2014/main" id="{50D7A8C5-DF06-0AC9-F6DB-6532E00B9420}"/>
                </a:ext>
              </a:extLst>
            </p:cNvPr>
            <p:cNvSpPr/>
            <p:nvPr/>
          </p:nvSpPr>
          <p:spPr bwMode="auto">
            <a:xfrm>
              <a:off x="3857213" y="3870550"/>
              <a:ext cx="6617432" cy="547402"/>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2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PKG substrate</a:t>
              </a:r>
              <a:endParaRPr kumimoji="0" lang="ja-JP" altLang="en-US" sz="12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26" name="円/楕円 29">
              <a:extLst>
                <a:ext uri="{FF2B5EF4-FFF2-40B4-BE49-F238E27FC236}">
                  <a16:creationId xmlns:a16="http://schemas.microsoft.com/office/drawing/2014/main" id="{3FCE4C5E-0043-E18B-9197-79532BA60349}"/>
                </a:ext>
              </a:extLst>
            </p:cNvPr>
            <p:cNvSpPr>
              <a:spLocks noChangeAspect="1"/>
            </p:cNvSpPr>
            <p:nvPr/>
          </p:nvSpPr>
          <p:spPr bwMode="auto">
            <a:xfrm>
              <a:off x="7056005" y="3780185"/>
              <a:ext cx="93436"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27" name="円/楕円 30">
              <a:extLst>
                <a:ext uri="{FF2B5EF4-FFF2-40B4-BE49-F238E27FC236}">
                  <a16:creationId xmlns:a16="http://schemas.microsoft.com/office/drawing/2014/main" id="{5A142E8F-A5DB-39D2-571D-ECAD22D187BA}"/>
                </a:ext>
              </a:extLst>
            </p:cNvPr>
            <p:cNvSpPr>
              <a:spLocks noChangeAspect="1"/>
            </p:cNvSpPr>
            <p:nvPr/>
          </p:nvSpPr>
          <p:spPr bwMode="auto">
            <a:xfrm>
              <a:off x="6726232" y="3778447"/>
              <a:ext cx="93436"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28" name="円/楕円 31">
              <a:extLst>
                <a:ext uri="{FF2B5EF4-FFF2-40B4-BE49-F238E27FC236}">
                  <a16:creationId xmlns:a16="http://schemas.microsoft.com/office/drawing/2014/main" id="{8B096585-E18B-F1AE-394A-6B04D1781E68}"/>
                </a:ext>
              </a:extLst>
            </p:cNvPr>
            <p:cNvSpPr>
              <a:spLocks noChangeAspect="1"/>
            </p:cNvSpPr>
            <p:nvPr/>
          </p:nvSpPr>
          <p:spPr bwMode="auto">
            <a:xfrm>
              <a:off x="6396459" y="3780185"/>
              <a:ext cx="93436"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29" name="円/楕円 32">
              <a:extLst>
                <a:ext uri="{FF2B5EF4-FFF2-40B4-BE49-F238E27FC236}">
                  <a16:creationId xmlns:a16="http://schemas.microsoft.com/office/drawing/2014/main" id="{82C916C1-713C-471F-B1BE-E1118F972289}"/>
                </a:ext>
              </a:extLst>
            </p:cNvPr>
            <p:cNvSpPr>
              <a:spLocks noChangeAspect="1"/>
            </p:cNvSpPr>
            <p:nvPr/>
          </p:nvSpPr>
          <p:spPr bwMode="auto">
            <a:xfrm>
              <a:off x="6066688" y="3780185"/>
              <a:ext cx="93436" cy="88627"/>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0" name="円/楕円 33">
              <a:extLst>
                <a:ext uri="{FF2B5EF4-FFF2-40B4-BE49-F238E27FC236}">
                  <a16:creationId xmlns:a16="http://schemas.microsoft.com/office/drawing/2014/main" id="{1346F973-666F-DE69-EF7C-304FE706171C}"/>
                </a:ext>
              </a:extLst>
            </p:cNvPr>
            <p:cNvSpPr>
              <a:spLocks noChangeAspect="1"/>
            </p:cNvSpPr>
            <p:nvPr/>
          </p:nvSpPr>
          <p:spPr bwMode="auto">
            <a:xfrm>
              <a:off x="5736915" y="3780185"/>
              <a:ext cx="93436"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1" name="円/楕円 34">
              <a:extLst>
                <a:ext uri="{FF2B5EF4-FFF2-40B4-BE49-F238E27FC236}">
                  <a16:creationId xmlns:a16="http://schemas.microsoft.com/office/drawing/2014/main" id="{2B929B4A-63CD-99D9-0D92-169CF4D6B517}"/>
                </a:ext>
              </a:extLst>
            </p:cNvPr>
            <p:cNvSpPr>
              <a:spLocks noChangeAspect="1"/>
            </p:cNvSpPr>
            <p:nvPr/>
          </p:nvSpPr>
          <p:spPr bwMode="auto">
            <a:xfrm>
              <a:off x="5407143" y="3780185"/>
              <a:ext cx="93436"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2" name="円/楕円 35">
              <a:extLst>
                <a:ext uri="{FF2B5EF4-FFF2-40B4-BE49-F238E27FC236}">
                  <a16:creationId xmlns:a16="http://schemas.microsoft.com/office/drawing/2014/main" id="{85B4D615-8A9A-E2F0-4452-20D784E6F1CA}"/>
                </a:ext>
              </a:extLst>
            </p:cNvPr>
            <p:cNvSpPr>
              <a:spLocks noChangeAspect="1"/>
            </p:cNvSpPr>
            <p:nvPr/>
          </p:nvSpPr>
          <p:spPr bwMode="auto">
            <a:xfrm>
              <a:off x="5077370" y="3780185"/>
              <a:ext cx="93436"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3" name="円/楕円 36">
              <a:extLst>
                <a:ext uri="{FF2B5EF4-FFF2-40B4-BE49-F238E27FC236}">
                  <a16:creationId xmlns:a16="http://schemas.microsoft.com/office/drawing/2014/main" id="{27BEADA1-23D7-F01F-10AE-D63E23B65F0F}"/>
                </a:ext>
              </a:extLst>
            </p:cNvPr>
            <p:cNvSpPr>
              <a:spLocks noChangeAspect="1"/>
            </p:cNvSpPr>
            <p:nvPr/>
          </p:nvSpPr>
          <p:spPr bwMode="auto">
            <a:xfrm>
              <a:off x="4747597" y="3780185"/>
              <a:ext cx="93436"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4" name="円/楕円 38">
              <a:extLst>
                <a:ext uri="{FF2B5EF4-FFF2-40B4-BE49-F238E27FC236}">
                  <a16:creationId xmlns:a16="http://schemas.microsoft.com/office/drawing/2014/main" id="{9367DAD4-6972-0793-BA9D-9B750D8E7E32}"/>
                </a:ext>
              </a:extLst>
            </p:cNvPr>
            <p:cNvSpPr>
              <a:spLocks noChangeAspect="1"/>
            </p:cNvSpPr>
            <p:nvPr/>
          </p:nvSpPr>
          <p:spPr bwMode="auto">
            <a:xfrm>
              <a:off x="9714336" y="3780185"/>
              <a:ext cx="93435" cy="88627"/>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00B050"/>
                </a:solidFill>
                <a:effectLst/>
                <a:uLnTx/>
                <a:uFillTx/>
                <a:latin typeface="Arial" panose="020B0604020202020204"/>
                <a:ea typeface="ＭＳ Ｐゴシック" panose="020B0600070205080204" pitchFamily="34" charset="-128"/>
                <a:cs typeface="+mn-cs"/>
              </a:endParaRPr>
            </a:p>
          </p:txBody>
        </p:sp>
        <p:sp>
          <p:nvSpPr>
            <p:cNvPr id="35" name="円/楕円 39">
              <a:extLst>
                <a:ext uri="{FF2B5EF4-FFF2-40B4-BE49-F238E27FC236}">
                  <a16:creationId xmlns:a16="http://schemas.microsoft.com/office/drawing/2014/main" id="{334D8D08-BAFF-3F0E-40F8-AC96D5B0EB8F}"/>
                </a:ext>
              </a:extLst>
            </p:cNvPr>
            <p:cNvSpPr>
              <a:spLocks noChangeAspect="1"/>
            </p:cNvSpPr>
            <p:nvPr/>
          </p:nvSpPr>
          <p:spPr bwMode="auto">
            <a:xfrm>
              <a:off x="9384565" y="3780185"/>
              <a:ext cx="93435"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6" name="円/楕円 40">
              <a:extLst>
                <a:ext uri="{FF2B5EF4-FFF2-40B4-BE49-F238E27FC236}">
                  <a16:creationId xmlns:a16="http://schemas.microsoft.com/office/drawing/2014/main" id="{B615E7AD-0BFF-4178-0F9D-F59E033496A1}"/>
                </a:ext>
              </a:extLst>
            </p:cNvPr>
            <p:cNvSpPr>
              <a:spLocks noChangeAspect="1"/>
            </p:cNvSpPr>
            <p:nvPr/>
          </p:nvSpPr>
          <p:spPr bwMode="auto">
            <a:xfrm>
              <a:off x="9054792" y="3780185"/>
              <a:ext cx="93435"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7" name="円/楕円 43">
              <a:extLst>
                <a:ext uri="{FF2B5EF4-FFF2-40B4-BE49-F238E27FC236}">
                  <a16:creationId xmlns:a16="http://schemas.microsoft.com/office/drawing/2014/main" id="{0449895C-0A8A-8121-69FC-915C218E064C}"/>
                </a:ext>
              </a:extLst>
            </p:cNvPr>
            <p:cNvSpPr>
              <a:spLocks noChangeAspect="1"/>
            </p:cNvSpPr>
            <p:nvPr/>
          </p:nvSpPr>
          <p:spPr bwMode="auto">
            <a:xfrm>
              <a:off x="8065474" y="3780185"/>
              <a:ext cx="93435"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8" name="円/楕円 44">
              <a:extLst>
                <a:ext uri="{FF2B5EF4-FFF2-40B4-BE49-F238E27FC236}">
                  <a16:creationId xmlns:a16="http://schemas.microsoft.com/office/drawing/2014/main" id="{77D63252-6164-AB93-644D-5A6ADA2C6F88}"/>
                </a:ext>
              </a:extLst>
            </p:cNvPr>
            <p:cNvSpPr>
              <a:spLocks noChangeAspect="1"/>
            </p:cNvSpPr>
            <p:nvPr/>
          </p:nvSpPr>
          <p:spPr bwMode="auto">
            <a:xfrm>
              <a:off x="7735703" y="3780185"/>
              <a:ext cx="93435"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39" name="円/楕円 45">
              <a:extLst>
                <a:ext uri="{FF2B5EF4-FFF2-40B4-BE49-F238E27FC236}">
                  <a16:creationId xmlns:a16="http://schemas.microsoft.com/office/drawing/2014/main" id="{0E7B52E2-FCC4-E266-4C01-954807318E91}"/>
                </a:ext>
              </a:extLst>
            </p:cNvPr>
            <p:cNvSpPr>
              <a:spLocks noChangeAspect="1"/>
            </p:cNvSpPr>
            <p:nvPr/>
          </p:nvSpPr>
          <p:spPr bwMode="auto">
            <a:xfrm>
              <a:off x="7405930" y="3780185"/>
              <a:ext cx="93435"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0" name="円/楕円 48">
              <a:extLst>
                <a:ext uri="{FF2B5EF4-FFF2-40B4-BE49-F238E27FC236}">
                  <a16:creationId xmlns:a16="http://schemas.microsoft.com/office/drawing/2014/main" id="{08842F9D-37D2-CA46-726F-DD5B2AAFA891}"/>
                </a:ext>
              </a:extLst>
            </p:cNvPr>
            <p:cNvSpPr>
              <a:spLocks noChangeAspect="1"/>
            </p:cNvSpPr>
            <p:nvPr/>
          </p:nvSpPr>
          <p:spPr bwMode="auto">
            <a:xfrm>
              <a:off x="4458131"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1" name="円/楕円 49">
              <a:extLst>
                <a:ext uri="{FF2B5EF4-FFF2-40B4-BE49-F238E27FC236}">
                  <a16:creationId xmlns:a16="http://schemas.microsoft.com/office/drawing/2014/main" id="{C5608CE2-0AD2-D007-B542-0BBF59E29EEE}"/>
                </a:ext>
              </a:extLst>
            </p:cNvPr>
            <p:cNvSpPr>
              <a:spLocks noChangeAspect="1"/>
            </p:cNvSpPr>
            <p:nvPr/>
          </p:nvSpPr>
          <p:spPr bwMode="auto">
            <a:xfrm>
              <a:off x="4963782"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2" name="円/楕円 50">
              <a:extLst>
                <a:ext uri="{FF2B5EF4-FFF2-40B4-BE49-F238E27FC236}">
                  <a16:creationId xmlns:a16="http://schemas.microsoft.com/office/drawing/2014/main" id="{FA009996-F9F0-5C4A-C835-124F4803844E}"/>
                </a:ext>
              </a:extLst>
            </p:cNvPr>
            <p:cNvSpPr>
              <a:spLocks noChangeAspect="1"/>
            </p:cNvSpPr>
            <p:nvPr/>
          </p:nvSpPr>
          <p:spPr bwMode="auto">
            <a:xfrm>
              <a:off x="5469433"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3" name="円/楕円 51">
              <a:extLst>
                <a:ext uri="{FF2B5EF4-FFF2-40B4-BE49-F238E27FC236}">
                  <a16:creationId xmlns:a16="http://schemas.microsoft.com/office/drawing/2014/main" id="{5EEE6B29-0866-D2AD-0C7D-15F5751EBA38}"/>
                </a:ext>
              </a:extLst>
            </p:cNvPr>
            <p:cNvSpPr>
              <a:spLocks noChangeAspect="1"/>
            </p:cNvSpPr>
            <p:nvPr/>
          </p:nvSpPr>
          <p:spPr bwMode="auto">
            <a:xfrm>
              <a:off x="5971419" y="4417951"/>
              <a:ext cx="249161" cy="236338"/>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4" name="円/楕円 52">
              <a:extLst>
                <a:ext uri="{FF2B5EF4-FFF2-40B4-BE49-F238E27FC236}">
                  <a16:creationId xmlns:a16="http://schemas.microsoft.com/office/drawing/2014/main" id="{3F1BFB0A-3387-DBB5-66EB-CC4564AF140A}"/>
                </a:ext>
              </a:extLst>
            </p:cNvPr>
            <p:cNvSpPr>
              <a:spLocks noChangeAspect="1"/>
            </p:cNvSpPr>
            <p:nvPr/>
          </p:nvSpPr>
          <p:spPr bwMode="auto">
            <a:xfrm>
              <a:off x="6515910"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5" name="円/楕円 53">
              <a:extLst>
                <a:ext uri="{FF2B5EF4-FFF2-40B4-BE49-F238E27FC236}">
                  <a16:creationId xmlns:a16="http://schemas.microsoft.com/office/drawing/2014/main" id="{67EEEC44-1BA3-1611-5305-374B72044CB4}"/>
                </a:ext>
              </a:extLst>
            </p:cNvPr>
            <p:cNvSpPr>
              <a:spLocks noChangeAspect="1"/>
            </p:cNvSpPr>
            <p:nvPr/>
          </p:nvSpPr>
          <p:spPr bwMode="auto">
            <a:xfrm>
              <a:off x="7021562"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6" name="円/楕円 54">
              <a:extLst>
                <a:ext uri="{FF2B5EF4-FFF2-40B4-BE49-F238E27FC236}">
                  <a16:creationId xmlns:a16="http://schemas.microsoft.com/office/drawing/2014/main" id="{65B2ABEC-DDEC-A643-6E0E-41EE7E5D4A4B}"/>
                </a:ext>
              </a:extLst>
            </p:cNvPr>
            <p:cNvSpPr>
              <a:spLocks noChangeAspect="1"/>
            </p:cNvSpPr>
            <p:nvPr/>
          </p:nvSpPr>
          <p:spPr bwMode="auto">
            <a:xfrm>
              <a:off x="7623945"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7" name="円/楕円 55">
              <a:extLst>
                <a:ext uri="{FF2B5EF4-FFF2-40B4-BE49-F238E27FC236}">
                  <a16:creationId xmlns:a16="http://schemas.microsoft.com/office/drawing/2014/main" id="{3DAD964A-0949-87AC-C760-5AB5E99E8645}"/>
                </a:ext>
              </a:extLst>
            </p:cNvPr>
            <p:cNvSpPr>
              <a:spLocks noChangeAspect="1"/>
            </p:cNvSpPr>
            <p:nvPr/>
          </p:nvSpPr>
          <p:spPr bwMode="auto">
            <a:xfrm>
              <a:off x="8129596"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8" name="円/楕円 57">
              <a:extLst>
                <a:ext uri="{FF2B5EF4-FFF2-40B4-BE49-F238E27FC236}">
                  <a16:creationId xmlns:a16="http://schemas.microsoft.com/office/drawing/2014/main" id="{77EDA426-1E10-70AF-E072-62696B70BD83}"/>
                </a:ext>
              </a:extLst>
            </p:cNvPr>
            <p:cNvSpPr>
              <a:spLocks noChangeAspect="1"/>
            </p:cNvSpPr>
            <p:nvPr/>
          </p:nvSpPr>
          <p:spPr bwMode="auto">
            <a:xfrm>
              <a:off x="9137234"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49" name="円/楕円 58">
              <a:extLst>
                <a:ext uri="{FF2B5EF4-FFF2-40B4-BE49-F238E27FC236}">
                  <a16:creationId xmlns:a16="http://schemas.microsoft.com/office/drawing/2014/main" id="{136E3786-9329-3E8A-D0D0-27C771DBF40C}"/>
                </a:ext>
              </a:extLst>
            </p:cNvPr>
            <p:cNvSpPr>
              <a:spLocks noChangeAspect="1"/>
            </p:cNvSpPr>
            <p:nvPr/>
          </p:nvSpPr>
          <p:spPr bwMode="auto">
            <a:xfrm>
              <a:off x="9646549" y="4417951"/>
              <a:ext cx="249161" cy="236338"/>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00B050"/>
                </a:solidFill>
                <a:effectLst/>
                <a:uLnTx/>
                <a:uFillTx/>
                <a:latin typeface="Arial" panose="020B0604020202020204"/>
                <a:ea typeface="ＭＳ Ｐゴシック" panose="020B0600070205080204" pitchFamily="34" charset="-128"/>
                <a:cs typeface="+mn-cs"/>
              </a:endParaRPr>
            </a:p>
          </p:txBody>
        </p:sp>
        <p:sp>
          <p:nvSpPr>
            <p:cNvPr id="50" name="正方形/長方形 24">
              <a:extLst>
                <a:ext uri="{FF2B5EF4-FFF2-40B4-BE49-F238E27FC236}">
                  <a16:creationId xmlns:a16="http://schemas.microsoft.com/office/drawing/2014/main" id="{595242F6-79C5-BF60-8C64-F9EC45FDBD58}"/>
                </a:ext>
              </a:extLst>
            </p:cNvPr>
            <p:cNvSpPr/>
            <p:nvPr/>
          </p:nvSpPr>
          <p:spPr bwMode="auto">
            <a:xfrm>
              <a:off x="7746696" y="2854668"/>
              <a:ext cx="2090925" cy="1298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51" name="正方形/長方形 25">
              <a:extLst>
                <a:ext uri="{FF2B5EF4-FFF2-40B4-BE49-F238E27FC236}">
                  <a16:creationId xmlns:a16="http://schemas.microsoft.com/office/drawing/2014/main" id="{8DE92AA4-116E-DFC6-7E7F-52AA5595849C}"/>
                </a:ext>
              </a:extLst>
            </p:cNvPr>
            <p:cNvSpPr/>
            <p:nvPr/>
          </p:nvSpPr>
          <p:spPr bwMode="auto">
            <a:xfrm>
              <a:off x="7746696" y="2660455"/>
              <a:ext cx="2090925" cy="129807"/>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52" name="正方形/長方形 26">
              <a:extLst>
                <a:ext uri="{FF2B5EF4-FFF2-40B4-BE49-F238E27FC236}">
                  <a16:creationId xmlns:a16="http://schemas.microsoft.com/office/drawing/2014/main" id="{C4AA5105-74E6-C19A-6A4F-2017F5B31726}"/>
                </a:ext>
              </a:extLst>
            </p:cNvPr>
            <p:cNvSpPr/>
            <p:nvPr/>
          </p:nvSpPr>
          <p:spPr bwMode="auto">
            <a:xfrm>
              <a:off x="7746696" y="2466243"/>
              <a:ext cx="2090925" cy="1298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53" name="正方形/長方形 27">
              <a:extLst>
                <a:ext uri="{FF2B5EF4-FFF2-40B4-BE49-F238E27FC236}">
                  <a16:creationId xmlns:a16="http://schemas.microsoft.com/office/drawing/2014/main" id="{531F0FE8-9DFD-4ADD-178C-006D0CC6B708}"/>
                </a:ext>
              </a:extLst>
            </p:cNvPr>
            <p:cNvSpPr/>
            <p:nvPr/>
          </p:nvSpPr>
          <p:spPr bwMode="auto">
            <a:xfrm>
              <a:off x="7746696" y="1388986"/>
              <a:ext cx="2090925" cy="23600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54" name="正方形/長方形 63">
              <a:extLst>
                <a:ext uri="{FF2B5EF4-FFF2-40B4-BE49-F238E27FC236}">
                  <a16:creationId xmlns:a16="http://schemas.microsoft.com/office/drawing/2014/main" id="{E8B66339-9AAD-F9FE-806D-B45677881811}"/>
                </a:ext>
              </a:extLst>
            </p:cNvPr>
            <p:cNvSpPr/>
            <p:nvPr/>
          </p:nvSpPr>
          <p:spPr bwMode="auto">
            <a:xfrm>
              <a:off x="7704923" y="3059473"/>
              <a:ext cx="2177500" cy="12980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55" name="テキスト ボックス 83">
              <a:extLst>
                <a:ext uri="{FF2B5EF4-FFF2-40B4-BE49-F238E27FC236}">
                  <a16:creationId xmlns:a16="http://schemas.microsoft.com/office/drawing/2014/main" id="{5D38D304-407E-B591-7521-D49EF243E1A9}"/>
                </a:ext>
              </a:extLst>
            </p:cNvPr>
            <p:cNvSpPr txBox="1">
              <a:spLocks noChangeArrowheads="1"/>
            </p:cNvSpPr>
            <p:nvPr/>
          </p:nvSpPr>
          <p:spPr bwMode="auto">
            <a:xfrm>
              <a:off x="3482102" y="2962246"/>
              <a:ext cx="1224773" cy="307777"/>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Micro-bump</a:t>
              </a:r>
              <a:endParaRPr kumimoji="0" lang="ja-JP" altLang="en-US" sz="14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56" name="テキスト ボックス 84">
              <a:extLst>
                <a:ext uri="{FF2B5EF4-FFF2-40B4-BE49-F238E27FC236}">
                  <a16:creationId xmlns:a16="http://schemas.microsoft.com/office/drawing/2014/main" id="{550DD3AE-7347-DE52-5D18-FF42B17382DA}"/>
                </a:ext>
              </a:extLst>
            </p:cNvPr>
            <p:cNvSpPr txBox="1">
              <a:spLocks noChangeArrowheads="1"/>
            </p:cNvSpPr>
            <p:nvPr/>
          </p:nvSpPr>
          <p:spPr bwMode="auto">
            <a:xfrm>
              <a:off x="7123465" y="3381850"/>
              <a:ext cx="1710585" cy="27195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8x Native Channels</a:t>
              </a:r>
              <a:endParaRPr kumimoji="0" lang="ja-JP" altLang="en-US"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cxnSp>
          <p:nvCxnSpPr>
            <p:cNvPr id="57" name="直線コネクタ 81">
              <a:extLst>
                <a:ext uri="{FF2B5EF4-FFF2-40B4-BE49-F238E27FC236}">
                  <a16:creationId xmlns:a16="http://schemas.microsoft.com/office/drawing/2014/main" id="{CA8D600C-880F-2E49-F953-562BCB1ABEBD}"/>
                </a:ext>
              </a:extLst>
            </p:cNvPr>
            <p:cNvCxnSpPr>
              <a:cxnSpLocks/>
            </p:cNvCxnSpPr>
            <p:nvPr/>
          </p:nvCxnSpPr>
          <p:spPr>
            <a:xfrm>
              <a:off x="7894662" y="3166692"/>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58" name="円/楕円 43">
              <a:extLst>
                <a:ext uri="{FF2B5EF4-FFF2-40B4-BE49-F238E27FC236}">
                  <a16:creationId xmlns:a16="http://schemas.microsoft.com/office/drawing/2014/main" id="{4D93938F-4D02-23B4-3D48-3BDE72D531B4}"/>
                </a:ext>
              </a:extLst>
            </p:cNvPr>
            <p:cNvSpPr>
              <a:spLocks noChangeAspect="1"/>
            </p:cNvSpPr>
            <p:nvPr/>
          </p:nvSpPr>
          <p:spPr bwMode="auto">
            <a:xfrm>
              <a:off x="8390851" y="3780185"/>
              <a:ext cx="93435"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cxnSp>
          <p:nvCxnSpPr>
            <p:cNvPr id="59" name="Straight Connector 73">
              <a:extLst>
                <a:ext uri="{FF2B5EF4-FFF2-40B4-BE49-F238E27FC236}">
                  <a16:creationId xmlns:a16="http://schemas.microsoft.com/office/drawing/2014/main" id="{4CC30357-DBE8-91CF-85E8-4817449C1846}"/>
                </a:ext>
              </a:extLst>
            </p:cNvPr>
            <p:cNvCxnSpPr>
              <a:cxnSpLocks/>
            </p:cNvCxnSpPr>
            <p:nvPr/>
          </p:nvCxnSpPr>
          <p:spPr>
            <a:xfrm>
              <a:off x="9760080" y="3869384"/>
              <a:ext cx="0" cy="551774"/>
            </a:xfrm>
            <a:prstGeom prst="line">
              <a:avLst/>
            </a:prstGeom>
            <a:ln w="508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0" name="Straight Connector 74">
              <a:extLst>
                <a:ext uri="{FF2B5EF4-FFF2-40B4-BE49-F238E27FC236}">
                  <a16:creationId xmlns:a16="http://schemas.microsoft.com/office/drawing/2014/main" id="{AD694B70-861C-DA41-1385-3E7EC68E8C37}"/>
                </a:ext>
              </a:extLst>
            </p:cNvPr>
            <p:cNvCxnSpPr>
              <a:cxnSpLocks/>
              <a:stCxn id="63" idx="4"/>
            </p:cNvCxnSpPr>
            <p:nvPr/>
          </p:nvCxnSpPr>
          <p:spPr>
            <a:xfrm>
              <a:off x="9757876" y="3253553"/>
              <a:ext cx="2204" cy="545369"/>
            </a:xfrm>
            <a:prstGeom prst="line">
              <a:avLst/>
            </a:prstGeom>
            <a:ln w="50800">
              <a:solidFill>
                <a:srgbClr val="00B050"/>
              </a:solidFill>
            </a:ln>
          </p:spPr>
          <p:style>
            <a:lnRef idx="1">
              <a:schemeClr val="accent1"/>
            </a:lnRef>
            <a:fillRef idx="0">
              <a:schemeClr val="accent1"/>
            </a:fillRef>
            <a:effectRef idx="0">
              <a:schemeClr val="accent1"/>
            </a:effectRef>
            <a:fontRef idx="minor">
              <a:schemeClr val="tx1"/>
            </a:fontRef>
          </p:style>
        </p:cxnSp>
        <p:sp>
          <p:nvSpPr>
            <p:cNvPr id="61" name="円/楕円 40">
              <a:extLst>
                <a:ext uri="{FF2B5EF4-FFF2-40B4-BE49-F238E27FC236}">
                  <a16:creationId xmlns:a16="http://schemas.microsoft.com/office/drawing/2014/main" id="{C29B6873-AA3A-7749-9004-D7234286CB4E}"/>
                </a:ext>
              </a:extLst>
            </p:cNvPr>
            <p:cNvSpPr>
              <a:spLocks noChangeAspect="1"/>
            </p:cNvSpPr>
            <p:nvPr/>
          </p:nvSpPr>
          <p:spPr bwMode="auto">
            <a:xfrm>
              <a:off x="8723102" y="3780185"/>
              <a:ext cx="93435" cy="886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62" name="円/楕円 57">
              <a:extLst>
                <a:ext uri="{FF2B5EF4-FFF2-40B4-BE49-F238E27FC236}">
                  <a16:creationId xmlns:a16="http://schemas.microsoft.com/office/drawing/2014/main" id="{76BE2ABF-251B-05C9-7D46-9B4BB77799A4}"/>
                </a:ext>
              </a:extLst>
            </p:cNvPr>
            <p:cNvSpPr>
              <a:spLocks noChangeAspect="1"/>
            </p:cNvSpPr>
            <p:nvPr/>
          </p:nvSpPr>
          <p:spPr bwMode="auto">
            <a:xfrm>
              <a:off x="8639342" y="4417951"/>
              <a:ext cx="249161" cy="2363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63" name="円/楕円 8">
              <a:extLst>
                <a:ext uri="{FF2B5EF4-FFF2-40B4-BE49-F238E27FC236}">
                  <a16:creationId xmlns:a16="http://schemas.microsoft.com/office/drawing/2014/main" id="{11A460F3-F8A2-555E-89D8-9DDFD5D1437F}"/>
                </a:ext>
              </a:extLst>
            </p:cNvPr>
            <p:cNvSpPr>
              <a:spLocks noChangeAspect="1"/>
            </p:cNvSpPr>
            <p:nvPr/>
          </p:nvSpPr>
          <p:spPr bwMode="auto">
            <a:xfrm>
              <a:off x="9723983" y="3189255"/>
              <a:ext cx="67787" cy="64298"/>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00B050"/>
                </a:solidFill>
                <a:effectLst/>
                <a:uLnTx/>
                <a:uFillTx/>
                <a:latin typeface="Arial" panose="020B0604020202020204"/>
                <a:ea typeface="ＭＳ Ｐゴシック" panose="020B0600070205080204" pitchFamily="34" charset="-128"/>
                <a:cs typeface="+mn-cs"/>
              </a:endParaRPr>
            </a:p>
          </p:txBody>
        </p:sp>
        <p:cxnSp>
          <p:nvCxnSpPr>
            <p:cNvPr id="64" name="Straight Connector 79">
              <a:extLst>
                <a:ext uri="{FF2B5EF4-FFF2-40B4-BE49-F238E27FC236}">
                  <a16:creationId xmlns:a16="http://schemas.microsoft.com/office/drawing/2014/main" id="{7A445840-7023-9D9F-C875-409323B7491A}"/>
                </a:ext>
              </a:extLst>
            </p:cNvPr>
            <p:cNvCxnSpPr>
              <a:cxnSpLocks/>
            </p:cNvCxnSpPr>
            <p:nvPr/>
          </p:nvCxnSpPr>
          <p:spPr>
            <a:xfrm>
              <a:off x="6110600" y="3255071"/>
              <a:ext cx="0" cy="523802"/>
            </a:xfrm>
            <a:prstGeom prst="line">
              <a:avLst/>
            </a:prstGeom>
            <a:ln w="508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5" name="フリーフォーム 27">
              <a:extLst>
                <a:ext uri="{FF2B5EF4-FFF2-40B4-BE49-F238E27FC236}">
                  <a16:creationId xmlns:a16="http://schemas.microsoft.com/office/drawing/2014/main" id="{46C424D5-DBBE-B1E7-0659-9B5499409E43}"/>
                </a:ext>
              </a:extLst>
            </p:cNvPr>
            <p:cNvSpPr/>
            <p:nvPr/>
          </p:nvSpPr>
          <p:spPr bwMode="auto">
            <a:xfrm>
              <a:off x="7440740" y="3240102"/>
              <a:ext cx="518396" cy="98614"/>
            </a:xfrm>
            <a:custGeom>
              <a:avLst/>
              <a:gdLst>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5540 h 129828"/>
                <a:gd name="connsiteX1" fmla="*/ 0 w 1180730"/>
                <a:gd name="connsiteY1" fmla="*/ 129828 h 129828"/>
                <a:gd name="connsiteX2" fmla="*/ 1180730 w 1180730"/>
                <a:gd name="connsiteY2" fmla="*/ 129828 h 129828"/>
                <a:gd name="connsiteX3" fmla="*/ 1180730 w 1180730"/>
                <a:gd name="connsiteY3" fmla="*/ 14418 h 12982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Lst>
              <a:ahLst/>
              <a:cxnLst>
                <a:cxn ang="0">
                  <a:pos x="connsiteX0" y="connsiteY0"/>
                </a:cxn>
                <a:cxn ang="0">
                  <a:pos x="connsiteX1" y="connsiteY1"/>
                </a:cxn>
                <a:cxn ang="0">
                  <a:pos x="connsiteX2" y="connsiteY2"/>
                </a:cxn>
                <a:cxn ang="0">
                  <a:pos x="connsiteX3" y="connsiteY3"/>
                </a:cxn>
              </a:cxnLst>
              <a:rect l="l" t="t" r="r" b="b"/>
              <a:pathLst>
                <a:path w="1180730" h="124288">
                  <a:moveTo>
                    <a:pt x="0" y="0"/>
                  </a:moveTo>
                  <a:lnTo>
                    <a:pt x="0" y="124288"/>
                  </a:lnTo>
                  <a:lnTo>
                    <a:pt x="1180730" y="124288"/>
                  </a:lnTo>
                  <a:lnTo>
                    <a:pt x="1180730" y="8878"/>
                  </a:lnTo>
                </a:path>
              </a:pathLst>
            </a:cu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66" name="円/楕円 7">
              <a:extLst>
                <a:ext uri="{FF2B5EF4-FFF2-40B4-BE49-F238E27FC236}">
                  <a16:creationId xmlns:a16="http://schemas.microsoft.com/office/drawing/2014/main" id="{B3085EED-B3FB-A9F5-492C-AABF0A4F87AD}"/>
                </a:ext>
              </a:extLst>
            </p:cNvPr>
            <p:cNvSpPr>
              <a:spLocks noChangeAspect="1"/>
            </p:cNvSpPr>
            <p:nvPr/>
          </p:nvSpPr>
          <p:spPr bwMode="auto">
            <a:xfrm>
              <a:off x="8080130" y="3188427"/>
              <a:ext cx="67787" cy="64298"/>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67" name="円/楕円 8">
              <a:extLst>
                <a:ext uri="{FF2B5EF4-FFF2-40B4-BE49-F238E27FC236}">
                  <a16:creationId xmlns:a16="http://schemas.microsoft.com/office/drawing/2014/main" id="{22EAD59E-19B3-0FB1-E0E2-4BC4314FFF63}"/>
                </a:ext>
              </a:extLst>
            </p:cNvPr>
            <p:cNvSpPr>
              <a:spLocks noChangeAspect="1"/>
            </p:cNvSpPr>
            <p:nvPr/>
          </p:nvSpPr>
          <p:spPr bwMode="auto">
            <a:xfrm>
              <a:off x="7923489" y="3186690"/>
              <a:ext cx="67787" cy="64298"/>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68" name="円/楕円 8">
              <a:extLst>
                <a:ext uri="{FF2B5EF4-FFF2-40B4-BE49-F238E27FC236}">
                  <a16:creationId xmlns:a16="http://schemas.microsoft.com/office/drawing/2014/main" id="{A8ECB55E-5F90-6EE8-03F2-7BD3685DA9F6}"/>
                </a:ext>
              </a:extLst>
            </p:cNvPr>
            <p:cNvSpPr>
              <a:spLocks noChangeAspect="1"/>
            </p:cNvSpPr>
            <p:nvPr/>
          </p:nvSpPr>
          <p:spPr bwMode="auto">
            <a:xfrm>
              <a:off x="8201047" y="3186690"/>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69" name="テキスト ボックス 77">
              <a:extLst>
                <a:ext uri="{FF2B5EF4-FFF2-40B4-BE49-F238E27FC236}">
                  <a16:creationId xmlns:a16="http://schemas.microsoft.com/office/drawing/2014/main" id="{502D2CC9-3D22-A2FE-1845-9577F749E34B}"/>
                </a:ext>
              </a:extLst>
            </p:cNvPr>
            <p:cNvSpPr txBox="1"/>
            <p:nvPr/>
          </p:nvSpPr>
          <p:spPr>
            <a:xfrm>
              <a:off x="9399833" y="4725307"/>
              <a:ext cx="783874" cy="197786"/>
            </a:xfrm>
            <a:prstGeom prst="rect">
              <a:avLst/>
            </a:prstGeom>
            <a:noFill/>
            <a:ln>
              <a:noFill/>
            </a:ln>
          </p:spPr>
          <p:txBody>
            <a:bodyPr wrap="square" lIns="0" tIns="0" rIns="0" bIns="0">
              <a:spAutoFit/>
            </a:bodyPr>
            <a:lstStyle>
              <a:defPPr>
                <a:defRPr lang="en-US"/>
              </a:defPPr>
              <a:lvl1pPr>
                <a:defRPr kumimoji="1">
                  <a:cs typeface="Calibri"/>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B050"/>
                  </a:solidFill>
                  <a:effectLst/>
                  <a:uLnTx/>
                  <a:uFillTx/>
                  <a:latin typeface="Arial" panose="020B0604020202020204"/>
                  <a:ea typeface="ＭＳ Ｐゴシック" panose="020B0600070205080204" pitchFamily="34" charset="-128"/>
                  <a:cs typeface="Calibri"/>
                </a:rPr>
                <a:t>DA Port</a:t>
              </a:r>
              <a:endParaRPr kumimoji="1" lang="ja-JP" altLang="en-US" sz="1200" b="0" i="0" u="none" strike="noStrike" kern="1200" cap="none" spc="0" normalizeH="0" baseline="0" noProof="0">
                <a:ln>
                  <a:noFill/>
                </a:ln>
                <a:solidFill>
                  <a:srgbClr val="00B050"/>
                </a:solidFill>
                <a:effectLst/>
                <a:uLnTx/>
                <a:uFillTx/>
                <a:latin typeface="Arial" panose="020B0604020202020204"/>
                <a:ea typeface="ＭＳ Ｐゴシック" panose="020B0600070205080204" pitchFamily="34" charset="-128"/>
                <a:cs typeface="Calibri"/>
              </a:endParaRPr>
            </a:p>
          </p:txBody>
        </p:sp>
        <p:cxnSp>
          <p:nvCxnSpPr>
            <p:cNvPr id="70" name="Straight Connector 99">
              <a:extLst>
                <a:ext uri="{FF2B5EF4-FFF2-40B4-BE49-F238E27FC236}">
                  <a16:creationId xmlns:a16="http://schemas.microsoft.com/office/drawing/2014/main" id="{636CE8FF-7146-35D4-423B-18FA80EA178D}"/>
                </a:ext>
              </a:extLst>
            </p:cNvPr>
            <p:cNvCxnSpPr>
              <a:cxnSpLocks/>
            </p:cNvCxnSpPr>
            <p:nvPr/>
          </p:nvCxnSpPr>
          <p:spPr>
            <a:xfrm>
              <a:off x="5782985" y="3255071"/>
              <a:ext cx="0" cy="522761"/>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100">
              <a:extLst>
                <a:ext uri="{FF2B5EF4-FFF2-40B4-BE49-F238E27FC236}">
                  <a16:creationId xmlns:a16="http://schemas.microsoft.com/office/drawing/2014/main" id="{3FDBB459-AD10-EC02-AEAA-5B175892E2D0}"/>
                </a:ext>
              </a:extLst>
            </p:cNvPr>
            <p:cNvCxnSpPr>
              <a:cxnSpLocks/>
            </p:cNvCxnSpPr>
            <p:nvPr/>
          </p:nvCxnSpPr>
          <p:spPr>
            <a:xfrm>
              <a:off x="5460542" y="3255071"/>
              <a:ext cx="0" cy="526540"/>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フリーフォーム 27">
              <a:extLst>
                <a:ext uri="{FF2B5EF4-FFF2-40B4-BE49-F238E27FC236}">
                  <a16:creationId xmlns:a16="http://schemas.microsoft.com/office/drawing/2014/main" id="{FC52EFFA-FF92-B22F-5012-BE511E8C5BDD}"/>
                </a:ext>
              </a:extLst>
            </p:cNvPr>
            <p:cNvSpPr/>
            <p:nvPr/>
          </p:nvSpPr>
          <p:spPr bwMode="auto">
            <a:xfrm>
              <a:off x="6615414" y="3231906"/>
              <a:ext cx="2733901" cy="444431"/>
            </a:xfrm>
            <a:custGeom>
              <a:avLst/>
              <a:gdLst>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 name="connsiteX0" fmla="*/ 0 w 1180730"/>
                <a:gd name="connsiteY0" fmla="*/ 5540 h 129828"/>
                <a:gd name="connsiteX1" fmla="*/ 0 w 1180730"/>
                <a:gd name="connsiteY1" fmla="*/ 129828 h 129828"/>
                <a:gd name="connsiteX2" fmla="*/ 1180730 w 1180730"/>
                <a:gd name="connsiteY2" fmla="*/ 129828 h 129828"/>
                <a:gd name="connsiteX3" fmla="*/ 1180730 w 1180730"/>
                <a:gd name="connsiteY3" fmla="*/ 14418 h 129828"/>
                <a:gd name="connsiteX0" fmla="*/ 0 w 1180730"/>
                <a:gd name="connsiteY0" fmla="*/ 0 h 124288"/>
                <a:gd name="connsiteX1" fmla="*/ 0 w 1180730"/>
                <a:gd name="connsiteY1" fmla="*/ 124288 h 124288"/>
                <a:gd name="connsiteX2" fmla="*/ 1180730 w 1180730"/>
                <a:gd name="connsiteY2" fmla="*/ 124288 h 124288"/>
                <a:gd name="connsiteX3" fmla="*/ 1180730 w 1180730"/>
                <a:gd name="connsiteY3" fmla="*/ 8878 h 124288"/>
              </a:gdLst>
              <a:ahLst/>
              <a:cxnLst>
                <a:cxn ang="0">
                  <a:pos x="connsiteX0" y="connsiteY0"/>
                </a:cxn>
                <a:cxn ang="0">
                  <a:pos x="connsiteX1" y="connsiteY1"/>
                </a:cxn>
                <a:cxn ang="0">
                  <a:pos x="connsiteX2" y="connsiteY2"/>
                </a:cxn>
                <a:cxn ang="0">
                  <a:pos x="connsiteX3" y="connsiteY3"/>
                </a:cxn>
              </a:cxnLst>
              <a:rect l="l" t="t" r="r" b="b"/>
              <a:pathLst>
                <a:path w="1180730" h="124288">
                  <a:moveTo>
                    <a:pt x="0" y="0"/>
                  </a:moveTo>
                  <a:lnTo>
                    <a:pt x="0" y="124288"/>
                  </a:lnTo>
                  <a:lnTo>
                    <a:pt x="1180730" y="124288"/>
                  </a:lnTo>
                  <a:lnTo>
                    <a:pt x="1180730" y="8878"/>
                  </a:lnTo>
                </a:path>
              </a:pathLst>
            </a:cu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73" name="円/楕円 9">
              <a:extLst>
                <a:ext uri="{FF2B5EF4-FFF2-40B4-BE49-F238E27FC236}">
                  <a16:creationId xmlns:a16="http://schemas.microsoft.com/office/drawing/2014/main" id="{6F376DF0-273F-8DF6-1280-D9B4645BAADC}"/>
                </a:ext>
              </a:extLst>
            </p:cNvPr>
            <p:cNvSpPr>
              <a:spLocks noChangeAspect="1"/>
            </p:cNvSpPr>
            <p:nvPr/>
          </p:nvSpPr>
          <p:spPr bwMode="auto">
            <a:xfrm>
              <a:off x="9312856" y="3189255"/>
              <a:ext cx="67787" cy="6429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74" name="円/楕円 10">
              <a:extLst>
                <a:ext uri="{FF2B5EF4-FFF2-40B4-BE49-F238E27FC236}">
                  <a16:creationId xmlns:a16="http://schemas.microsoft.com/office/drawing/2014/main" id="{25AA3287-D086-EFC9-DBAB-66A321346757}"/>
                </a:ext>
              </a:extLst>
            </p:cNvPr>
            <p:cNvSpPr>
              <a:spLocks noChangeAspect="1"/>
            </p:cNvSpPr>
            <p:nvPr/>
          </p:nvSpPr>
          <p:spPr bwMode="auto">
            <a:xfrm>
              <a:off x="9147970" y="3189255"/>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75" name="円/楕円 11">
              <a:extLst>
                <a:ext uri="{FF2B5EF4-FFF2-40B4-BE49-F238E27FC236}">
                  <a16:creationId xmlns:a16="http://schemas.microsoft.com/office/drawing/2014/main" id="{C244D13E-512C-6CAC-BC09-0DB78D50BBC8}"/>
                </a:ext>
              </a:extLst>
            </p:cNvPr>
            <p:cNvSpPr>
              <a:spLocks noChangeAspect="1"/>
            </p:cNvSpPr>
            <p:nvPr/>
          </p:nvSpPr>
          <p:spPr bwMode="auto">
            <a:xfrm>
              <a:off x="8983083" y="3189255"/>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76" name="円/楕円 12">
              <a:extLst>
                <a:ext uri="{FF2B5EF4-FFF2-40B4-BE49-F238E27FC236}">
                  <a16:creationId xmlns:a16="http://schemas.microsoft.com/office/drawing/2014/main" id="{88BE6129-CFCB-59C0-5D8D-F86FD7029E35}"/>
                </a:ext>
              </a:extLst>
            </p:cNvPr>
            <p:cNvSpPr>
              <a:spLocks noChangeAspect="1"/>
            </p:cNvSpPr>
            <p:nvPr/>
          </p:nvSpPr>
          <p:spPr bwMode="auto">
            <a:xfrm>
              <a:off x="8818198" y="3189255"/>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77" name="円/楕円 13">
              <a:extLst>
                <a:ext uri="{FF2B5EF4-FFF2-40B4-BE49-F238E27FC236}">
                  <a16:creationId xmlns:a16="http://schemas.microsoft.com/office/drawing/2014/main" id="{74E737BD-4C11-38D6-E62A-309DC8DF5246}"/>
                </a:ext>
              </a:extLst>
            </p:cNvPr>
            <p:cNvSpPr>
              <a:spLocks noChangeAspect="1"/>
            </p:cNvSpPr>
            <p:nvPr/>
          </p:nvSpPr>
          <p:spPr bwMode="auto">
            <a:xfrm>
              <a:off x="8653311" y="3189255"/>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78" name="円/楕円 14">
              <a:extLst>
                <a:ext uri="{FF2B5EF4-FFF2-40B4-BE49-F238E27FC236}">
                  <a16:creationId xmlns:a16="http://schemas.microsoft.com/office/drawing/2014/main" id="{F884B5AE-A433-B5C0-B6A6-EDF0BEF5787B}"/>
                </a:ext>
              </a:extLst>
            </p:cNvPr>
            <p:cNvSpPr>
              <a:spLocks noChangeAspect="1"/>
            </p:cNvSpPr>
            <p:nvPr/>
          </p:nvSpPr>
          <p:spPr bwMode="auto">
            <a:xfrm>
              <a:off x="8488425" y="3189255"/>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79" name="円/楕円 9">
              <a:extLst>
                <a:ext uri="{FF2B5EF4-FFF2-40B4-BE49-F238E27FC236}">
                  <a16:creationId xmlns:a16="http://schemas.microsoft.com/office/drawing/2014/main" id="{E27E0F01-4563-AA65-992E-9C6E05DD6C8F}"/>
                </a:ext>
              </a:extLst>
            </p:cNvPr>
            <p:cNvSpPr>
              <a:spLocks noChangeAspect="1"/>
            </p:cNvSpPr>
            <p:nvPr/>
          </p:nvSpPr>
          <p:spPr bwMode="auto">
            <a:xfrm>
              <a:off x="9583333" y="3189052"/>
              <a:ext cx="67787" cy="6429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80" name="円/楕円 11">
              <a:extLst>
                <a:ext uri="{FF2B5EF4-FFF2-40B4-BE49-F238E27FC236}">
                  <a16:creationId xmlns:a16="http://schemas.microsoft.com/office/drawing/2014/main" id="{972F5F1E-BD56-263C-CEBF-7E97A11CE27A}"/>
                </a:ext>
              </a:extLst>
            </p:cNvPr>
            <p:cNvSpPr>
              <a:spLocks noChangeAspect="1"/>
            </p:cNvSpPr>
            <p:nvPr/>
          </p:nvSpPr>
          <p:spPr bwMode="auto">
            <a:xfrm>
              <a:off x="6579666" y="3185557"/>
              <a:ext cx="67787" cy="6429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81" name="テキスト ボックス 84">
              <a:extLst>
                <a:ext uri="{FF2B5EF4-FFF2-40B4-BE49-F238E27FC236}">
                  <a16:creationId xmlns:a16="http://schemas.microsoft.com/office/drawing/2014/main" id="{72BC09DB-EBC0-17DD-F2C9-5C4AAFAAB9A7}"/>
                </a:ext>
              </a:extLst>
            </p:cNvPr>
            <p:cNvSpPr txBox="1">
              <a:spLocks noChangeArrowheads="1"/>
            </p:cNvSpPr>
            <p:nvPr/>
          </p:nvSpPr>
          <p:spPr bwMode="auto">
            <a:xfrm>
              <a:off x="8613141" y="3474079"/>
              <a:ext cx="923508" cy="23181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IEEE1500</a:t>
              </a:r>
              <a:endParaRPr kumimoji="0" lang="ja-JP" altLang="en-US"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cxnSp>
          <p:nvCxnSpPr>
            <p:cNvPr id="82" name="Connector: Elbow 133">
              <a:extLst>
                <a:ext uri="{FF2B5EF4-FFF2-40B4-BE49-F238E27FC236}">
                  <a16:creationId xmlns:a16="http://schemas.microsoft.com/office/drawing/2014/main" id="{7B6992FC-1ACC-397B-302A-7DF521B70148}"/>
                </a:ext>
              </a:extLst>
            </p:cNvPr>
            <p:cNvCxnSpPr>
              <a:cxnSpLocks/>
              <a:stCxn id="31" idx="4"/>
              <a:endCxn id="42" idx="0"/>
            </p:cNvCxnSpPr>
            <p:nvPr/>
          </p:nvCxnSpPr>
          <p:spPr>
            <a:xfrm rot="16200000" flipH="1">
              <a:off x="5249368" y="4073304"/>
              <a:ext cx="549140" cy="140154"/>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Connector: Elbow 134">
              <a:extLst>
                <a:ext uri="{FF2B5EF4-FFF2-40B4-BE49-F238E27FC236}">
                  <a16:creationId xmlns:a16="http://schemas.microsoft.com/office/drawing/2014/main" id="{C7EADFC0-8EB7-6187-A959-23CDDB52C45E}"/>
                </a:ext>
              </a:extLst>
            </p:cNvPr>
            <p:cNvCxnSpPr>
              <a:cxnSpLocks/>
              <a:stCxn id="29" idx="4"/>
              <a:endCxn id="43" idx="0"/>
            </p:cNvCxnSpPr>
            <p:nvPr/>
          </p:nvCxnSpPr>
          <p:spPr>
            <a:xfrm rot="5400000">
              <a:off x="5830134" y="4134678"/>
              <a:ext cx="549140" cy="17405"/>
            </a:xfrm>
            <a:prstGeom prst="bentConnector3">
              <a:avLst/>
            </a:prstGeom>
            <a:ln w="508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4" name="Connector: Elbow 140">
              <a:extLst>
                <a:ext uri="{FF2B5EF4-FFF2-40B4-BE49-F238E27FC236}">
                  <a16:creationId xmlns:a16="http://schemas.microsoft.com/office/drawing/2014/main" id="{AC8E43EC-CC81-9268-1D78-846BCA4AB923}"/>
                </a:ext>
              </a:extLst>
            </p:cNvPr>
            <p:cNvCxnSpPr>
              <a:cxnSpLocks/>
              <a:stCxn id="32" idx="4"/>
              <a:endCxn id="41" idx="0"/>
            </p:cNvCxnSpPr>
            <p:nvPr/>
          </p:nvCxnSpPr>
          <p:spPr>
            <a:xfrm rot="5400000">
              <a:off x="4831656" y="4125519"/>
              <a:ext cx="549140" cy="35725"/>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Connector: Elbow 143">
              <a:extLst>
                <a:ext uri="{FF2B5EF4-FFF2-40B4-BE49-F238E27FC236}">
                  <a16:creationId xmlns:a16="http://schemas.microsoft.com/office/drawing/2014/main" id="{5EF2CD4F-BB13-D7A9-6588-1FB68730C83C}"/>
                </a:ext>
              </a:extLst>
            </p:cNvPr>
            <p:cNvCxnSpPr>
              <a:cxnSpLocks/>
              <a:stCxn id="27" idx="4"/>
              <a:endCxn id="44" idx="0"/>
            </p:cNvCxnSpPr>
            <p:nvPr/>
          </p:nvCxnSpPr>
          <p:spPr>
            <a:xfrm rot="5400000">
              <a:off x="6431282" y="4076283"/>
              <a:ext cx="550877" cy="132458"/>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Connector: Elbow 146">
              <a:extLst>
                <a:ext uri="{FF2B5EF4-FFF2-40B4-BE49-F238E27FC236}">
                  <a16:creationId xmlns:a16="http://schemas.microsoft.com/office/drawing/2014/main" id="{92101376-CBD0-7A23-9FFC-90754B7527E0}"/>
                </a:ext>
              </a:extLst>
            </p:cNvPr>
            <p:cNvCxnSpPr>
              <a:cxnSpLocks/>
              <a:stCxn id="36" idx="4"/>
              <a:endCxn id="48" idx="0"/>
            </p:cNvCxnSpPr>
            <p:nvPr/>
          </p:nvCxnSpPr>
          <p:spPr>
            <a:xfrm rot="16200000" flipH="1">
              <a:off x="8907093" y="4063228"/>
              <a:ext cx="549140" cy="160305"/>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Connector: Elbow 149">
              <a:extLst>
                <a:ext uri="{FF2B5EF4-FFF2-40B4-BE49-F238E27FC236}">
                  <a16:creationId xmlns:a16="http://schemas.microsoft.com/office/drawing/2014/main" id="{55140C85-50E0-BD8A-090B-0A96B725FF2D}"/>
                </a:ext>
              </a:extLst>
            </p:cNvPr>
            <p:cNvCxnSpPr>
              <a:cxnSpLocks/>
              <a:stCxn id="37" idx="4"/>
              <a:endCxn id="47" idx="0"/>
            </p:cNvCxnSpPr>
            <p:nvPr/>
          </p:nvCxnSpPr>
          <p:spPr>
            <a:xfrm rot="16200000" flipH="1">
              <a:off x="7908615" y="4072389"/>
              <a:ext cx="549140" cy="141985"/>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88" name="テキスト ボックス 77">
              <a:extLst>
                <a:ext uri="{FF2B5EF4-FFF2-40B4-BE49-F238E27FC236}">
                  <a16:creationId xmlns:a16="http://schemas.microsoft.com/office/drawing/2014/main" id="{A098561E-1720-5FB3-F812-3DB4B1A78A9A}"/>
                </a:ext>
              </a:extLst>
            </p:cNvPr>
            <p:cNvSpPr txBox="1"/>
            <p:nvPr/>
          </p:nvSpPr>
          <p:spPr>
            <a:xfrm>
              <a:off x="5782985" y="4743944"/>
              <a:ext cx="764231" cy="197786"/>
            </a:xfrm>
            <a:prstGeom prst="rect">
              <a:avLst/>
            </a:prstGeom>
            <a:noFill/>
            <a:ln>
              <a:noFill/>
            </a:ln>
          </p:spPr>
          <p:txBody>
            <a:bodyPr wrap="square" lIns="0" tIns="0" rIns="0" bIns="0">
              <a:spAutoFit/>
            </a:bodyPr>
            <a:lstStyle>
              <a:defPPr>
                <a:defRPr lang="en-US"/>
              </a:defPPr>
              <a:lvl1pPr>
                <a:defRPr kumimoji="1">
                  <a:cs typeface="Calibri"/>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9C85">
                      <a:lumMod val="60000"/>
                      <a:lumOff val="40000"/>
                    </a:srgbClr>
                  </a:solidFill>
                  <a:effectLst/>
                  <a:uLnTx/>
                  <a:uFillTx/>
                  <a:latin typeface="Arial" panose="020B0604020202020204"/>
                  <a:ea typeface="ＭＳ Ｐゴシック" panose="020B0600070205080204" pitchFamily="34" charset="-128"/>
                  <a:cs typeface="Calibri"/>
                </a:rPr>
                <a:t>JTAG Port</a:t>
              </a:r>
              <a:endParaRPr kumimoji="1" lang="ja-JP" altLang="en-US" sz="1200" b="0" i="0" u="none" strike="noStrike" kern="1200" cap="none" spc="0" normalizeH="0" baseline="0" noProof="0">
                <a:ln>
                  <a:noFill/>
                </a:ln>
                <a:solidFill>
                  <a:srgbClr val="009C85">
                    <a:lumMod val="60000"/>
                    <a:lumOff val="40000"/>
                  </a:srgbClr>
                </a:solidFill>
                <a:effectLst/>
                <a:uLnTx/>
                <a:uFillTx/>
                <a:latin typeface="Arial" panose="020B0604020202020204"/>
                <a:ea typeface="ＭＳ Ｐゴシック" panose="020B0600070205080204" pitchFamily="34" charset="-128"/>
                <a:cs typeface="Calibri"/>
              </a:endParaRPr>
            </a:p>
          </p:txBody>
        </p:sp>
        <p:sp>
          <p:nvSpPr>
            <p:cNvPr id="89" name="テキスト ボックス 34">
              <a:extLst>
                <a:ext uri="{FF2B5EF4-FFF2-40B4-BE49-F238E27FC236}">
                  <a16:creationId xmlns:a16="http://schemas.microsoft.com/office/drawing/2014/main" id="{088A9DEA-59C2-2B90-7D76-9CC6A0CD4DA5}"/>
                </a:ext>
              </a:extLst>
            </p:cNvPr>
            <p:cNvSpPr txBox="1">
              <a:spLocks noChangeArrowheads="1"/>
            </p:cNvSpPr>
            <p:nvPr/>
          </p:nvSpPr>
          <p:spPr bwMode="auto">
            <a:xfrm>
              <a:off x="7708618" y="4659671"/>
              <a:ext cx="1274465" cy="280988"/>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Power/Gnd</a:t>
              </a:r>
              <a:endParaRPr kumimoji="0" lang="ja-JP" altLang="en-US"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90" name="テキスト ボックス 34">
              <a:extLst>
                <a:ext uri="{FF2B5EF4-FFF2-40B4-BE49-F238E27FC236}">
                  <a16:creationId xmlns:a16="http://schemas.microsoft.com/office/drawing/2014/main" id="{CFD3B612-380B-702B-57AC-33DF7459EFB8}"/>
                </a:ext>
              </a:extLst>
            </p:cNvPr>
            <p:cNvSpPr txBox="1">
              <a:spLocks noChangeArrowheads="1"/>
            </p:cNvSpPr>
            <p:nvPr/>
          </p:nvSpPr>
          <p:spPr bwMode="auto">
            <a:xfrm>
              <a:off x="4395177" y="4660116"/>
              <a:ext cx="1401026" cy="329643"/>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GPU Interface</a:t>
              </a:r>
              <a:endParaRPr kumimoji="0" lang="ja-JP" altLang="en-US"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cxnSp>
          <p:nvCxnSpPr>
            <p:cNvPr id="91" name="Connector: Elbow 155">
              <a:extLst>
                <a:ext uri="{FF2B5EF4-FFF2-40B4-BE49-F238E27FC236}">
                  <a16:creationId xmlns:a16="http://schemas.microsoft.com/office/drawing/2014/main" id="{92A81EC9-AA43-C2C0-B631-4BAA3A343B05}"/>
                </a:ext>
              </a:extLst>
            </p:cNvPr>
            <p:cNvCxnSpPr>
              <a:cxnSpLocks/>
              <a:stCxn id="58" idx="4"/>
              <a:endCxn id="62" idx="0"/>
            </p:cNvCxnSpPr>
            <p:nvPr/>
          </p:nvCxnSpPr>
          <p:spPr>
            <a:xfrm rot="16200000" flipH="1">
              <a:off x="8326175" y="3980203"/>
              <a:ext cx="549140" cy="326354"/>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Connector: Elbow 156">
              <a:extLst>
                <a:ext uri="{FF2B5EF4-FFF2-40B4-BE49-F238E27FC236}">
                  <a16:creationId xmlns:a16="http://schemas.microsoft.com/office/drawing/2014/main" id="{EC3E17AA-F9AC-4561-6C1D-DD2EF2E56835}"/>
                </a:ext>
              </a:extLst>
            </p:cNvPr>
            <p:cNvCxnSpPr>
              <a:cxnSpLocks/>
              <a:stCxn id="61" idx="4"/>
              <a:endCxn id="62" idx="0"/>
            </p:cNvCxnSpPr>
            <p:nvPr/>
          </p:nvCxnSpPr>
          <p:spPr>
            <a:xfrm rot="5400000">
              <a:off x="8492301" y="4140432"/>
              <a:ext cx="549140" cy="5897"/>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Connector: Elbow 161">
              <a:extLst>
                <a:ext uri="{FF2B5EF4-FFF2-40B4-BE49-F238E27FC236}">
                  <a16:creationId xmlns:a16="http://schemas.microsoft.com/office/drawing/2014/main" id="{CB09A78A-1444-57A1-5C53-E2123B3CDF04}"/>
                </a:ext>
              </a:extLst>
            </p:cNvPr>
            <p:cNvCxnSpPr>
              <a:cxnSpLocks/>
              <a:stCxn id="38" idx="4"/>
              <a:endCxn id="46" idx="0"/>
            </p:cNvCxnSpPr>
            <p:nvPr/>
          </p:nvCxnSpPr>
          <p:spPr>
            <a:xfrm rot="5400000">
              <a:off x="7490904" y="4126433"/>
              <a:ext cx="549140" cy="33894"/>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Connector: Elbow 162">
              <a:extLst>
                <a:ext uri="{FF2B5EF4-FFF2-40B4-BE49-F238E27FC236}">
                  <a16:creationId xmlns:a16="http://schemas.microsoft.com/office/drawing/2014/main" id="{CA9F6C0A-11AF-974C-20FE-E92482AA6060}"/>
                </a:ext>
              </a:extLst>
            </p:cNvPr>
            <p:cNvCxnSpPr>
              <a:cxnSpLocks/>
              <a:stCxn id="39" idx="4"/>
              <a:endCxn id="46" idx="0"/>
            </p:cNvCxnSpPr>
            <p:nvPr/>
          </p:nvCxnSpPr>
          <p:spPr>
            <a:xfrm rot="16200000" flipH="1">
              <a:off x="7326017" y="3995441"/>
              <a:ext cx="549140" cy="295878"/>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Connector: Elbow 167">
              <a:extLst>
                <a:ext uri="{FF2B5EF4-FFF2-40B4-BE49-F238E27FC236}">
                  <a16:creationId xmlns:a16="http://schemas.microsoft.com/office/drawing/2014/main" id="{FBCEDA62-AC7C-DB7A-2FCD-3E755D3E135B}"/>
                </a:ext>
              </a:extLst>
            </p:cNvPr>
            <p:cNvCxnSpPr>
              <a:cxnSpLocks/>
              <a:stCxn id="26" idx="4"/>
              <a:endCxn id="45" idx="0"/>
            </p:cNvCxnSpPr>
            <p:nvPr/>
          </p:nvCxnSpPr>
          <p:spPr>
            <a:xfrm rot="16200000" flipH="1">
              <a:off x="6849863" y="4121670"/>
              <a:ext cx="549140" cy="43420"/>
            </a:xfrm>
            <a:prstGeom prst="bentConnector3">
              <a:avLst/>
            </a:prstGeom>
            <a:ln w="508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直線コネクタ 81">
              <a:extLst>
                <a:ext uri="{FF2B5EF4-FFF2-40B4-BE49-F238E27FC236}">
                  <a16:creationId xmlns:a16="http://schemas.microsoft.com/office/drawing/2014/main" id="{104F7F9D-D84F-5F7F-AF83-4171FAD41068}"/>
                </a:ext>
              </a:extLst>
            </p:cNvPr>
            <p:cNvCxnSpPr>
              <a:cxnSpLocks/>
            </p:cNvCxnSpPr>
            <p:nvPr/>
          </p:nvCxnSpPr>
          <p:spPr>
            <a:xfrm>
              <a:off x="7894662" y="2966812"/>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97" name="直線コネクタ 81">
              <a:extLst>
                <a:ext uri="{FF2B5EF4-FFF2-40B4-BE49-F238E27FC236}">
                  <a16:creationId xmlns:a16="http://schemas.microsoft.com/office/drawing/2014/main" id="{F8E75FE2-B262-2764-4809-0CB1D271B56B}"/>
                </a:ext>
              </a:extLst>
            </p:cNvPr>
            <p:cNvCxnSpPr>
              <a:cxnSpLocks/>
            </p:cNvCxnSpPr>
            <p:nvPr/>
          </p:nvCxnSpPr>
          <p:spPr>
            <a:xfrm>
              <a:off x="7894662" y="2772237"/>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98" name="直線コネクタ 81">
              <a:extLst>
                <a:ext uri="{FF2B5EF4-FFF2-40B4-BE49-F238E27FC236}">
                  <a16:creationId xmlns:a16="http://schemas.microsoft.com/office/drawing/2014/main" id="{1A494809-20CD-9295-FB75-582DBDFE0B1E}"/>
                </a:ext>
              </a:extLst>
            </p:cNvPr>
            <p:cNvCxnSpPr>
              <a:cxnSpLocks/>
            </p:cNvCxnSpPr>
            <p:nvPr/>
          </p:nvCxnSpPr>
          <p:spPr>
            <a:xfrm>
              <a:off x="7894662" y="2577663"/>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99" name="直線コネクタ 81">
              <a:extLst>
                <a:ext uri="{FF2B5EF4-FFF2-40B4-BE49-F238E27FC236}">
                  <a16:creationId xmlns:a16="http://schemas.microsoft.com/office/drawing/2014/main" id="{0C570471-CC48-3048-545F-6326B3C90CD8}"/>
                </a:ext>
              </a:extLst>
            </p:cNvPr>
            <p:cNvCxnSpPr>
              <a:cxnSpLocks/>
            </p:cNvCxnSpPr>
            <p:nvPr/>
          </p:nvCxnSpPr>
          <p:spPr>
            <a:xfrm>
              <a:off x="7894662" y="1604795"/>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0" name="直線コネクタ 81">
              <a:extLst>
                <a:ext uri="{FF2B5EF4-FFF2-40B4-BE49-F238E27FC236}">
                  <a16:creationId xmlns:a16="http://schemas.microsoft.com/office/drawing/2014/main" id="{7FAF4334-E7FB-FD38-463E-8EB6F03768ED}"/>
                </a:ext>
              </a:extLst>
            </p:cNvPr>
            <p:cNvCxnSpPr>
              <a:cxnSpLocks/>
            </p:cNvCxnSpPr>
            <p:nvPr/>
          </p:nvCxnSpPr>
          <p:spPr>
            <a:xfrm>
              <a:off x="4737298" y="3150189"/>
              <a:ext cx="2789783"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01" name="正方形/長方形 24">
              <a:extLst>
                <a:ext uri="{FF2B5EF4-FFF2-40B4-BE49-F238E27FC236}">
                  <a16:creationId xmlns:a16="http://schemas.microsoft.com/office/drawing/2014/main" id="{6CCDADF8-B3C3-7E32-ED61-450EB17441AE}"/>
                </a:ext>
              </a:extLst>
            </p:cNvPr>
            <p:cNvSpPr/>
            <p:nvPr/>
          </p:nvSpPr>
          <p:spPr bwMode="auto">
            <a:xfrm>
              <a:off x="7746696" y="2272032"/>
              <a:ext cx="2090925" cy="1298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02" name="正方形/長方形 25">
              <a:extLst>
                <a:ext uri="{FF2B5EF4-FFF2-40B4-BE49-F238E27FC236}">
                  <a16:creationId xmlns:a16="http://schemas.microsoft.com/office/drawing/2014/main" id="{55E797FD-A567-5F07-81CA-7A6BE73E65F0}"/>
                </a:ext>
              </a:extLst>
            </p:cNvPr>
            <p:cNvSpPr/>
            <p:nvPr/>
          </p:nvSpPr>
          <p:spPr bwMode="auto">
            <a:xfrm>
              <a:off x="7746696" y="2077818"/>
              <a:ext cx="2090925" cy="129807"/>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sp>
          <p:nvSpPr>
            <p:cNvPr id="103" name="正方形/長方形 26">
              <a:extLst>
                <a:ext uri="{FF2B5EF4-FFF2-40B4-BE49-F238E27FC236}">
                  <a16:creationId xmlns:a16="http://schemas.microsoft.com/office/drawing/2014/main" id="{45D44ABC-27B9-6664-CE16-843FA9E03388}"/>
                </a:ext>
              </a:extLst>
            </p:cNvPr>
            <p:cNvSpPr/>
            <p:nvPr/>
          </p:nvSpPr>
          <p:spPr bwMode="auto">
            <a:xfrm>
              <a:off x="7746696" y="1883606"/>
              <a:ext cx="2090925" cy="1298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cxnSp>
          <p:nvCxnSpPr>
            <p:cNvPr id="104" name="直線コネクタ 81">
              <a:extLst>
                <a:ext uri="{FF2B5EF4-FFF2-40B4-BE49-F238E27FC236}">
                  <a16:creationId xmlns:a16="http://schemas.microsoft.com/office/drawing/2014/main" id="{309038D2-7644-7F5A-1D09-FB37B63A122E}"/>
                </a:ext>
              </a:extLst>
            </p:cNvPr>
            <p:cNvCxnSpPr>
              <a:cxnSpLocks/>
            </p:cNvCxnSpPr>
            <p:nvPr/>
          </p:nvCxnSpPr>
          <p:spPr>
            <a:xfrm>
              <a:off x="7894662" y="2383089"/>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5" name="直線コネクタ 81">
              <a:extLst>
                <a:ext uri="{FF2B5EF4-FFF2-40B4-BE49-F238E27FC236}">
                  <a16:creationId xmlns:a16="http://schemas.microsoft.com/office/drawing/2014/main" id="{7E214CA2-188F-9FF5-3C3F-8372370D0D10}"/>
                </a:ext>
              </a:extLst>
            </p:cNvPr>
            <p:cNvCxnSpPr>
              <a:cxnSpLocks/>
            </p:cNvCxnSpPr>
            <p:nvPr/>
          </p:nvCxnSpPr>
          <p:spPr>
            <a:xfrm>
              <a:off x="7894662" y="2188516"/>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06" name="直線コネクタ 81">
              <a:extLst>
                <a:ext uri="{FF2B5EF4-FFF2-40B4-BE49-F238E27FC236}">
                  <a16:creationId xmlns:a16="http://schemas.microsoft.com/office/drawing/2014/main" id="{E6E4C85C-7AD2-5D9A-458E-D0FA1F4675FE}"/>
                </a:ext>
              </a:extLst>
            </p:cNvPr>
            <p:cNvCxnSpPr>
              <a:cxnSpLocks/>
            </p:cNvCxnSpPr>
            <p:nvPr/>
          </p:nvCxnSpPr>
          <p:spPr>
            <a:xfrm>
              <a:off x="7894662" y="1993942"/>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07" name="正方形/長方形 26">
              <a:extLst>
                <a:ext uri="{FF2B5EF4-FFF2-40B4-BE49-F238E27FC236}">
                  <a16:creationId xmlns:a16="http://schemas.microsoft.com/office/drawing/2014/main" id="{E7650FD1-2BA6-3BAC-5C66-E04AE48E83B2}"/>
                </a:ext>
              </a:extLst>
            </p:cNvPr>
            <p:cNvSpPr/>
            <p:nvPr/>
          </p:nvSpPr>
          <p:spPr bwMode="auto">
            <a:xfrm>
              <a:off x="7746696" y="1689395"/>
              <a:ext cx="2090925" cy="1298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srgbClr val="FFFFFF"/>
                </a:solidFill>
                <a:effectLst/>
                <a:uLnTx/>
                <a:uFillTx/>
                <a:latin typeface="Arial" panose="020B0604020202020204"/>
                <a:ea typeface="ＭＳ Ｐゴシック" panose="020B0600070205080204" pitchFamily="34" charset="-128"/>
                <a:cs typeface="+mn-cs"/>
              </a:endParaRPr>
            </a:p>
          </p:txBody>
        </p:sp>
        <p:cxnSp>
          <p:nvCxnSpPr>
            <p:cNvPr id="108" name="直線コネクタ 81">
              <a:extLst>
                <a:ext uri="{FF2B5EF4-FFF2-40B4-BE49-F238E27FC236}">
                  <a16:creationId xmlns:a16="http://schemas.microsoft.com/office/drawing/2014/main" id="{C1B10DF7-7615-02BD-8B39-FB00D2480EDD}"/>
                </a:ext>
              </a:extLst>
            </p:cNvPr>
            <p:cNvCxnSpPr>
              <a:cxnSpLocks/>
            </p:cNvCxnSpPr>
            <p:nvPr/>
          </p:nvCxnSpPr>
          <p:spPr>
            <a:xfrm>
              <a:off x="7894662" y="1799368"/>
              <a:ext cx="1829320" cy="0"/>
            </a:xfrm>
            <a:prstGeom prst="line">
              <a:avLst/>
            </a:prstGeom>
            <a:ln w="12700" cap="rnd" cmpd="sng">
              <a:solidFill>
                <a:schemeClr val="tx1">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
          <p:nvSpPr>
            <p:cNvPr id="109" name="テキスト ボックス 34">
              <a:extLst>
                <a:ext uri="{FF2B5EF4-FFF2-40B4-BE49-F238E27FC236}">
                  <a16:creationId xmlns:a16="http://schemas.microsoft.com/office/drawing/2014/main" id="{9602BE0F-34DC-4582-D8D1-922AD7D939EB}"/>
                </a:ext>
              </a:extLst>
            </p:cNvPr>
            <p:cNvSpPr txBox="1">
              <a:spLocks noChangeArrowheads="1"/>
            </p:cNvSpPr>
            <p:nvPr/>
          </p:nvSpPr>
          <p:spPr bwMode="auto">
            <a:xfrm>
              <a:off x="8160739" y="1110163"/>
              <a:ext cx="1102947" cy="329643"/>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HBM Cube</a:t>
              </a:r>
              <a:endParaRPr kumimoji="0" lang="ja-JP" altLang="en-US"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cxnSp>
          <p:nvCxnSpPr>
            <p:cNvPr id="110" name="Straight Connector 123">
              <a:extLst>
                <a:ext uri="{FF2B5EF4-FFF2-40B4-BE49-F238E27FC236}">
                  <a16:creationId xmlns:a16="http://schemas.microsoft.com/office/drawing/2014/main" id="{CAAF3D62-B889-08AA-F821-99059F5E98A7}"/>
                </a:ext>
              </a:extLst>
            </p:cNvPr>
            <p:cNvCxnSpPr>
              <a:cxnSpLocks/>
            </p:cNvCxnSpPr>
            <p:nvPr/>
          </p:nvCxnSpPr>
          <p:spPr>
            <a:xfrm>
              <a:off x="8234941" y="1604795"/>
              <a:ext cx="0" cy="1558540"/>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25">
              <a:extLst>
                <a:ext uri="{FF2B5EF4-FFF2-40B4-BE49-F238E27FC236}">
                  <a16:creationId xmlns:a16="http://schemas.microsoft.com/office/drawing/2014/main" id="{C12007EF-343D-FB5B-FD76-7C5577B3957E}"/>
                </a:ext>
              </a:extLst>
            </p:cNvPr>
            <p:cNvCxnSpPr>
              <a:cxnSpLocks/>
            </p:cNvCxnSpPr>
            <p:nvPr/>
          </p:nvCxnSpPr>
          <p:spPr>
            <a:xfrm>
              <a:off x="8363538" y="1604795"/>
              <a:ext cx="0" cy="1558540"/>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26">
              <a:extLst>
                <a:ext uri="{FF2B5EF4-FFF2-40B4-BE49-F238E27FC236}">
                  <a16:creationId xmlns:a16="http://schemas.microsoft.com/office/drawing/2014/main" id="{0DA11AD3-201B-2AB6-1E74-B624E5AD16FB}"/>
                </a:ext>
              </a:extLst>
            </p:cNvPr>
            <p:cNvCxnSpPr>
              <a:cxnSpLocks/>
            </p:cNvCxnSpPr>
            <p:nvPr/>
          </p:nvCxnSpPr>
          <p:spPr>
            <a:xfrm flipH="1">
              <a:off x="8492137" y="1604795"/>
              <a:ext cx="7120" cy="1558538"/>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99">
              <a:extLst>
                <a:ext uri="{FF2B5EF4-FFF2-40B4-BE49-F238E27FC236}">
                  <a16:creationId xmlns:a16="http://schemas.microsoft.com/office/drawing/2014/main" id="{790DD8E4-5165-3F99-C939-1FF5552FAA7F}"/>
                </a:ext>
              </a:extLst>
            </p:cNvPr>
            <p:cNvCxnSpPr>
              <a:cxnSpLocks/>
            </p:cNvCxnSpPr>
            <p:nvPr/>
          </p:nvCxnSpPr>
          <p:spPr>
            <a:xfrm>
              <a:off x="8885051" y="1604795"/>
              <a:ext cx="0" cy="1558538"/>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200">
              <a:extLst>
                <a:ext uri="{FF2B5EF4-FFF2-40B4-BE49-F238E27FC236}">
                  <a16:creationId xmlns:a16="http://schemas.microsoft.com/office/drawing/2014/main" id="{36292F63-0AD3-7428-0BB1-D0C5152E542A}"/>
                </a:ext>
              </a:extLst>
            </p:cNvPr>
            <p:cNvCxnSpPr>
              <a:cxnSpLocks/>
            </p:cNvCxnSpPr>
            <p:nvPr/>
          </p:nvCxnSpPr>
          <p:spPr>
            <a:xfrm>
              <a:off x="9013648" y="1604795"/>
              <a:ext cx="0" cy="1558538"/>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201">
              <a:extLst>
                <a:ext uri="{FF2B5EF4-FFF2-40B4-BE49-F238E27FC236}">
                  <a16:creationId xmlns:a16="http://schemas.microsoft.com/office/drawing/2014/main" id="{587FB818-90A2-2C1C-68DD-15A6897E8F5C}"/>
                </a:ext>
              </a:extLst>
            </p:cNvPr>
            <p:cNvCxnSpPr>
              <a:cxnSpLocks/>
            </p:cNvCxnSpPr>
            <p:nvPr/>
          </p:nvCxnSpPr>
          <p:spPr>
            <a:xfrm>
              <a:off x="9142249" y="1604795"/>
              <a:ext cx="0" cy="1558538"/>
            </a:xfrm>
            <a:prstGeom prst="line">
              <a:avLst/>
            </a:prstGeom>
            <a:ln w="508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6" name="テキスト ボックス 83">
              <a:extLst>
                <a:ext uri="{FF2B5EF4-FFF2-40B4-BE49-F238E27FC236}">
                  <a16:creationId xmlns:a16="http://schemas.microsoft.com/office/drawing/2014/main" id="{CA8D1131-C3CD-8C33-0E88-AAEF4A243650}"/>
                </a:ext>
              </a:extLst>
            </p:cNvPr>
            <p:cNvSpPr txBox="1">
              <a:spLocks noChangeArrowheads="1"/>
            </p:cNvSpPr>
            <p:nvPr/>
          </p:nvSpPr>
          <p:spPr bwMode="auto">
            <a:xfrm>
              <a:off x="8437568" y="2105587"/>
              <a:ext cx="521608" cy="253916"/>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TSVs</a:t>
              </a:r>
              <a:endParaRPr kumimoji="0" lang="ja-JP" altLang="en-US" sz="1050" b="1"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117" name="右中かっこ 1">
              <a:extLst>
                <a:ext uri="{FF2B5EF4-FFF2-40B4-BE49-F238E27FC236}">
                  <a16:creationId xmlns:a16="http://schemas.microsoft.com/office/drawing/2014/main" id="{93698E58-B64A-C461-8601-0ECC53180E09}"/>
                </a:ext>
              </a:extLst>
            </p:cNvPr>
            <p:cNvSpPr/>
            <p:nvPr/>
          </p:nvSpPr>
          <p:spPr>
            <a:xfrm>
              <a:off x="10071433" y="1388986"/>
              <a:ext cx="243099" cy="15954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118" name="テキスト ボックス 4">
              <a:extLst>
                <a:ext uri="{FF2B5EF4-FFF2-40B4-BE49-F238E27FC236}">
                  <a16:creationId xmlns:a16="http://schemas.microsoft.com/office/drawing/2014/main" id="{9F1B0510-2438-CC73-19C2-AF0D24DD3D20}"/>
                </a:ext>
              </a:extLst>
            </p:cNvPr>
            <p:cNvSpPr txBox="1"/>
            <p:nvPr/>
          </p:nvSpPr>
          <p:spPr>
            <a:xfrm>
              <a:off x="10548344" y="1917530"/>
              <a:ext cx="1328616" cy="6922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8 Core die</a:t>
              </a:r>
              <a:br>
                <a:rPr kumimoji="1" lang="en-US" altLang="ja-JP"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br>
              <a:r>
                <a:rPr kumimoji="1" lang="en-US" altLang="ja-JP"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(DRAM)</a:t>
              </a:r>
              <a:endParaRPr kumimoji="1" lang="ja-JP" altLang="en-US"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cxnSp>
          <p:nvCxnSpPr>
            <p:cNvPr id="119" name="直線矢印コネクタ 126">
              <a:extLst>
                <a:ext uri="{FF2B5EF4-FFF2-40B4-BE49-F238E27FC236}">
                  <a16:creationId xmlns:a16="http://schemas.microsoft.com/office/drawing/2014/main" id="{F23998EF-220E-A72C-DA91-5162BB642579}"/>
                </a:ext>
              </a:extLst>
            </p:cNvPr>
            <p:cNvCxnSpPr/>
            <p:nvPr/>
          </p:nvCxnSpPr>
          <p:spPr>
            <a:xfrm>
              <a:off x="10071433" y="3124376"/>
              <a:ext cx="3091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テキスト ボックス 127">
              <a:extLst>
                <a:ext uri="{FF2B5EF4-FFF2-40B4-BE49-F238E27FC236}">
                  <a16:creationId xmlns:a16="http://schemas.microsoft.com/office/drawing/2014/main" id="{CE79C3ED-F8C4-AF50-F791-82DC00CB1851}"/>
                </a:ext>
              </a:extLst>
            </p:cNvPr>
            <p:cNvSpPr txBox="1"/>
            <p:nvPr/>
          </p:nvSpPr>
          <p:spPr>
            <a:xfrm>
              <a:off x="10574946" y="2966812"/>
              <a:ext cx="1276909" cy="395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rPr>
                <a:t>Logic die</a:t>
              </a:r>
              <a:endParaRPr kumimoji="1" lang="ja-JP" altLang="en-US" sz="1800" b="0" i="0" u="none" strike="noStrike" kern="1200" cap="none" spc="0" normalizeH="0" baseline="0" noProof="0">
                <a:ln>
                  <a:noFill/>
                </a:ln>
                <a:solidFill>
                  <a:srgbClr val="000000"/>
                </a:solidFill>
                <a:effectLst/>
                <a:uLnTx/>
                <a:uFillTx/>
                <a:latin typeface="Arial" panose="020B0604020202020204"/>
                <a:ea typeface="ＭＳ Ｐゴシック" panose="020B0600070205080204" pitchFamily="34" charset="-128"/>
                <a:cs typeface="+mn-cs"/>
              </a:endParaRPr>
            </a:p>
          </p:txBody>
        </p:sp>
      </p:grpSp>
      <p:pic>
        <p:nvPicPr>
          <p:cNvPr id="121" name="Picture 120">
            <a:extLst>
              <a:ext uri="{FF2B5EF4-FFF2-40B4-BE49-F238E27FC236}">
                <a16:creationId xmlns:a16="http://schemas.microsoft.com/office/drawing/2014/main" id="{AE16DBD6-2541-46ED-7E30-7C0A8932F57C}"/>
              </a:ext>
            </a:extLst>
          </p:cNvPr>
          <p:cNvPicPr>
            <a:picLocks noChangeAspect="1"/>
          </p:cNvPicPr>
          <p:nvPr/>
        </p:nvPicPr>
        <p:blipFill>
          <a:blip r:embed="rId3"/>
          <a:stretch>
            <a:fillRect/>
          </a:stretch>
        </p:blipFill>
        <p:spPr>
          <a:xfrm>
            <a:off x="8936496" y="1297210"/>
            <a:ext cx="2932430" cy="2499577"/>
          </a:xfrm>
          <a:prstGeom prst="rect">
            <a:avLst/>
          </a:prstGeom>
        </p:spPr>
      </p:pic>
      <p:sp>
        <p:nvSpPr>
          <p:cNvPr id="124" name="TextBox 123">
            <a:extLst>
              <a:ext uri="{FF2B5EF4-FFF2-40B4-BE49-F238E27FC236}">
                <a16:creationId xmlns:a16="http://schemas.microsoft.com/office/drawing/2014/main" id="{EE7EACF5-1336-8705-294D-CE76071162DC}"/>
              </a:ext>
            </a:extLst>
          </p:cNvPr>
          <p:cNvSpPr txBox="1"/>
          <p:nvPr/>
        </p:nvSpPr>
        <p:spPr>
          <a:xfrm>
            <a:off x="536161" y="4944199"/>
            <a:ext cx="11277600" cy="1231106"/>
          </a:xfrm>
          <a:prstGeom prst="rect">
            <a:avLst/>
          </a:prstGeom>
          <a:noFill/>
        </p:spPr>
        <p:txBody>
          <a:bodyPr wrap="square">
            <a:spAutoFit/>
          </a:bodyPr>
          <a:lstStyle/>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Arial" panose="020B0604020202020204"/>
                <a:ea typeface="+mn-ea"/>
                <a:cs typeface="+mn-cs"/>
              </a:rPr>
              <a:t>The HBM Memory is composed of a stack of DRAM memory die and a Logic die (also referred to as Interface die</a:t>
            </a:r>
            <a:r>
              <a:rPr lang="en-US" sz="1400" dirty="0">
                <a:solidFill>
                  <a:srgbClr val="000000"/>
                </a:solidFill>
                <a:highlight>
                  <a:srgbClr val="FFFFFF"/>
                </a:highlight>
                <a:latin typeface="Arial" panose="020B0604020202020204"/>
              </a:rPr>
              <a:t>)</a:t>
            </a:r>
            <a:endParaRPr kumimoji="0" lang="en-US" sz="1400" b="0" i="0" u="none" strike="noStrike" kern="1200" cap="none" spc="0" normalizeH="0" baseline="0" noProof="0" dirty="0">
              <a:ln>
                <a:noFill/>
              </a:ln>
              <a:solidFill>
                <a:srgbClr val="000000"/>
              </a:solidFill>
              <a:effectLst/>
              <a:highlight>
                <a:srgbClr val="FFFFFF"/>
              </a:highlight>
              <a:uLnTx/>
              <a:uFillTx/>
              <a:latin typeface="Arial" panose="020B0604020202020204"/>
              <a:ea typeface="+mn-ea"/>
              <a:cs typeface="+mn-cs"/>
            </a:endParaRP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Arial" panose="020B0604020202020204"/>
                <a:ea typeface="+mn-ea"/>
                <a:cs typeface="+mn-cs"/>
              </a:rPr>
              <a:t>These are interconnected with TSV’s. </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highlight>
                  <a:srgbClr val="FFFFFF"/>
                </a:highlight>
                <a:uLnTx/>
                <a:uFillTx/>
                <a:latin typeface="Arial" panose="020B0604020202020204"/>
                <a:ea typeface="+mn-ea"/>
                <a:cs typeface="+mn-cs"/>
              </a:rPr>
              <a:t>The Interface die interfaces to the external system.</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333333"/>
                </a:solidFill>
                <a:effectLst/>
                <a:highlight>
                  <a:srgbClr val="FFFFFF"/>
                </a:highlight>
                <a:uLnTx/>
                <a:uFillTx/>
                <a:latin typeface="Arial" panose="020B0604020202020204"/>
                <a:ea typeface="+mn-ea"/>
                <a:cs typeface="+mn-cs"/>
              </a:rPr>
              <a:t>A channel provides access to a discrete pool of memory.</a:t>
            </a:r>
          </a:p>
          <a:p>
            <a:pPr marL="182880" marR="0" lvl="0" indent="-18288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b="0" i="0" u="none" strike="noStrike" kern="1200" cap="none" spc="0" normalizeH="0" baseline="0" noProof="0" dirty="0">
                <a:ln>
                  <a:noFill/>
                </a:ln>
                <a:solidFill>
                  <a:srgbClr val="000000"/>
                </a:solidFill>
                <a:effectLst/>
                <a:uLnTx/>
                <a:uFillTx/>
                <a:latin typeface="Arial" panose="020B0604020202020204"/>
                <a:ea typeface="ＭＳ Ｐゴシック"/>
                <a:cs typeface="+mn-cs"/>
              </a:rPr>
              <a:t>GPU and HBM cube are connected via Micro-Bump.</a:t>
            </a:r>
            <a:r>
              <a:rPr kumimoji="0" lang="en-US" sz="1800" b="0" i="0" u="none" strike="noStrike" kern="1200" cap="none" spc="0" normalizeH="0" baseline="0" noProof="0" dirty="0">
                <a:ln>
                  <a:noFill/>
                </a:ln>
                <a:solidFill>
                  <a:srgbClr val="333333"/>
                </a:solidFill>
                <a:effectLst/>
                <a:highlight>
                  <a:srgbClr val="FFFFFF"/>
                </a:highlight>
                <a:uLnTx/>
                <a:uFillTx/>
                <a:latin typeface="Arial" panose="020B0604020202020204"/>
                <a:ea typeface="+mn-ea"/>
                <a:cs typeface="+mn-cs"/>
              </a:rPr>
              <a:t> </a:t>
            </a:r>
            <a:endParaRPr kumimoji="1" lang="ja-JP" altLang="en-US" sz="1800" b="0" i="0" u="none" strike="noStrike" kern="1200" cap="none" spc="0" normalizeH="0" baseline="0" noProof="0" dirty="0">
              <a:ln>
                <a:noFill/>
              </a:ln>
              <a:solidFill>
                <a:srgbClr val="000000"/>
              </a:solidFill>
              <a:effectLst/>
              <a:uLnTx/>
              <a:uFillTx/>
              <a:latin typeface="Arial" panose="020B0604020202020204"/>
              <a:ea typeface="ＭＳ Ｐゴシック" panose="020B0600070205080204" pitchFamily="34" charset="-128"/>
              <a:cs typeface="+mn-cs"/>
            </a:endParaRPr>
          </a:p>
        </p:txBody>
      </p:sp>
      <p:sp>
        <p:nvSpPr>
          <p:cNvPr id="136" name="TextBox 135">
            <a:extLst>
              <a:ext uri="{FF2B5EF4-FFF2-40B4-BE49-F238E27FC236}">
                <a16:creationId xmlns:a16="http://schemas.microsoft.com/office/drawing/2014/main" id="{BE72D79B-6D70-A8E9-328C-35C1F70F9F46}"/>
              </a:ext>
            </a:extLst>
          </p:cNvPr>
          <p:cNvSpPr txBox="1"/>
          <p:nvPr/>
        </p:nvSpPr>
        <p:spPr>
          <a:xfrm>
            <a:off x="9791700" y="5033548"/>
            <a:ext cx="10668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HBMs</a:t>
            </a:r>
          </a:p>
        </p:txBody>
      </p:sp>
      <p:sp>
        <p:nvSpPr>
          <p:cNvPr id="139" name="TextBox 138">
            <a:extLst>
              <a:ext uri="{FF2B5EF4-FFF2-40B4-BE49-F238E27FC236}">
                <a16:creationId xmlns:a16="http://schemas.microsoft.com/office/drawing/2014/main" id="{490F276C-A4EE-96D1-C59B-BC0206BD1289}"/>
              </a:ext>
            </a:extLst>
          </p:cNvPr>
          <p:cNvSpPr txBox="1"/>
          <p:nvPr/>
        </p:nvSpPr>
        <p:spPr>
          <a:xfrm>
            <a:off x="9492814" y="495735"/>
            <a:ext cx="733425" cy="27716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GPU</a:t>
            </a:r>
          </a:p>
        </p:txBody>
      </p:sp>
      <p:cxnSp>
        <p:nvCxnSpPr>
          <p:cNvPr id="143" name="Straight Arrow Connector 142">
            <a:extLst>
              <a:ext uri="{FF2B5EF4-FFF2-40B4-BE49-F238E27FC236}">
                <a16:creationId xmlns:a16="http://schemas.microsoft.com/office/drawing/2014/main" id="{93B43C3C-570B-50A7-FC30-F968F11FE619}"/>
              </a:ext>
            </a:extLst>
          </p:cNvPr>
          <p:cNvCxnSpPr>
            <a:cxnSpLocks/>
          </p:cNvCxnSpPr>
          <p:nvPr/>
        </p:nvCxnSpPr>
        <p:spPr>
          <a:xfrm flipH="1" flipV="1">
            <a:off x="9771322" y="2868084"/>
            <a:ext cx="217282" cy="2027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9A11E954-3AB9-A76F-8C41-C6C289A1E2C7}"/>
              </a:ext>
            </a:extLst>
          </p:cNvPr>
          <p:cNvCxnSpPr>
            <a:cxnSpLocks/>
          </p:cNvCxnSpPr>
          <p:nvPr/>
        </p:nvCxnSpPr>
        <p:spPr>
          <a:xfrm flipV="1">
            <a:off x="9965463" y="2875780"/>
            <a:ext cx="512037" cy="2019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CD92399A-5762-7FB9-621A-EBC7B3FF8154}"/>
              </a:ext>
            </a:extLst>
          </p:cNvPr>
          <p:cNvCxnSpPr/>
          <p:nvPr/>
        </p:nvCxnSpPr>
        <p:spPr>
          <a:xfrm flipH="1" flipV="1">
            <a:off x="9798811" y="2408954"/>
            <a:ext cx="181686" cy="2486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6DA7E620-9A34-0799-D48C-F60C073FB3C4}"/>
              </a:ext>
            </a:extLst>
          </p:cNvPr>
          <p:cNvCxnSpPr/>
          <p:nvPr/>
        </p:nvCxnSpPr>
        <p:spPr>
          <a:xfrm flipV="1">
            <a:off x="9965463" y="2436555"/>
            <a:ext cx="485625" cy="2440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EBA75F5E-D450-C809-423A-B9B3E4D3DF63}"/>
              </a:ext>
            </a:extLst>
          </p:cNvPr>
          <p:cNvCxnSpPr>
            <a:cxnSpLocks/>
          </p:cNvCxnSpPr>
          <p:nvPr/>
        </p:nvCxnSpPr>
        <p:spPr>
          <a:xfrm flipH="1" flipV="1">
            <a:off x="9848532" y="2201170"/>
            <a:ext cx="104672" cy="2675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468F8D3F-A4E7-1F7E-51E6-C5D6B20FA564}"/>
              </a:ext>
            </a:extLst>
          </p:cNvPr>
          <p:cNvCxnSpPr/>
          <p:nvPr/>
        </p:nvCxnSpPr>
        <p:spPr>
          <a:xfrm flipV="1">
            <a:off x="9981674" y="2202714"/>
            <a:ext cx="434220" cy="2693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6B8F99CF-5EF5-F2C4-33E6-49C412BEE139}"/>
              </a:ext>
            </a:extLst>
          </p:cNvPr>
          <p:cNvCxnSpPr>
            <a:stCxn id="139" idx="2"/>
          </p:cNvCxnSpPr>
          <p:nvPr/>
        </p:nvCxnSpPr>
        <p:spPr>
          <a:xfrm>
            <a:off x="9859527" y="772899"/>
            <a:ext cx="246498" cy="1428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417E39F0-D91B-890E-A16B-E33B7AF38315}"/>
              </a:ext>
            </a:extLst>
          </p:cNvPr>
          <p:cNvCxnSpPr/>
          <p:nvPr/>
        </p:nvCxnSpPr>
        <p:spPr>
          <a:xfrm>
            <a:off x="1431317" y="2623962"/>
            <a:ext cx="2957498" cy="0"/>
          </a:xfrm>
          <a:prstGeom prst="line">
            <a:avLst/>
          </a:prstGeom>
          <a:ln w="6350" cap="sq">
            <a:miter lim="800000"/>
          </a:ln>
        </p:spPr>
        <p:style>
          <a:lnRef idx="1">
            <a:schemeClr val="tx1"/>
          </a:lnRef>
          <a:fillRef idx="0">
            <a:schemeClr val="tx1"/>
          </a:fillRef>
          <a:effectRef idx="0">
            <a:srgbClr val="000000"/>
          </a:effectRef>
          <a:fontRef idx="minor">
            <a:schemeClr val="bg1"/>
          </a:fontRef>
        </p:style>
      </p:cxnSp>
      <p:sp>
        <p:nvSpPr>
          <p:cNvPr id="172" name="Rectangle 171">
            <a:extLst>
              <a:ext uri="{FF2B5EF4-FFF2-40B4-BE49-F238E27FC236}">
                <a16:creationId xmlns:a16="http://schemas.microsoft.com/office/drawing/2014/main" id="{AA4EEA72-CD1E-36BA-8D21-525ACA97C52C}"/>
              </a:ext>
            </a:extLst>
          </p:cNvPr>
          <p:cNvSpPr/>
          <p:nvPr/>
        </p:nvSpPr>
        <p:spPr>
          <a:xfrm>
            <a:off x="1425596" y="2623961"/>
            <a:ext cx="954709" cy="297154"/>
          </a:xfrm>
          <a:prstGeom prst="rect">
            <a:avLst/>
          </a:prstGeom>
          <a:solidFill>
            <a:schemeClr val="accent3">
              <a:lumMod val="75000"/>
            </a:schemeClr>
          </a:solidFill>
          <a:ln w="6350" cap="sq">
            <a:solidFill>
              <a:schemeClr val="tx1"/>
            </a:solidFill>
            <a:miter lim="800000"/>
          </a:ln>
        </p:spPr>
        <p:style>
          <a:lnRef idx="0">
            <a:schemeClr val="tx1"/>
          </a:lnRef>
          <a:fillRef idx="1">
            <a:schemeClr val="tx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panose="020B0604020202020204"/>
                <a:ea typeface="+mn-ea"/>
                <a:cs typeface="+mn-cs"/>
              </a:rPr>
              <a:t>3D Engine/ Display </a:t>
            </a:r>
            <a:r>
              <a:rPr kumimoji="0" lang="en-US" sz="800" b="1" i="0" u="none" strike="noStrike" kern="1200" cap="none" spc="0" normalizeH="0" baseline="0" noProof="0" err="1">
                <a:ln>
                  <a:noFill/>
                </a:ln>
                <a:solidFill>
                  <a:srgbClr val="000000"/>
                </a:solidFill>
                <a:effectLst/>
                <a:uLnTx/>
                <a:uFillTx/>
                <a:latin typeface="Arial" panose="020B0604020202020204"/>
                <a:ea typeface="+mn-ea"/>
                <a:cs typeface="+mn-cs"/>
              </a:rPr>
              <a:t>Ctl</a:t>
            </a:r>
            <a:endParaRPr kumimoji="0" lang="en-US" sz="20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3" name="Rectangle 172">
            <a:extLst>
              <a:ext uri="{FF2B5EF4-FFF2-40B4-BE49-F238E27FC236}">
                <a16:creationId xmlns:a16="http://schemas.microsoft.com/office/drawing/2014/main" id="{B00D5C6B-34DD-F7E1-97CD-CF6984662316}"/>
              </a:ext>
            </a:extLst>
          </p:cNvPr>
          <p:cNvSpPr/>
          <p:nvPr/>
        </p:nvSpPr>
        <p:spPr>
          <a:xfrm>
            <a:off x="2389128" y="2633420"/>
            <a:ext cx="954709" cy="297154"/>
          </a:xfrm>
          <a:prstGeom prst="rect">
            <a:avLst/>
          </a:prstGeom>
          <a:solidFill>
            <a:schemeClr val="accent5">
              <a:lumMod val="75000"/>
            </a:schemeClr>
          </a:solidFill>
          <a:ln w="6350" cap="sq">
            <a:solidFill>
              <a:schemeClr val="tx1"/>
            </a:solidFill>
            <a:miter lim="800000"/>
          </a:ln>
        </p:spPr>
        <p:style>
          <a:lnRef idx="0">
            <a:schemeClr val="tx1"/>
          </a:lnRef>
          <a:fillRef idx="1">
            <a:schemeClr val="tx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panose="020B0604020202020204"/>
                <a:ea typeface="+mn-ea"/>
                <a:cs typeface="+mn-cs"/>
              </a:rPr>
              <a:t>HBM Memory Controller</a:t>
            </a:r>
          </a:p>
        </p:txBody>
      </p:sp>
      <p:sp>
        <p:nvSpPr>
          <p:cNvPr id="174" name="Rectangle 173">
            <a:extLst>
              <a:ext uri="{FF2B5EF4-FFF2-40B4-BE49-F238E27FC236}">
                <a16:creationId xmlns:a16="http://schemas.microsoft.com/office/drawing/2014/main" id="{96B19588-B4C0-15C9-14EB-A6F8C59693B9}"/>
              </a:ext>
            </a:extLst>
          </p:cNvPr>
          <p:cNvSpPr/>
          <p:nvPr/>
        </p:nvSpPr>
        <p:spPr>
          <a:xfrm>
            <a:off x="3352153" y="2616782"/>
            <a:ext cx="1048921" cy="286918"/>
          </a:xfrm>
          <a:prstGeom prst="rect">
            <a:avLst/>
          </a:prstGeom>
          <a:solidFill>
            <a:srgbClr val="FFEC32"/>
          </a:solidFill>
          <a:ln w="6350" cap="sq">
            <a:solidFill>
              <a:schemeClr val="tx1"/>
            </a:solidFill>
            <a:miter lim="800000"/>
          </a:ln>
        </p:spPr>
        <p:style>
          <a:lnRef idx="0">
            <a:schemeClr val="tx1"/>
          </a:lnRef>
          <a:fillRef idx="1">
            <a:schemeClr val="tx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panose="020B0604020202020204"/>
                <a:ea typeface="+mn-ea"/>
                <a:cs typeface="+mn-cs"/>
              </a:rPr>
              <a:t>HBM PHY</a:t>
            </a:r>
            <a:endParaRPr kumimoji="0" lang="en-US"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1750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4584A-A20E-3043-89CD-3C882EE89F24}"/>
              </a:ext>
            </a:extLst>
          </p:cNvPr>
          <p:cNvSpPr>
            <a:spLocks noGrp="1"/>
          </p:cNvSpPr>
          <p:nvPr>
            <p:ph type="title"/>
          </p:nvPr>
        </p:nvSpPr>
        <p:spPr/>
        <p:txBody>
          <a:bodyPr/>
          <a:lstStyle/>
          <a:p>
            <a:r>
              <a:rPr lang="en-US" dirty="0"/>
              <a:t>What’s next?</a:t>
            </a:r>
          </a:p>
        </p:txBody>
      </p:sp>
      <p:sp>
        <p:nvSpPr>
          <p:cNvPr id="3" name="Content Placeholder 2">
            <a:extLst>
              <a:ext uri="{FF2B5EF4-FFF2-40B4-BE49-F238E27FC236}">
                <a16:creationId xmlns:a16="http://schemas.microsoft.com/office/drawing/2014/main" id="{6D5C3EC3-CCD6-86BB-64DC-A26585137783}"/>
              </a:ext>
            </a:extLst>
          </p:cNvPr>
          <p:cNvSpPr>
            <a:spLocks noGrp="1"/>
          </p:cNvSpPr>
          <p:nvPr>
            <p:ph idx="1"/>
          </p:nvPr>
        </p:nvSpPr>
        <p:spPr>
          <a:xfrm>
            <a:off x="389379" y="1664208"/>
            <a:ext cx="6068571" cy="4342892"/>
          </a:xfrm>
        </p:spPr>
        <p:txBody>
          <a:bodyPr/>
          <a:lstStyle/>
          <a:p>
            <a:r>
              <a:rPr lang="en-US" sz="3600" dirty="0"/>
              <a:t>Die to wafer (hybrid) bonding </a:t>
            </a:r>
          </a:p>
          <a:p>
            <a:r>
              <a:rPr lang="en-US" sz="3600" dirty="0"/>
              <a:t>Wafer to wafer (hybrid) bonding</a:t>
            </a:r>
          </a:p>
        </p:txBody>
      </p:sp>
      <p:sp>
        <p:nvSpPr>
          <p:cNvPr id="4" name="Text Placeholder 3">
            <a:extLst>
              <a:ext uri="{FF2B5EF4-FFF2-40B4-BE49-F238E27FC236}">
                <a16:creationId xmlns:a16="http://schemas.microsoft.com/office/drawing/2014/main" id="{E326B6A2-D411-0546-362F-70088E3E6BD5}"/>
              </a:ext>
            </a:extLst>
          </p:cNvPr>
          <p:cNvSpPr>
            <a:spLocks noGrp="1"/>
          </p:cNvSpPr>
          <p:nvPr>
            <p:ph type="body" sz="quarter" idx="10"/>
          </p:nvPr>
        </p:nvSpPr>
        <p:spPr/>
        <p:txBody>
          <a:bodyPr/>
          <a:lstStyle/>
          <a:p>
            <a:endParaRPr lang="en-US" dirty="0"/>
          </a:p>
        </p:txBody>
      </p:sp>
      <p:sp>
        <p:nvSpPr>
          <p:cNvPr id="5" name="Text Placeholder 4">
            <a:extLst>
              <a:ext uri="{FF2B5EF4-FFF2-40B4-BE49-F238E27FC236}">
                <a16:creationId xmlns:a16="http://schemas.microsoft.com/office/drawing/2014/main" id="{B7584811-F185-FF86-C105-CA95BEC184B8}"/>
              </a:ext>
            </a:extLst>
          </p:cNvPr>
          <p:cNvSpPr>
            <a:spLocks noGrp="1"/>
          </p:cNvSpPr>
          <p:nvPr>
            <p:ph type="body" sz="quarter" idx="11"/>
          </p:nvPr>
        </p:nvSpPr>
        <p:spPr/>
        <p:txBody>
          <a:bodyPr/>
          <a:lstStyle/>
          <a:p>
            <a:endParaRPr lang="en-US" dirty="0"/>
          </a:p>
        </p:txBody>
      </p:sp>
      <p:pic>
        <p:nvPicPr>
          <p:cNvPr id="8" name="Picture 7" descr="page_09.png">
            <a:extLst>
              <a:ext uri="{FF2B5EF4-FFF2-40B4-BE49-F238E27FC236}">
                <a16:creationId xmlns:a16="http://schemas.microsoft.com/office/drawing/2014/main" id="{AFC71F9B-9C74-CFD3-D2DB-202EB4F8E3E4}"/>
              </a:ext>
            </a:extLst>
          </p:cNvPr>
          <p:cNvPicPr>
            <a:picLocks noChangeAspect="1"/>
          </p:cNvPicPr>
          <p:nvPr/>
        </p:nvPicPr>
        <p:blipFill>
          <a:blip r:embed="rId2"/>
          <a:srcRect l="65234" t="20269" b="21945"/>
          <a:stretch>
            <a:fillRect/>
          </a:stretch>
        </p:blipFill>
        <p:spPr>
          <a:xfrm>
            <a:off x="6553200" y="1291220"/>
            <a:ext cx="5442794" cy="5088868"/>
          </a:xfrm>
          <a:prstGeom prst="rect">
            <a:avLst/>
          </a:prstGeom>
        </p:spPr>
      </p:pic>
    </p:spTree>
    <p:extLst>
      <p:ext uri="{BB962C8B-B14F-4D97-AF65-F5344CB8AC3E}">
        <p14:creationId xmlns:p14="http://schemas.microsoft.com/office/powerpoint/2010/main" val="3103668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D25D5D-7CEE-7E35-FDB3-3EA8DEB0736B}"/>
              </a:ext>
            </a:extLst>
          </p:cNvPr>
          <p:cNvSpPr>
            <a:spLocks noGrp="1"/>
          </p:cNvSpPr>
          <p:nvPr>
            <p:ph type="sldNum" sz="quarter" idx="12"/>
          </p:nvPr>
        </p:nvSpPr>
        <p:spPr/>
        <p:txBody>
          <a:bodyPr/>
          <a:lstStyle/>
          <a:p>
            <a:fld id="{B7E7695C-FCF1-4AA0-9B93-7941FED13DC4}" type="slidenum">
              <a:rPr lang="en-US" smtClean="0"/>
              <a:t>18</a:t>
            </a:fld>
            <a:endParaRPr lang="en-US"/>
          </a:p>
        </p:txBody>
      </p:sp>
      <p:sp>
        <p:nvSpPr>
          <p:cNvPr id="3" name="Title 2">
            <a:extLst>
              <a:ext uri="{FF2B5EF4-FFF2-40B4-BE49-F238E27FC236}">
                <a16:creationId xmlns:a16="http://schemas.microsoft.com/office/drawing/2014/main" id="{A717A65F-BF70-89A6-718F-80C728EAC271}"/>
              </a:ext>
            </a:extLst>
          </p:cNvPr>
          <p:cNvSpPr>
            <a:spLocks noGrp="1"/>
          </p:cNvSpPr>
          <p:nvPr>
            <p:ph type="title"/>
          </p:nvPr>
        </p:nvSpPr>
        <p:spPr/>
        <p:txBody>
          <a:bodyPr/>
          <a:lstStyle/>
          <a:p>
            <a:r>
              <a:rPr lang="en-US" dirty="0"/>
              <a:t>How bonding works</a:t>
            </a:r>
          </a:p>
        </p:txBody>
      </p:sp>
      <p:pic>
        <p:nvPicPr>
          <p:cNvPr id="5" name="Content Placeholder 4" descr="page_12.png">
            <a:extLst>
              <a:ext uri="{FF2B5EF4-FFF2-40B4-BE49-F238E27FC236}">
                <a16:creationId xmlns:a16="http://schemas.microsoft.com/office/drawing/2014/main" id="{C758046D-DDBC-6643-E41B-37AFA083BD29}"/>
              </a:ext>
            </a:extLst>
          </p:cNvPr>
          <p:cNvPicPr>
            <a:picLocks noGrp="1" noChangeAspect="1"/>
          </p:cNvPicPr>
          <p:nvPr>
            <p:ph sz="half" idx="1"/>
          </p:nvPr>
        </p:nvPicPr>
        <p:blipFill>
          <a:blip r:embed="rId2"/>
          <a:srcRect t="23093" b="41009"/>
          <a:stretch>
            <a:fillRect/>
          </a:stretch>
        </p:blipFill>
        <p:spPr>
          <a:xfrm>
            <a:off x="0" y="2298020"/>
            <a:ext cx="11958151" cy="3033446"/>
          </a:xfrm>
          <a:prstGeom prst="rect">
            <a:avLst/>
          </a:prstGeom>
        </p:spPr>
      </p:pic>
    </p:spTree>
    <p:extLst>
      <p:ext uri="{BB962C8B-B14F-4D97-AF65-F5344CB8AC3E}">
        <p14:creationId xmlns:p14="http://schemas.microsoft.com/office/powerpoint/2010/main" val="855548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87A9-6606-B947-0B9C-E7FAB57B6584}"/>
              </a:ext>
            </a:extLst>
          </p:cNvPr>
          <p:cNvSpPr>
            <a:spLocks noGrp="1"/>
          </p:cNvSpPr>
          <p:nvPr>
            <p:ph type="title"/>
          </p:nvPr>
        </p:nvSpPr>
        <p:spPr/>
        <p:txBody>
          <a:bodyPr/>
          <a:lstStyle/>
          <a:p>
            <a:r>
              <a:rPr lang="en-US" dirty="0"/>
              <a:t>Fusion bonding</a:t>
            </a:r>
          </a:p>
        </p:txBody>
      </p:sp>
      <p:sp>
        <p:nvSpPr>
          <p:cNvPr id="4" name="Text Placeholder 3">
            <a:extLst>
              <a:ext uri="{FF2B5EF4-FFF2-40B4-BE49-F238E27FC236}">
                <a16:creationId xmlns:a16="http://schemas.microsoft.com/office/drawing/2014/main" id="{853AC94E-F47C-85AB-D825-EB91817C9353}"/>
              </a:ext>
            </a:extLst>
          </p:cNvPr>
          <p:cNvSpPr>
            <a:spLocks noGrp="1"/>
          </p:cNvSpPr>
          <p:nvPr>
            <p:ph type="body" sz="quarter" idx="10"/>
          </p:nvPr>
        </p:nvSpPr>
        <p:spPr>
          <a:xfrm>
            <a:off x="484630" y="1056036"/>
            <a:ext cx="11219688" cy="347663"/>
          </a:xfrm>
        </p:spPr>
        <p:txBody>
          <a:bodyPr/>
          <a:lstStyle/>
          <a:p>
            <a:r>
              <a:rPr lang="en-US" dirty="0"/>
              <a:t>Silicon to silicon or dielectric to dielectric </a:t>
            </a:r>
          </a:p>
        </p:txBody>
      </p:sp>
      <p:sp>
        <p:nvSpPr>
          <p:cNvPr id="5" name="Text Placeholder 4">
            <a:extLst>
              <a:ext uri="{FF2B5EF4-FFF2-40B4-BE49-F238E27FC236}">
                <a16:creationId xmlns:a16="http://schemas.microsoft.com/office/drawing/2014/main" id="{3B089597-2C79-D49B-B53E-F4997D881020}"/>
              </a:ext>
            </a:extLst>
          </p:cNvPr>
          <p:cNvSpPr>
            <a:spLocks noGrp="1"/>
          </p:cNvSpPr>
          <p:nvPr>
            <p:ph type="body" sz="quarter" idx="11"/>
          </p:nvPr>
        </p:nvSpPr>
        <p:spPr/>
        <p:txBody>
          <a:bodyPr/>
          <a:lstStyle/>
          <a:p>
            <a:endParaRPr lang="en-US"/>
          </a:p>
        </p:txBody>
      </p:sp>
      <p:sp>
        <p:nvSpPr>
          <p:cNvPr id="7" name="TextBox 6">
            <a:extLst>
              <a:ext uri="{FF2B5EF4-FFF2-40B4-BE49-F238E27FC236}">
                <a16:creationId xmlns:a16="http://schemas.microsoft.com/office/drawing/2014/main" id="{B0F58EDE-0A73-22A1-B8BD-5458C33F2320}"/>
              </a:ext>
            </a:extLst>
          </p:cNvPr>
          <p:cNvSpPr txBox="1"/>
          <p:nvPr/>
        </p:nvSpPr>
        <p:spPr>
          <a:xfrm>
            <a:off x="7420354" y="760534"/>
            <a:ext cx="5760720" cy="6032421"/>
          </a:xfrm>
          <a:prstGeom prst="rect">
            <a:avLst/>
          </a:prstGeom>
          <a:noFill/>
        </p:spPr>
        <p:txBody>
          <a:bodyPr wrap="square">
            <a:spAutoFit/>
          </a:bodyPr>
          <a:lstStyle/>
          <a:p>
            <a:pPr>
              <a:defRPr sz="1100" b="1"/>
            </a:pPr>
            <a:r>
              <a:rPr sz="1600" dirty="0"/>
              <a:t>Bonding Mechanism (Hydrophilic Surfaces):</a:t>
            </a:r>
          </a:p>
          <a:p>
            <a:pPr>
              <a:defRPr sz="900"/>
            </a:pPr>
            <a:endParaRPr sz="1100" dirty="0"/>
          </a:p>
          <a:p>
            <a:pPr>
              <a:defRPr sz="1000" b="1"/>
            </a:pPr>
            <a:r>
              <a:rPr sz="1200" dirty="0"/>
              <a:t>1. Surface Preparation:</a:t>
            </a:r>
          </a:p>
          <a:p>
            <a:pPr>
              <a:defRPr sz="900"/>
            </a:pPr>
            <a:r>
              <a:rPr sz="1100" dirty="0"/>
              <a:t>   • Wafers are cleaned and made hydrophilic (water-attracting)</a:t>
            </a:r>
          </a:p>
          <a:p>
            <a:pPr>
              <a:defRPr sz="900"/>
            </a:pPr>
            <a:r>
              <a:rPr sz="1100" dirty="0"/>
              <a:t>   • Surface terminated with silanol groups (Si-OH)</a:t>
            </a:r>
          </a:p>
          <a:p>
            <a:pPr>
              <a:defRPr sz="900"/>
            </a:pPr>
            <a:r>
              <a:rPr sz="1100" dirty="0"/>
              <a:t>   • 2-3 monolayers of water molecules adsorbed on surface</a:t>
            </a:r>
          </a:p>
          <a:p>
            <a:pPr>
              <a:defRPr sz="900"/>
            </a:pPr>
            <a:endParaRPr sz="1100" dirty="0"/>
          </a:p>
          <a:p>
            <a:pPr>
              <a:defRPr sz="1000" b="1"/>
            </a:pPr>
            <a:r>
              <a:rPr sz="1200" dirty="0"/>
              <a:t>2. Initial Contact (Room Temperature):</a:t>
            </a:r>
          </a:p>
          <a:p>
            <a:pPr>
              <a:defRPr sz="900"/>
            </a:pPr>
            <a:r>
              <a:rPr sz="1100" dirty="0"/>
              <a:t>   • Wafers brought into contact at RT</a:t>
            </a:r>
          </a:p>
          <a:p>
            <a:pPr>
              <a:defRPr sz="900"/>
            </a:pPr>
            <a:r>
              <a:rPr sz="1100" dirty="0"/>
              <a:t>   • Van der Waals forces and hydrogen bonds form between:</a:t>
            </a:r>
          </a:p>
          <a:p>
            <a:pPr>
              <a:defRPr sz="900"/>
            </a:pPr>
            <a:r>
              <a:rPr sz="1100" dirty="0"/>
              <a:t>     - Water molecules on opposing surfaces</a:t>
            </a:r>
          </a:p>
          <a:p>
            <a:pPr>
              <a:defRPr sz="900"/>
            </a:pPr>
            <a:r>
              <a:rPr sz="1100" dirty="0"/>
              <a:t>     - Silanol (OH) groups across the interface</a:t>
            </a:r>
          </a:p>
          <a:p>
            <a:pPr>
              <a:defRPr sz="900"/>
            </a:pPr>
            <a:r>
              <a:rPr sz="1100" dirty="0"/>
              <a:t>   • Weak initial bond (~0.1 J/m²)</a:t>
            </a:r>
          </a:p>
          <a:p>
            <a:pPr>
              <a:defRPr sz="900"/>
            </a:pPr>
            <a:endParaRPr sz="1100" dirty="0"/>
          </a:p>
          <a:p>
            <a:pPr>
              <a:defRPr sz="1100" b="1"/>
            </a:pPr>
            <a:r>
              <a:rPr sz="1600" dirty="0"/>
              <a:t>3. Bond Strengthening with Temperature:</a:t>
            </a:r>
          </a:p>
          <a:p>
            <a:pPr>
              <a:defRPr sz="900"/>
            </a:pPr>
            <a:endParaRPr sz="1100" dirty="0"/>
          </a:p>
          <a:p>
            <a:pPr>
              <a:defRPr sz="900" b="1"/>
            </a:pPr>
            <a:r>
              <a:rPr sz="1100" dirty="0"/>
              <a:t>   Stage 1 (RT - 110°C): H-bond rearrangement</a:t>
            </a:r>
          </a:p>
          <a:p>
            <a:pPr>
              <a:defRPr sz="900"/>
            </a:pPr>
            <a:r>
              <a:rPr sz="1100" dirty="0"/>
              <a:t>   • Water molecules rearrange to maximize contact</a:t>
            </a:r>
          </a:p>
          <a:p>
            <a:pPr>
              <a:defRPr sz="900"/>
            </a:pPr>
            <a:r>
              <a:rPr sz="1100" dirty="0"/>
              <a:t>   • Slight increase in bond strength</a:t>
            </a:r>
          </a:p>
          <a:p>
            <a:pPr>
              <a:defRPr sz="900"/>
            </a:pPr>
            <a:endParaRPr sz="1100" dirty="0"/>
          </a:p>
          <a:p>
            <a:pPr>
              <a:defRPr sz="900" b="1"/>
            </a:pPr>
            <a:r>
              <a:rPr sz="1100" dirty="0"/>
              <a:t>   Stage 2 (110°C - 150°C): Covalent bond formation</a:t>
            </a:r>
          </a:p>
          <a:p>
            <a:pPr>
              <a:defRPr sz="900"/>
            </a:pPr>
            <a:r>
              <a:rPr sz="1100" dirty="0"/>
              <a:t>   • Water diffuses out along interface and into bulk Si</a:t>
            </a:r>
          </a:p>
          <a:p>
            <a:pPr>
              <a:defRPr sz="900"/>
            </a:pPr>
            <a:r>
              <a:rPr sz="1100" dirty="0"/>
              <a:t>   • Silanol groups react to form covalent bonds:</a:t>
            </a:r>
          </a:p>
          <a:p>
            <a:pPr>
              <a:defRPr sz="900"/>
            </a:pPr>
            <a:r>
              <a:rPr sz="1100" dirty="0"/>
              <a:t>     Si-OH + HO-Si → Si-O-Si + H₂O</a:t>
            </a:r>
          </a:p>
          <a:p>
            <a:pPr>
              <a:defRPr sz="900"/>
            </a:pPr>
            <a:r>
              <a:rPr sz="1100" dirty="0"/>
              <a:t>   • Significant bond strength increase</a:t>
            </a:r>
          </a:p>
          <a:p>
            <a:pPr>
              <a:defRPr sz="900"/>
            </a:pPr>
            <a:endParaRPr sz="1100" dirty="0"/>
          </a:p>
          <a:p>
            <a:pPr>
              <a:defRPr sz="900" b="1"/>
            </a:pPr>
            <a:r>
              <a:rPr sz="1100" dirty="0"/>
              <a:t>   Stage 3 (150°C - 800°C): Limited by roughness</a:t>
            </a:r>
          </a:p>
          <a:p>
            <a:pPr>
              <a:defRPr sz="900"/>
            </a:pPr>
            <a:r>
              <a:rPr sz="1100" dirty="0"/>
              <a:t>   • Most water removed, covalent bonds formed</a:t>
            </a:r>
          </a:p>
          <a:p>
            <a:pPr>
              <a:defRPr sz="900"/>
            </a:pPr>
            <a:r>
              <a:rPr sz="1100" dirty="0"/>
              <a:t>   • Bond strength limited by surface roughness</a:t>
            </a:r>
          </a:p>
          <a:p>
            <a:pPr>
              <a:defRPr sz="900"/>
            </a:pPr>
            <a:r>
              <a:rPr sz="1100" dirty="0"/>
              <a:t>   • Gaps remain where surfaces don't contact</a:t>
            </a:r>
          </a:p>
          <a:p>
            <a:pPr>
              <a:defRPr sz="900"/>
            </a:pPr>
            <a:endParaRPr sz="1100" dirty="0"/>
          </a:p>
          <a:p>
            <a:pPr>
              <a:defRPr sz="900" b="1"/>
            </a:pPr>
            <a:r>
              <a:rPr sz="1100" dirty="0"/>
              <a:t>   Stage 4 (&gt;800°C): Viscous flow</a:t>
            </a:r>
          </a:p>
          <a:p>
            <a:pPr>
              <a:defRPr sz="900"/>
            </a:pPr>
            <a:r>
              <a:rPr sz="1100" dirty="0"/>
              <a:t>   • </a:t>
            </a:r>
            <a:r>
              <a:rPr sz="1100" dirty="0" err="1"/>
              <a:t>SiO</a:t>
            </a:r>
            <a:r>
              <a:rPr sz="1100" dirty="0"/>
              <a:t>₂ softens and flows to close remaining gaps</a:t>
            </a:r>
          </a:p>
          <a:p>
            <a:pPr>
              <a:defRPr sz="900"/>
            </a:pPr>
            <a:r>
              <a:rPr sz="1100" dirty="0"/>
              <a:t>   • Maximum bond strength achieved (2.5 J/m²)</a:t>
            </a:r>
          </a:p>
        </p:txBody>
      </p:sp>
      <p:pic>
        <p:nvPicPr>
          <p:cNvPr id="9" name="Picture 8" descr="fig1_4stage_model.png">
            <a:extLst>
              <a:ext uri="{FF2B5EF4-FFF2-40B4-BE49-F238E27FC236}">
                <a16:creationId xmlns:a16="http://schemas.microsoft.com/office/drawing/2014/main" id="{92502E22-7519-8085-8DBC-1BF632D5C70B}"/>
              </a:ext>
            </a:extLst>
          </p:cNvPr>
          <p:cNvPicPr>
            <a:picLocks noChangeAspect="1"/>
          </p:cNvPicPr>
          <p:nvPr/>
        </p:nvPicPr>
        <p:blipFill>
          <a:blip r:embed="rId2"/>
          <a:srcRect r="1021" b="40987"/>
          <a:stretch>
            <a:fillRect/>
          </a:stretch>
        </p:blipFill>
        <p:spPr>
          <a:xfrm>
            <a:off x="344829" y="3911601"/>
            <a:ext cx="7181460" cy="2721538"/>
          </a:xfrm>
          <a:prstGeom prst="rect">
            <a:avLst/>
          </a:prstGeom>
        </p:spPr>
      </p:pic>
      <p:pic>
        <p:nvPicPr>
          <p:cNvPr id="10" name="Picture 9" descr="page_46.png">
            <a:extLst>
              <a:ext uri="{FF2B5EF4-FFF2-40B4-BE49-F238E27FC236}">
                <a16:creationId xmlns:a16="http://schemas.microsoft.com/office/drawing/2014/main" id="{E3E0519E-91AA-42F2-B591-6F376B1BA7B4}"/>
              </a:ext>
            </a:extLst>
          </p:cNvPr>
          <p:cNvPicPr>
            <a:picLocks noChangeAspect="1"/>
          </p:cNvPicPr>
          <p:nvPr/>
        </p:nvPicPr>
        <p:blipFill>
          <a:blip r:embed="rId3"/>
          <a:srcRect t="17106" b="35347"/>
          <a:stretch>
            <a:fillRect/>
          </a:stretch>
        </p:blipFill>
        <p:spPr>
          <a:xfrm>
            <a:off x="105935" y="1954085"/>
            <a:ext cx="7420354" cy="1984627"/>
          </a:xfrm>
          <a:prstGeom prst="rect">
            <a:avLst/>
          </a:prstGeom>
        </p:spPr>
      </p:pic>
      <p:sp>
        <p:nvSpPr>
          <p:cNvPr id="11" name="Rectangle 10">
            <a:extLst>
              <a:ext uri="{FF2B5EF4-FFF2-40B4-BE49-F238E27FC236}">
                <a16:creationId xmlns:a16="http://schemas.microsoft.com/office/drawing/2014/main" id="{B39B2876-778E-0D5D-E151-22F60165E4D6}"/>
              </a:ext>
            </a:extLst>
          </p:cNvPr>
          <p:cNvSpPr/>
          <p:nvPr/>
        </p:nvSpPr>
        <p:spPr>
          <a:xfrm>
            <a:off x="344829" y="2650067"/>
            <a:ext cx="1644838" cy="118533"/>
          </a:xfrm>
          <a:prstGeom prst="rect">
            <a:avLst/>
          </a:prstGeom>
          <a:solidFill>
            <a:srgbClr val="CCEBFF"/>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2" name="Rectangle 11">
            <a:extLst>
              <a:ext uri="{FF2B5EF4-FFF2-40B4-BE49-F238E27FC236}">
                <a16:creationId xmlns:a16="http://schemas.microsoft.com/office/drawing/2014/main" id="{0AA742AB-74F4-D190-E92B-295D92D040E4}"/>
              </a:ext>
            </a:extLst>
          </p:cNvPr>
          <p:cNvSpPr/>
          <p:nvPr/>
        </p:nvSpPr>
        <p:spPr>
          <a:xfrm>
            <a:off x="344829" y="2992190"/>
            <a:ext cx="1644838" cy="369331"/>
          </a:xfrm>
          <a:prstGeom prst="rect">
            <a:avLst/>
          </a:prstGeom>
          <a:solidFill>
            <a:srgbClr val="CCEBFF"/>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3" name="Rectangle 12">
            <a:extLst>
              <a:ext uri="{FF2B5EF4-FFF2-40B4-BE49-F238E27FC236}">
                <a16:creationId xmlns:a16="http://schemas.microsoft.com/office/drawing/2014/main" id="{584766A4-A73C-7BA2-0F9F-9CEF8E66F0E3}"/>
              </a:ext>
            </a:extLst>
          </p:cNvPr>
          <p:cNvSpPr/>
          <p:nvPr/>
        </p:nvSpPr>
        <p:spPr>
          <a:xfrm>
            <a:off x="344829" y="2416712"/>
            <a:ext cx="1644838" cy="343933"/>
          </a:xfrm>
          <a:prstGeom prst="rect">
            <a:avLst/>
          </a:prstGeom>
          <a:solidFill>
            <a:srgbClr val="CCEBFF"/>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4" name="Rectangle 13">
            <a:extLst>
              <a:ext uri="{FF2B5EF4-FFF2-40B4-BE49-F238E27FC236}">
                <a16:creationId xmlns:a16="http://schemas.microsoft.com/office/drawing/2014/main" id="{2A580726-9111-2B56-2D49-B7EABC17E235}"/>
              </a:ext>
            </a:extLst>
          </p:cNvPr>
          <p:cNvSpPr/>
          <p:nvPr/>
        </p:nvSpPr>
        <p:spPr>
          <a:xfrm>
            <a:off x="2906858" y="2962110"/>
            <a:ext cx="1644838" cy="399414"/>
          </a:xfrm>
          <a:prstGeom prst="rect">
            <a:avLst/>
          </a:prstGeom>
          <a:solidFill>
            <a:srgbClr val="CCEBFF"/>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15" name="Rectangle 14">
            <a:extLst>
              <a:ext uri="{FF2B5EF4-FFF2-40B4-BE49-F238E27FC236}">
                <a16:creationId xmlns:a16="http://schemas.microsoft.com/office/drawing/2014/main" id="{55EA737C-1197-E2E3-A743-D22A38E00615}"/>
              </a:ext>
            </a:extLst>
          </p:cNvPr>
          <p:cNvSpPr/>
          <p:nvPr/>
        </p:nvSpPr>
        <p:spPr>
          <a:xfrm>
            <a:off x="2850963" y="2614050"/>
            <a:ext cx="1644837" cy="343933"/>
          </a:xfrm>
          <a:prstGeom prst="rect">
            <a:avLst/>
          </a:prstGeom>
          <a:solidFill>
            <a:srgbClr val="CCEBFF"/>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cxnSp>
        <p:nvCxnSpPr>
          <p:cNvPr id="17" name="Straight Connector 16">
            <a:extLst>
              <a:ext uri="{FF2B5EF4-FFF2-40B4-BE49-F238E27FC236}">
                <a16:creationId xmlns:a16="http://schemas.microsoft.com/office/drawing/2014/main" id="{DD7C2CC6-5AF4-4CC2-3AFD-0A8DC55F6DDF}"/>
              </a:ext>
            </a:extLst>
          </p:cNvPr>
          <p:cNvCxnSpPr/>
          <p:nvPr/>
        </p:nvCxnSpPr>
        <p:spPr>
          <a:xfrm>
            <a:off x="2850963" y="2957983"/>
            <a:ext cx="1644837" cy="0"/>
          </a:xfrm>
          <a:prstGeom prst="line">
            <a:avLst/>
          </a:prstGeom>
          <a:ln w="6350" cap="sq">
            <a:miter lim="800000"/>
          </a:ln>
        </p:spPr>
        <p:style>
          <a:lnRef idx="1">
            <a:schemeClr val="tx1"/>
          </a:lnRef>
          <a:fillRef idx="0">
            <a:schemeClr val="tx1"/>
          </a:fillRef>
          <a:effectRef idx="0">
            <a:srgbClr val="000000"/>
          </a:effectRef>
          <a:fontRef idx="minor">
            <a:schemeClr val="bg1"/>
          </a:fontRef>
        </p:style>
      </p:cxnSp>
      <p:sp>
        <p:nvSpPr>
          <p:cNvPr id="18" name="Rectangle 17">
            <a:extLst>
              <a:ext uri="{FF2B5EF4-FFF2-40B4-BE49-F238E27FC236}">
                <a16:creationId xmlns:a16="http://schemas.microsoft.com/office/drawing/2014/main" id="{10A1B242-ACC8-53A2-FE25-762CC48BDAC0}"/>
              </a:ext>
            </a:extLst>
          </p:cNvPr>
          <p:cNvSpPr/>
          <p:nvPr/>
        </p:nvSpPr>
        <p:spPr>
          <a:xfrm>
            <a:off x="5357096" y="2641600"/>
            <a:ext cx="1644837" cy="719921"/>
          </a:xfrm>
          <a:prstGeom prst="rect">
            <a:avLst/>
          </a:prstGeom>
          <a:solidFill>
            <a:srgbClr val="CCEBFF"/>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67157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1E4D6-4463-6B15-DA67-7BF942F8A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FCDE32-E52E-FA68-E13D-13D6FD25C200}"/>
              </a:ext>
            </a:extLst>
          </p:cNvPr>
          <p:cNvSpPr>
            <a:spLocks noGrp="1"/>
          </p:cNvSpPr>
          <p:nvPr>
            <p:ph type="title"/>
          </p:nvPr>
        </p:nvSpPr>
        <p:spPr/>
        <p:txBody>
          <a:bodyPr/>
          <a:lstStyle/>
          <a:p>
            <a:r>
              <a:rPr lang="en-US" dirty="0"/>
              <a:t>Hybrid bonding</a:t>
            </a:r>
          </a:p>
        </p:txBody>
      </p:sp>
      <p:sp>
        <p:nvSpPr>
          <p:cNvPr id="3" name="Content Placeholder 2">
            <a:extLst>
              <a:ext uri="{FF2B5EF4-FFF2-40B4-BE49-F238E27FC236}">
                <a16:creationId xmlns:a16="http://schemas.microsoft.com/office/drawing/2014/main" id="{42074404-BE41-C2B8-E4F6-113ED53474A8}"/>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FE30BB35-3BB5-5F3B-8E54-0E177E0807DC}"/>
              </a:ext>
            </a:extLst>
          </p:cNvPr>
          <p:cNvSpPr>
            <a:spLocks noGrp="1"/>
          </p:cNvSpPr>
          <p:nvPr>
            <p:ph type="body" sz="quarter" idx="10"/>
          </p:nvPr>
        </p:nvSpPr>
        <p:spPr/>
        <p:txBody>
          <a:bodyPr/>
          <a:lstStyle/>
          <a:p>
            <a:r>
              <a:rPr lang="en-US" dirty="0"/>
              <a:t>Dielectric + copper interconnect bonding</a:t>
            </a:r>
          </a:p>
        </p:txBody>
      </p:sp>
      <p:sp>
        <p:nvSpPr>
          <p:cNvPr id="7" name="Text Placeholder 6">
            <a:extLst>
              <a:ext uri="{FF2B5EF4-FFF2-40B4-BE49-F238E27FC236}">
                <a16:creationId xmlns:a16="http://schemas.microsoft.com/office/drawing/2014/main" id="{AF46CA20-D455-1E0A-A29D-C36854A6E005}"/>
              </a:ext>
            </a:extLst>
          </p:cNvPr>
          <p:cNvSpPr>
            <a:spLocks noGrp="1"/>
          </p:cNvSpPr>
          <p:nvPr>
            <p:ph type="body" sz="quarter" idx="11"/>
          </p:nvPr>
        </p:nvSpPr>
        <p:spPr/>
        <p:txBody>
          <a:bodyPr/>
          <a:lstStyle/>
          <a:p>
            <a:endParaRPr lang="en-US"/>
          </a:p>
        </p:txBody>
      </p:sp>
      <p:pic>
        <p:nvPicPr>
          <p:cNvPr id="6" name="Picture 5" descr="page_46.png">
            <a:extLst>
              <a:ext uri="{FF2B5EF4-FFF2-40B4-BE49-F238E27FC236}">
                <a16:creationId xmlns:a16="http://schemas.microsoft.com/office/drawing/2014/main" id="{C52B98CC-1617-7C66-58DB-2955CC419145}"/>
              </a:ext>
            </a:extLst>
          </p:cNvPr>
          <p:cNvPicPr>
            <a:picLocks noChangeAspect="1"/>
          </p:cNvPicPr>
          <p:nvPr/>
        </p:nvPicPr>
        <p:blipFill>
          <a:blip r:embed="rId2"/>
          <a:srcRect t="17106" b="7685"/>
          <a:stretch>
            <a:fillRect/>
          </a:stretch>
        </p:blipFill>
        <p:spPr>
          <a:xfrm>
            <a:off x="346344" y="1664208"/>
            <a:ext cx="11496260" cy="4863571"/>
          </a:xfrm>
          <a:prstGeom prst="rect">
            <a:avLst/>
          </a:prstGeom>
        </p:spPr>
      </p:pic>
      <p:pic>
        <p:nvPicPr>
          <p:cNvPr id="9" name="Picture 8" descr="page_46.png">
            <a:extLst>
              <a:ext uri="{FF2B5EF4-FFF2-40B4-BE49-F238E27FC236}">
                <a16:creationId xmlns:a16="http://schemas.microsoft.com/office/drawing/2014/main" id="{3F277113-5E9A-8268-EF30-B5A05EF20392}"/>
              </a:ext>
            </a:extLst>
          </p:cNvPr>
          <p:cNvPicPr>
            <a:picLocks noChangeAspect="1"/>
          </p:cNvPicPr>
          <p:nvPr/>
        </p:nvPicPr>
        <p:blipFill>
          <a:blip r:embed="rId2"/>
          <a:srcRect l="69744" t="1848" b="89881"/>
          <a:stretch>
            <a:fillRect/>
          </a:stretch>
        </p:blipFill>
        <p:spPr>
          <a:xfrm>
            <a:off x="8225991" y="1257221"/>
            <a:ext cx="3478327" cy="534871"/>
          </a:xfrm>
          <a:prstGeom prst="rect">
            <a:avLst/>
          </a:prstGeom>
        </p:spPr>
      </p:pic>
    </p:spTree>
    <p:extLst>
      <p:ext uri="{BB962C8B-B14F-4D97-AF65-F5344CB8AC3E}">
        <p14:creationId xmlns:p14="http://schemas.microsoft.com/office/powerpoint/2010/main" val="2040338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056F1-8CDF-28A7-0615-02A0D2690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9170B-9548-67D2-493C-5EB242780733}"/>
              </a:ext>
            </a:extLst>
          </p:cNvPr>
          <p:cNvSpPr>
            <a:spLocks noGrp="1"/>
          </p:cNvSpPr>
          <p:nvPr>
            <p:ph type="title"/>
          </p:nvPr>
        </p:nvSpPr>
        <p:spPr/>
        <p:txBody>
          <a:bodyPr/>
          <a:lstStyle/>
          <a:p>
            <a:r>
              <a:rPr lang="en-US" dirty="0"/>
              <a:t>Fusion bonding: existing applications</a:t>
            </a:r>
          </a:p>
        </p:txBody>
      </p:sp>
      <p:sp>
        <p:nvSpPr>
          <p:cNvPr id="9" name="Content Placeholder 8">
            <a:extLst>
              <a:ext uri="{FF2B5EF4-FFF2-40B4-BE49-F238E27FC236}">
                <a16:creationId xmlns:a16="http://schemas.microsoft.com/office/drawing/2014/main" id="{B294B297-3F0E-D9A3-2492-BB2248F93764}"/>
              </a:ext>
            </a:extLst>
          </p:cNvPr>
          <p:cNvSpPr>
            <a:spLocks noGrp="1"/>
          </p:cNvSpPr>
          <p:nvPr>
            <p:ph sz="half" idx="1"/>
          </p:nvPr>
        </p:nvSpPr>
        <p:spPr/>
        <p:txBody>
          <a:bodyPr/>
          <a:lstStyle/>
          <a:p>
            <a:r>
              <a:rPr lang="en-US" b="1" dirty="0"/>
              <a:t>SOI Wafers</a:t>
            </a:r>
          </a:p>
        </p:txBody>
      </p:sp>
      <p:sp>
        <p:nvSpPr>
          <p:cNvPr id="10" name="Content Placeholder 9">
            <a:extLst>
              <a:ext uri="{FF2B5EF4-FFF2-40B4-BE49-F238E27FC236}">
                <a16:creationId xmlns:a16="http://schemas.microsoft.com/office/drawing/2014/main" id="{1F839D92-32EF-252A-829E-3ED807720E73}"/>
              </a:ext>
            </a:extLst>
          </p:cNvPr>
          <p:cNvSpPr>
            <a:spLocks noGrp="1"/>
          </p:cNvSpPr>
          <p:nvPr>
            <p:ph sz="half" idx="2"/>
          </p:nvPr>
        </p:nvSpPr>
        <p:spPr/>
        <p:txBody>
          <a:bodyPr/>
          <a:lstStyle/>
          <a:p>
            <a:r>
              <a:rPr lang="en-US" b="1" dirty="0"/>
              <a:t>MEMS</a:t>
            </a:r>
          </a:p>
        </p:txBody>
      </p:sp>
      <p:sp>
        <p:nvSpPr>
          <p:cNvPr id="4" name="Text Placeholder 3">
            <a:extLst>
              <a:ext uri="{FF2B5EF4-FFF2-40B4-BE49-F238E27FC236}">
                <a16:creationId xmlns:a16="http://schemas.microsoft.com/office/drawing/2014/main" id="{C7BB2020-0917-B822-84E9-9869D80F1454}"/>
              </a:ext>
            </a:extLst>
          </p:cNvPr>
          <p:cNvSpPr>
            <a:spLocks noGrp="1"/>
          </p:cNvSpPr>
          <p:nvPr>
            <p:ph type="body" sz="quarter" idx="10"/>
          </p:nvPr>
        </p:nvSpPr>
        <p:spPr/>
        <p:txBody>
          <a:bodyPr/>
          <a:lstStyle/>
          <a:p>
            <a:r>
              <a:rPr lang="en-US" b="1" dirty="0"/>
              <a:t>Fusion bonding</a:t>
            </a:r>
          </a:p>
        </p:txBody>
      </p:sp>
      <p:sp>
        <p:nvSpPr>
          <p:cNvPr id="17" name="Text Placeholder 16">
            <a:extLst>
              <a:ext uri="{FF2B5EF4-FFF2-40B4-BE49-F238E27FC236}">
                <a16:creationId xmlns:a16="http://schemas.microsoft.com/office/drawing/2014/main" id="{14EBCECB-CE9C-F9CC-D3A4-E7241B591CCA}"/>
              </a:ext>
            </a:extLst>
          </p:cNvPr>
          <p:cNvSpPr>
            <a:spLocks noGrp="1"/>
          </p:cNvSpPr>
          <p:nvPr>
            <p:ph type="body" sz="quarter" idx="11"/>
          </p:nvPr>
        </p:nvSpPr>
        <p:spPr/>
        <p:txBody>
          <a:bodyPr/>
          <a:lstStyle/>
          <a:p>
            <a:endParaRPr lang="en-US" dirty="0"/>
          </a:p>
        </p:txBody>
      </p:sp>
      <p:pic>
        <p:nvPicPr>
          <p:cNvPr id="19" name="Picture 18">
            <a:extLst>
              <a:ext uri="{FF2B5EF4-FFF2-40B4-BE49-F238E27FC236}">
                <a16:creationId xmlns:a16="http://schemas.microsoft.com/office/drawing/2014/main" id="{CC3BFF3B-22DE-A78F-F8C3-69BE1335B629}"/>
              </a:ext>
            </a:extLst>
          </p:cNvPr>
          <p:cNvPicPr>
            <a:picLocks noChangeAspect="1"/>
          </p:cNvPicPr>
          <p:nvPr/>
        </p:nvPicPr>
        <p:blipFill>
          <a:blip r:embed="rId2"/>
          <a:stretch>
            <a:fillRect/>
          </a:stretch>
        </p:blipFill>
        <p:spPr>
          <a:xfrm>
            <a:off x="390418" y="2027831"/>
            <a:ext cx="5346291" cy="3006506"/>
          </a:xfrm>
          <a:prstGeom prst="rect">
            <a:avLst/>
          </a:prstGeom>
        </p:spPr>
      </p:pic>
      <p:pic>
        <p:nvPicPr>
          <p:cNvPr id="21" name="Picture 20">
            <a:extLst>
              <a:ext uri="{FF2B5EF4-FFF2-40B4-BE49-F238E27FC236}">
                <a16:creationId xmlns:a16="http://schemas.microsoft.com/office/drawing/2014/main" id="{E801849E-16F9-4A9E-A4F2-3D9D783D3026}"/>
              </a:ext>
            </a:extLst>
          </p:cNvPr>
          <p:cNvPicPr>
            <a:picLocks noChangeAspect="1"/>
          </p:cNvPicPr>
          <p:nvPr/>
        </p:nvPicPr>
        <p:blipFill>
          <a:blip r:embed="rId3"/>
          <a:stretch>
            <a:fillRect/>
          </a:stretch>
        </p:blipFill>
        <p:spPr>
          <a:xfrm>
            <a:off x="6631579" y="2163319"/>
            <a:ext cx="2381722" cy="3466919"/>
          </a:xfrm>
          <a:prstGeom prst="rect">
            <a:avLst/>
          </a:prstGeom>
        </p:spPr>
      </p:pic>
      <p:pic>
        <p:nvPicPr>
          <p:cNvPr id="23" name="Picture 22">
            <a:extLst>
              <a:ext uri="{FF2B5EF4-FFF2-40B4-BE49-F238E27FC236}">
                <a16:creationId xmlns:a16="http://schemas.microsoft.com/office/drawing/2014/main" id="{FE0A61F6-EC42-BCE4-8503-5032CE8A956C}"/>
              </a:ext>
            </a:extLst>
          </p:cNvPr>
          <p:cNvPicPr>
            <a:picLocks noChangeAspect="1"/>
          </p:cNvPicPr>
          <p:nvPr/>
        </p:nvPicPr>
        <p:blipFill>
          <a:blip r:embed="rId4"/>
          <a:stretch>
            <a:fillRect/>
          </a:stretch>
        </p:blipFill>
        <p:spPr>
          <a:xfrm>
            <a:off x="9098531" y="2093203"/>
            <a:ext cx="2634197" cy="2981729"/>
          </a:xfrm>
          <a:prstGeom prst="rect">
            <a:avLst/>
          </a:prstGeom>
        </p:spPr>
      </p:pic>
      <p:sp>
        <p:nvSpPr>
          <p:cNvPr id="25" name="TextBox 24">
            <a:extLst>
              <a:ext uri="{FF2B5EF4-FFF2-40B4-BE49-F238E27FC236}">
                <a16:creationId xmlns:a16="http://schemas.microsoft.com/office/drawing/2014/main" id="{3C438D46-6B4A-E157-7BA6-CE2A53BCBF06}"/>
              </a:ext>
            </a:extLst>
          </p:cNvPr>
          <p:cNvSpPr txBox="1"/>
          <p:nvPr/>
        </p:nvSpPr>
        <p:spPr>
          <a:xfrm>
            <a:off x="175734" y="5290876"/>
            <a:ext cx="6097712" cy="646331"/>
          </a:xfrm>
          <a:prstGeom prst="rect">
            <a:avLst/>
          </a:prstGeom>
          <a:noFill/>
        </p:spPr>
        <p:txBody>
          <a:bodyPr wrap="square">
            <a:spAutoFit/>
          </a:bodyPr>
          <a:lstStyle>
            <a:defPPr>
              <a:defRPr lang="en-US"/>
            </a:defPPr>
            <a:lvl1pPr>
              <a:defRPr sz="1000"/>
            </a:lvl1pPr>
          </a:lstStyle>
          <a:p>
            <a:r>
              <a:rPr lang="en-US" dirty="0"/>
              <a:t>https://www.soitec.com/home/technology/innovation/smart-cut</a:t>
            </a:r>
          </a:p>
        </p:txBody>
      </p:sp>
      <p:sp>
        <p:nvSpPr>
          <p:cNvPr id="27" name="TextBox 26">
            <a:extLst>
              <a:ext uri="{FF2B5EF4-FFF2-40B4-BE49-F238E27FC236}">
                <a16:creationId xmlns:a16="http://schemas.microsoft.com/office/drawing/2014/main" id="{BB6A8837-04CC-9E8D-DD2F-1614036D1C96}"/>
              </a:ext>
            </a:extLst>
          </p:cNvPr>
          <p:cNvSpPr txBox="1"/>
          <p:nvPr/>
        </p:nvSpPr>
        <p:spPr>
          <a:xfrm>
            <a:off x="6631579" y="5725894"/>
            <a:ext cx="5136083" cy="403455"/>
          </a:xfrm>
          <a:prstGeom prst="rect">
            <a:avLst/>
          </a:prstGeom>
          <a:noFill/>
        </p:spPr>
        <p:txBody>
          <a:bodyPr wrap="square">
            <a:spAutoFit/>
          </a:bodyPr>
          <a:lstStyle>
            <a:defPPr>
              <a:defRPr lang="en-US"/>
            </a:defPPr>
            <a:lvl1pPr>
              <a:defRPr sz="1000"/>
            </a:lvl1pPr>
          </a:lstStyle>
          <a:p>
            <a:r>
              <a:rPr lang="en-US" dirty="0"/>
              <a:t>https://sites.engineering.ucsb.edu/~sumita/courses/Courses/ME141B/ME141B_lecture_8_F10.pdf</a:t>
            </a:r>
          </a:p>
        </p:txBody>
      </p:sp>
    </p:spTree>
    <p:extLst>
      <p:ext uri="{BB962C8B-B14F-4D97-AF65-F5344CB8AC3E}">
        <p14:creationId xmlns:p14="http://schemas.microsoft.com/office/powerpoint/2010/main" val="351299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97D49-5BCC-B14D-0CFC-A10C0FFE1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9811F-2045-EDDC-EEE9-F6012A5008AA}"/>
              </a:ext>
            </a:extLst>
          </p:cNvPr>
          <p:cNvSpPr>
            <a:spLocks noGrp="1"/>
          </p:cNvSpPr>
          <p:nvPr>
            <p:ph type="title"/>
          </p:nvPr>
        </p:nvSpPr>
        <p:spPr/>
        <p:txBody>
          <a:bodyPr/>
          <a:lstStyle/>
          <a:p>
            <a:r>
              <a:rPr lang="en-US" dirty="0"/>
              <a:t>Hybrid bonding: existing applications</a:t>
            </a:r>
          </a:p>
        </p:txBody>
      </p:sp>
      <p:sp>
        <p:nvSpPr>
          <p:cNvPr id="9" name="Content Placeholder 8">
            <a:extLst>
              <a:ext uri="{FF2B5EF4-FFF2-40B4-BE49-F238E27FC236}">
                <a16:creationId xmlns:a16="http://schemas.microsoft.com/office/drawing/2014/main" id="{A4FBD2AE-5AB8-0831-BC3F-8129AA9267B5}"/>
              </a:ext>
            </a:extLst>
          </p:cNvPr>
          <p:cNvSpPr>
            <a:spLocks noGrp="1"/>
          </p:cNvSpPr>
          <p:nvPr>
            <p:ph sz="half" idx="1"/>
          </p:nvPr>
        </p:nvSpPr>
        <p:spPr>
          <a:xfrm>
            <a:off x="487683" y="1659992"/>
            <a:ext cx="5367528" cy="4343485"/>
          </a:xfrm>
        </p:spPr>
        <p:txBody>
          <a:bodyPr/>
          <a:lstStyle/>
          <a:p>
            <a:r>
              <a:rPr lang="en-US" b="1" dirty="0"/>
              <a:t>Backside illuminated image sensors</a:t>
            </a:r>
          </a:p>
          <a:p>
            <a:pPr marL="0" indent="0">
              <a:buNone/>
            </a:pPr>
            <a:endParaRPr lang="en-US" dirty="0"/>
          </a:p>
        </p:txBody>
      </p:sp>
      <p:sp>
        <p:nvSpPr>
          <p:cNvPr id="10" name="Content Placeholder 9">
            <a:extLst>
              <a:ext uri="{FF2B5EF4-FFF2-40B4-BE49-F238E27FC236}">
                <a16:creationId xmlns:a16="http://schemas.microsoft.com/office/drawing/2014/main" id="{5A55208B-47EE-EA0B-4377-992598A3525F}"/>
              </a:ext>
            </a:extLst>
          </p:cNvPr>
          <p:cNvSpPr>
            <a:spLocks noGrp="1"/>
          </p:cNvSpPr>
          <p:nvPr>
            <p:ph sz="half" idx="2"/>
          </p:nvPr>
        </p:nvSpPr>
        <p:spPr/>
        <p:txBody>
          <a:bodyPr/>
          <a:lstStyle/>
          <a:p>
            <a:r>
              <a:rPr lang="en-US" b="1" dirty="0"/>
              <a:t>3D NAND Flash memories</a:t>
            </a:r>
          </a:p>
        </p:txBody>
      </p:sp>
      <p:sp>
        <p:nvSpPr>
          <p:cNvPr id="4" name="Text Placeholder 3">
            <a:extLst>
              <a:ext uri="{FF2B5EF4-FFF2-40B4-BE49-F238E27FC236}">
                <a16:creationId xmlns:a16="http://schemas.microsoft.com/office/drawing/2014/main" id="{7A95DBAE-98AC-7BB2-0DA9-4BEE83F911B4}"/>
              </a:ext>
            </a:extLst>
          </p:cNvPr>
          <p:cNvSpPr>
            <a:spLocks noGrp="1"/>
          </p:cNvSpPr>
          <p:nvPr>
            <p:ph type="body" sz="quarter" idx="10"/>
          </p:nvPr>
        </p:nvSpPr>
        <p:spPr/>
        <p:txBody>
          <a:bodyPr/>
          <a:lstStyle/>
          <a:p>
            <a:r>
              <a:rPr lang="en-US" b="1" dirty="0"/>
              <a:t>Fusion bonding</a:t>
            </a:r>
          </a:p>
        </p:txBody>
      </p:sp>
      <p:sp>
        <p:nvSpPr>
          <p:cNvPr id="17" name="Text Placeholder 16">
            <a:extLst>
              <a:ext uri="{FF2B5EF4-FFF2-40B4-BE49-F238E27FC236}">
                <a16:creationId xmlns:a16="http://schemas.microsoft.com/office/drawing/2014/main" id="{190276FD-8F8E-6506-70F5-BA28789D6CF2}"/>
              </a:ext>
            </a:extLst>
          </p:cNvPr>
          <p:cNvSpPr>
            <a:spLocks noGrp="1"/>
          </p:cNvSpPr>
          <p:nvPr>
            <p:ph type="body" sz="quarter" idx="11"/>
          </p:nvPr>
        </p:nvSpPr>
        <p:spPr/>
        <p:txBody>
          <a:bodyPr/>
          <a:lstStyle/>
          <a:p>
            <a:endParaRPr lang="en-US" dirty="0"/>
          </a:p>
        </p:txBody>
      </p:sp>
      <p:pic>
        <p:nvPicPr>
          <p:cNvPr id="6" name="Picture 5">
            <a:extLst>
              <a:ext uri="{FF2B5EF4-FFF2-40B4-BE49-F238E27FC236}">
                <a16:creationId xmlns:a16="http://schemas.microsoft.com/office/drawing/2014/main" id="{11997E87-3F56-6EB5-D457-3F41C873A2AE}"/>
              </a:ext>
            </a:extLst>
          </p:cNvPr>
          <p:cNvPicPr>
            <a:picLocks noChangeAspect="1"/>
          </p:cNvPicPr>
          <p:nvPr/>
        </p:nvPicPr>
        <p:blipFill>
          <a:blip r:embed="rId2"/>
          <a:stretch>
            <a:fillRect/>
          </a:stretch>
        </p:blipFill>
        <p:spPr>
          <a:xfrm>
            <a:off x="254962" y="2194720"/>
            <a:ext cx="6150505" cy="2914932"/>
          </a:xfrm>
          <a:prstGeom prst="rect">
            <a:avLst/>
          </a:prstGeom>
        </p:spPr>
      </p:pic>
      <p:sp>
        <p:nvSpPr>
          <p:cNvPr id="8" name="TextBox 7">
            <a:extLst>
              <a:ext uri="{FF2B5EF4-FFF2-40B4-BE49-F238E27FC236}">
                <a16:creationId xmlns:a16="http://schemas.microsoft.com/office/drawing/2014/main" id="{6F885DC6-A0C7-B81D-6D0F-487E9FE2055E}"/>
              </a:ext>
            </a:extLst>
          </p:cNvPr>
          <p:cNvSpPr txBox="1"/>
          <p:nvPr/>
        </p:nvSpPr>
        <p:spPr>
          <a:xfrm>
            <a:off x="6282691" y="6039457"/>
            <a:ext cx="5475725" cy="400110"/>
          </a:xfrm>
          <a:prstGeom prst="rect">
            <a:avLst/>
          </a:prstGeom>
          <a:noFill/>
        </p:spPr>
        <p:txBody>
          <a:bodyPr wrap="square">
            <a:spAutoFit/>
          </a:bodyPr>
          <a:lstStyle/>
          <a:p>
            <a:r>
              <a:rPr lang="en-US" sz="1000" dirty="0"/>
              <a:t>D. B. L. Yolanda, "Wafer to wafer bonding to increase memory density," 2022 China Semiconductor Technology International Conference (CSTIC), Shanghai, China, 2022, pp. 1-4</a:t>
            </a:r>
          </a:p>
        </p:txBody>
      </p:sp>
      <p:pic>
        <p:nvPicPr>
          <p:cNvPr id="13" name="Picture 12">
            <a:extLst>
              <a:ext uri="{FF2B5EF4-FFF2-40B4-BE49-F238E27FC236}">
                <a16:creationId xmlns:a16="http://schemas.microsoft.com/office/drawing/2014/main" id="{E90D6A57-1252-BEA9-8701-294CB70D8C48}"/>
              </a:ext>
            </a:extLst>
          </p:cNvPr>
          <p:cNvPicPr>
            <a:picLocks noChangeAspect="1"/>
          </p:cNvPicPr>
          <p:nvPr/>
        </p:nvPicPr>
        <p:blipFill>
          <a:blip r:embed="rId3"/>
          <a:stretch>
            <a:fillRect/>
          </a:stretch>
        </p:blipFill>
        <p:spPr>
          <a:xfrm>
            <a:off x="6233355" y="2269654"/>
            <a:ext cx="3421709" cy="3620389"/>
          </a:xfrm>
          <a:prstGeom prst="rect">
            <a:avLst/>
          </a:prstGeom>
        </p:spPr>
      </p:pic>
      <p:sp>
        <p:nvSpPr>
          <p:cNvPr id="15" name="TextBox 14">
            <a:extLst>
              <a:ext uri="{FF2B5EF4-FFF2-40B4-BE49-F238E27FC236}">
                <a16:creationId xmlns:a16="http://schemas.microsoft.com/office/drawing/2014/main" id="{27D222EB-6CDC-031E-BBE4-492A02AEF007}"/>
              </a:ext>
            </a:extLst>
          </p:cNvPr>
          <p:cNvSpPr txBox="1"/>
          <p:nvPr/>
        </p:nvSpPr>
        <p:spPr>
          <a:xfrm>
            <a:off x="342094" y="5308235"/>
            <a:ext cx="6097712" cy="646331"/>
          </a:xfrm>
          <a:prstGeom prst="rect">
            <a:avLst/>
          </a:prstGeom>
          <a:noFill/>
        </p:spPr>
        <p:txBody>
          <a:bodyPr wrap="square">
            <a:spAutoFit/>
          </a:bodyPr>
          <a:lstStyle>
            <a:defPPr>
              <a:defRPr lang="en-US"/>
            </a:defPPr>
            <a:lvl1pPr>
              <a:defRPr sz="1000"/>
            </a:lvl1pPr>
          </a:lstStyle>
          <a:p>
            <a:r>
              <a:rPr lang="en-US" dirty="0"/>
              <a:t>Journal of Microelectronics and Electronic Packaging (2021) 18, 145–160</a:t>
            </a:r>
          </a:p>
        </p:txBody>
      </p:sp>
      <p:pic>
        <p:nvPicPr>
          <p:cNvPr id="18" name="Picture 17">
            <a:extLst>
              <a:ext uri="{FF2B5EF4-FFF2-40B4-BE49-F238E27FC236}">
                <a16:creationId xmlns:a16="http://schemas.microsoft.com/office/drawing/2014/main" id="{62CF7B0F-2D72-954C-A462-1E416C93D9D4}"/>
              </a:ext>
            </a:extLst>
          </p:cNvPr>
          <p:cNvPicPr>
            <a:picLocks noChangeAspect="1"/>
          </p:cNvPicPr>
          <p:nvPr/>
        </p:nvPicPr>
        <p:blipFill>
          <a:blip r:embed="rId4"/>
          <a:stretch>
            <a:fillRect/>
          </a:stretch>
        </p:blipFill>
        <p:spPr>
          <a:xfrm>
            <a:off x="9020553" y="2120240"/>
            <a:ext cx="3078826" cy="2311918"/>
          </a:xfrm>
          <a:prstGeom prst="rect">
            <a:avLst/>
          </a:prstGeom>
        </p:spPr>
      </p:pic>
    </p:spTree>
    <p:extLst>
      <p:ext uri="{BB962C8B-B14F-4D97-AF65-F5344CB8AC3E}">
        <p14:creationId xmlns:p14="http://schemas.microsoft.com/office/powerpoint/2010/main" val="1047265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73669-5B5D-31A1-9520-430C8F65E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C791C-D09F-0279-2F0B-B3AB40CCCD6D}"/>
              </a:ext>
            </a:extLst>
          </p:cNvPr>
          <p:cNvSpPr>
            <a:spLocks noGrp="1"/>
          </p:cNvSpPr>
          <p:nvPr>
            <p:ph type="title"/>
          </p:nvPr>
        </p:nvSpPr>
        <p:spPr/>
        <p:txBody>
          <a:bodyPr/>
          <a:lstStyle/>
          <a:p>
            <a:r>
              <a:rPr lang="en-US" dirty="0"/>
              <a:t>Fusion and hybrid bonding: perspectives</a:t>
            </a:r>
          </a:p>
        </p:txBody>
      </p:sp>
      <p:sp>
        <p:nvSpPr>
          <p:cNvPr id="9" name="Content Placeholder 8">
            <a:extLst>
              <a:ext uri="{FF2B5EF4-FFF2-40B4-BE49-F238E27FC236}">
                <a16:creationId xmlns:a16="http://schemas.microsoft.com/office/drawing/2014/main" id="{2D515615-CFEB-36FB-9BF5-B1F59905F0A3}"/>
              </a:ext>
            </a:extLst>
          </p:cNvPr>
          <p:cNvSpPr>
            <a:spLocks noGrp="1"/>
          </p:cNvSpPr>
          <p:nvPr>
            <p:ph sz="half" idx="1"/>
          </p:nvPr>
        </p:nvSpPr>
        <p:spPr>
          <a:xfrm>
            <a:off x="4024424" y="1664208"/>
            <a:ext cx="3410712" cy="4343485"/>
          </a:xfrm>
        </p:spPr>
        <p:txBody>
          <a:bodyPr/>
          <a:lstStyle/>
          <a:p>
            <a:r>
              <a:rPr lang="en-US" b="1" dirty="0"/>
              <a:t>3D DRAM</a:t>
            </a:r>
          </a:p>
        </p:txBody>
      </p:sp>
      <p:sp>
        <p:nvSpPr>
          <p:cNvPr id="15" name="Content Placeholder 14">
            <a:extLst>
              <a:ext uri="{FF2B5EF4-FFF2-40B4-BE49-F238E27FC236}">
                <a16:creationId xmlns:a16="http://schemas.microsoft.com/office/drawing/2014/main" id="{EB5C2126-9F42-8446-52A6-8A6BE0A9EDFF}"/>
              </a:ext>
            </a:extLst>
          </p:cNvPr>
          <p:cNvSpPr>
            <a:spLocks noGrp="1"/>
          </p:cNvSpPr>
          <p:nvPr>
            <p:ph sz="half" idx="2"/>
          </p:nvPr>
        </p:nvSpPr>
        <p:spPr>
          <a:xfrm>
            <a:off x="224562" y="1626872"/>
            <a:ext cx="3410712" cy="4343485"/>
          </a:xfrm>
        </p:spPr>
        <p:txBody>
          <a:bodyPr/>
          <a:lstStyle/>
          <a:p>
            <a:r>
              <a:rPr lang="en-US" b="1" dirty="0"/>
              <a:t>VCT DRAM</a:t>
            </a:r>
          </a:p>
        </p:txBody>
      </p:sp>
      <p:sp>
        <p:nvSpPr>
          <p:cNvPr id="16" name="Content Placeholder 15">
            <a:extLst>
              <a:ext uri="{FF2B5EF4-FFF2-40B4-BE49-F238E27FC236}">
                <a16:creationId xmlns:a16="http://schemas.microsoft.com/office/drawing/2014/main" id="{CD4B6BA6-CBD2-DD37-5924-39088A82C13A}"/>
              </a:ext>
            </a:extLst>
          </p:cNvPr>
          <p:cNvSpPr>
            <a:spLocks noGrp="1"/>
          </p:cNvSpPr>
          <p:nvPr>
            <p:ph sz="quarter" idx="11"/>
          </p:nvPr>
        </p:nvSpPr>
        <p:spPr>
          <a:xfrm>
            <a:off x="8293606" y="1626667"/>
            <a:ext cx="3410712" cy="4343485"/>
          </a:xfrm>
        </p:spPr>
        <p:txBody>
          <a:bodyPr/>
          <a:lstStyle/>
          <a:p>
            <a:r>
              <a:rPr lang="en-US" b="1" dirty="0"/>
              <a:t>HBM</a:t>
            </a:r>
          </a:p>
        </p:txBody>
      </p:sp>
      <p:sp>
        <p:nvSpPr>
          <p:cNvPr id="14" name="Text Placeholder 13">
            <a:extLst>
              <a:ext uri="{FF2B5EF4-FFF2-40B4-BE49-F238E27FC236}">
                <a16:creationId xmlns:a16="http://schemas.microsoft.com/office/drawing/2014/main" id="{258425A7-611A-5A5A-A385-F7A50A44D46C}"/>
              </a:ext>
            </a:extLst>
          </p:cNvPr>
          <p:cNvSpPr>
            <a:spLocks noGrp="1"/>
          </p:cNvSpPr>
          <p:nvPr>
            <p:ph type="body" sz="quarter" idx="10"/>
          </p:nvPr>
        </p:nvSpPr>
        <p:spPr/>
        <p:txBody>
          <a:bodyPr/>
          <a:lstStyle/>
          <a:p>
            <a:r>
              <a:rPr lang="en-US" sz="2800" b="1" dirty="0"/>
              <a:t>Memories </a:t>
            </a:r>
          </a:p>
        </p:txBody>
      </p:sp>
      <p:sp>
        <p:nvSpPr>
          <p:cNvPr id="18" name="Text Placeholder 17">
            <a:extLst>
              <a:ext uri="{FF2B5EF4-FFF2-40B4-BE49-F238E27FC236}">
                <a16:creationId xmlns:a16="http://schemas.microsoft.com/office/drawing/2014/main" id="{E428D06C-DEA4-D823-05F6-0F15EF7E51CD}"/>
              </a:ext>
            </a:extLst>
          </p:cNvPr>
          <p:cNvSpPr>
            <a:spLocks noGrp="1"/>
          </p:cNvSpPr>
          <p:nvPr>
            <p:ph type="body" sz="quarter" idx="12"/>
          </p:nvPr>
        </p:nvSpPr>
        <p:spPr/>
        <p:txBody>
          <a:bodyPr/>
          <a:lstStyle/>
          <a:p>
            <a:endParaRPr lang="en-US" dirty="0"/>
          </a:p>
        </p:txBody>
      </p:sp>
      <p:sp>
        <p:nvSpPr>
          <p:cNvPr id="5" name="TextBox 4">
            <a:extLst>
              <a:ext uri="{FF2B5EF4-FFF2-40B4-BE49-F238E27FC236}">
                <a16:creationId xmlns:a16="http://schemas.microsoft.com/office/drawing/2014/main" id="{3CECA0A9-63B0-C12D-0BF6-2738B8D2EEC8}"/>
              </a:ext>
            </a:extLst>
          </p:cNvPr>
          <p:cNvSpPr txBox="1"/>
          <p:nvPr/>
        </p:nvSpPr>
        <p:spPr>
          <a:xfrm>
            <a:off x="3761305" y="5248512"/>
            <a:ext cx="4040052" cy="707886"/>
          </a:xfrm>
          <a:prstGeom prst="rect">
            <a:avLst/>
          </a:prstGeom>
          <a:noFill/>
        </p:spPr>
        <p:txBody>
          <a:bodyPr wrap="square">
            <a:spAutoFit/>
          </a:bodyPr>
          <a:lstStyle/>
          <a:p>
            <a:r>
              <a:rPr lang="en-US" sz="1000" dirty="0"/>
              <a:t>K. S. Choi et al., "A Three Dimensional DRAM (3D DRAM) Technology for the Next Decades," 2024 IEEE Symposium on VLSI Technology and Circuits (VLSI Technology and Circuits), Honolulu, HI, USA, 2024, pp. 1-2</a:t>
            </a:r>
          </a:p>
        </p:txBody>
      </p:sp>
      <p:pic>
        <p:nvPicPr>
          <p:cNvPr id="12" name="Picture 11">
            <a:extLst>
              <a:ext uri="{FF2B5EF4-FFF2-40B4-BE49-F238E27FC236}">
                <a16:creationId xmlns:a16="http://schemas.microsoft.com/office/drawing/2014/main" id="{A266D099-09E9-9109-1891-A7570C5008DF}"/>
              </a:ext>
            </a:extLst>
          </p:cNvPr>
          <p:cNvPicPr>
            <a:picLocks noChangeAspect="1"/>
          </p:cNvPicPr>
          <p:nvPr/>
        </p:nvPicPr>
        <p:blipFill>
          <a:blip r:embed="rId3"/>
          <a:stretch>
            <a:fillRect/>
          </a:stretch>
        </p:blipFill>
        <p:spPr>
          <a:xfrm>
            <a:off x="3898395" y="2198099"/>
            <a:ext cx="3776931" cy="2884202"/>
          </a:xfrm>
          <a:prstGeom prst="rect">
            <a:avLst/>
          </a:prstGeom>
        </p:spPr>
      </p:pic>
      <p:pic>
        <p:nvPicPr>
          <p:cNvPr id="20" name="Picture 19">
            <a:extLst>
              <a:ext uri="{FF2B5EF4-FFF2-40B4-BE49-F238E27FC236}">
                <a16:creationId xmlns:a16="http://schemas.microsoft.com/office/drawing/2014/main" id="{323EBF69-A5B9-0484-28FB-E965FE217152}"/>
              </a:ext>
            </a:extLst>
          </p:cNvPr>
          <p:cNvPicPr>
            <a:picLocks noChangeAspect="1"/>
          </p:cNvPicPr>
          <p:nvPr/>
        </p:nvPicPr>
        <p:blipFill>
          <a:blip r:embed="rId4"/>
          <a:stretch>
            <a:fillRect/>
          </a:stretch>
        </p:blipFill>
        <p:spPr>
          <a:xfrm>
            <a:off x="108974" y="2334981"/>
            <a:ext cx="3423201" cy="2632753"/>
          </a:xfrm>
          <a:prstGeom prst="rect">
            <a:avLst/>
          </a:prstGeom>
        </p:spPr>
      </p:pic>
      <p:sp>
        <p:nvSpPr>
          <p:cNvPr id="22" name="TextBox 21">
            <a:extLst>
              <a:ext uri="{FF2B5EF4-FFF2-40B4-BE49-F238E27FC236}">
                <a16:creationId xmlns:a16="http://schemas.microsoft.com/office/drawing/2014/main" id="{B53A9B66-49D7-E927-330B-BB5CED4D56AB}"/>
              </a:ext>
            </a:extLst>
          </p:cNvPr>
          <p:cNvSpPr txBox="1"/>
          <p:nvPr/>
        </p:nvSpPr>
        <p:spPr>
          <a:xfrm>
            <a:off x="73238" y="5291376"/>
            <a:ext cx="3493492" cy="861774"/>
          </a:xfrm>
          <a:prstGeom prst="rect">
            <a:avLst/>
          </a:prstGeom>
          <a:noFill/>
        </p:spPr>
        <p:txBody>
          <a:bodyPr wrap="square">
            <a:spAutoFit/>
          </a:bodyPr>
          <a:lstStyle>
            <a:defPPr>
              <a:defRPr lang="en-US"/>
            </a:defPPr>
            <a:lvl1pPr>
              <a:defRPr sz="1000"/>
            </a:lvl1pPr>
          </a:lstStyle>
          <a:p>
            <a:r>
              <a:rPr lang="en-US" dirty="0"/>
              <a:t>H. Yoon et al., "15.10 A Vertical-Cell-Transistor-Based 4F2 DRAM with Cell-on-Peripheral Architecture Using Wafer-to-Wafer Hybrid Copper Bonding," 2026 IEEE International Solid-State Circuits Conference (ISSCC), San Francisco, CA, USA, 2026, pp. 272-274, </a:t>
            </a:r>
          </a:p>
        </p:txBody>
      </p:sp>
      <p:pic>
        <p:nvPicPr>
          <p:cNvPr id="2052" name="Picture 4">
            <a:extLst>
              <a:ext uri="{FF2B5EF4-FFF2-40B4-BE49-F238E27FC236}">
                <a16:creationId xmlns:a16="http://schemas.microsoft.com/office/drawing/2014/main" id="{154C5E51-79F7-148B-1112-591A3371D26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580" t="35507" r="10416" b="11763"/>
          <a:stretch>
            <a:fillRect/>
          </a:stretch>
        </p:blipFill>
        <p:spPr bwMode="auto">
          <a:xfrm>
            <a:off x="7801355" y="1912884"/>
            <a:ext cx="3623508" cy="325107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4042F0B3-F2D0-CC72-2FE0-A8F05167B794}"/>
              </a:ext>
            </a:extLst>
          </p:cNvPr>
          <p:cNvSpPr txBox="1"/>
          <p:nvPr/>
        </p:nvSpPr>
        <p:spPr>
          <a:xfrm>
            <a:off x="7927386" y="5211532"/>
            <a:ext cx="4040052" cy="707886"/>
          </a:xfrm>
          <a:prstGeom prst="rect">
            <a:avLst/>
          </a:prstGeom>
          <a:noFill/>
        </p:spPr>
        <p:txBody>
          <a:bodyPr wrap="square">
            <a:spAutoFit/>
          </a:bodyPr>
          <a:lstStyle>
            <a:defPPr>
              <a:defRPr lang="en-US"/>
            </a:defPPr>
            <a:lvl1pPr>
              <a:defRPr sz="1000"/>
            </a:lvl1pPr>
          </a:lstStyle>
          <a:p>
            <a:r>
              <a:rPr lang="en-US" dirty="0"/>
              <a:t>H. Lee et al., "A study on D2W Hybrid Cu bonding Technology for HBM Multi-die Stacking," 2024 IEEE 74th Electronic Components and Technology Conference (ECTC), Denver, CO, USA, 2024, pp. 76-80, </a:t>
            </a:r>
          </a:p>
        </p:txBody>
      </p:sp>
    </p:spTree>
    <p:extLst>
      <p:ext uri="{BB962C8B-B14F-4D97-AF65-F5344CB8AC3E}">
        <p14:creationId xmlns:p14="http://schemas.microsoft.com/office/powerpoint/2010/main" val="3272316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D840-1392-0B7F-206F-7A3601C8E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DF208-D73C-4EB6-5C0D-D0E46AA91A20}"/>
              </a:ext>
            </a:extLst>
          </p:cNvPr>
          <p:cNvSpPr>
            <a:spLocks noGrp="1"/>
          </p:cNvSpPr>
          <p:nvPr>
            <p:ph type="title"/>
          </p:nvPr>
        </p:nvSpPr>
        <p:spPr/>
        <p:txBody>
          <a:bodyPr/>
          <a:lstStyle/>
          <a:p>
            <a:r>
              <a:rPr lang="en-US" dirty="0"/>
              <a:t>Fusion and hybrid bonding: perspectives</a:t>
            </a:r>
          </a:p>
        </p:txBody>
      </p:sp>
      <p:sp>
        <p:nvSpPr>
          <p:cNvPr id="9" name="Content Placeholder 8">
            <a:extLst>
              <a:ext uri="{FF2B5EF4-FFF2-40B4-BE49-F238E27FC236}">
                <a16:creationId xmlns:a16="http://schemas.microsoft.com/office/drawing/2014/main" id="{717D36D1-65EA-C0C7-923E-5688ECC618DA}"/>
              </a:ext>
            </a:extLst>
          </p:cNvPr>
          <p:cNvSpPr>
            <a:spLocks noGrp="1"/>
          </p:cNvSpPr>
          <p:nvPr>
            <p:ph sz="half" idx="1"/>
          </p:nvPr>
        </p:nvSpPr>
        <p:spPr/>
        <p:txBody>
          <a:bodyPr/>
          <a:lstStyle/>
          <a:p>
            <a:r>
              <a:rPr lang="en-US" b="1" dirty="0"/>
              <a:t>TSMC </a:t>
            </a:r>
            <a:r>
              <a:rPr lang="en-US" b="1" dirty="0" err="1"/>
              <a:t>SoIC</a:t>
            </a:r>
            <a:r>
              <a:rPr lang="en-US" b="1" dirty="0"/>
              <a:t> (both </a:t>
            </a:r>
            <a:r>
              <a:rPr lang="en-US" b="1" dirty="0" err="1"/>
              <a:t>DoW</a:t>
            </a:r>
            <a:r>
              <a:rPr lang="en-US" b="1" dirty="0"/>
              <a:t> and WoW)</a:t>
            </a:r>
          </a:p>
        </p:txBody>
      </p:sp>
      <p:sp>
        <p:nvSpPr>
          <p:cNvPr id="15" name="Content Placeholder 14">
            <a:extLst>
              <a:ext uri="{FF2B5EF4-FFF2-40B4-BE49-F238E27FC236}">
                <a16:creationId xmlns:a16="http://schemas.microsoft.com/office/drawing/2014/main" id="{D0021507-E31C-39CA-F7C8-7F8E61B33C33}"/>
              </a:ext>
            </a:extLst>
          </p:cNvPr>
          <p:cNvSpPr>
            <a:spLocks noGrp="1"/>
          </p:cNvSpPr>
          <p:nvPr>
            <p:ph sz="half" idx="2"/>
          </p:nvPr>
        </p:nvSpPr>
        <p:spPr/>
        <p:txBody>
          <a:bodyPr/>
          <a:lstStyle/>
          <a:p>
            <a:r>
              <a:rPr lang="en-US" b="1" dirty="0"/>
              <a:t>Backside PDN</a:t>
            </a:r>
          </a:p>
        </p:txBody>
      </p:sp>
      <p:sp>
        <p:nvSpPr>
          <p:cNvPr id="14" name="Text Placeholder 13">
            <a:extLst>
              <a:ext uri="{FF2B5EF4-FFF2-40B4-BE49-F238E27FC236}">
                <a16:creationId xmlns:a16="http://schemas.microsoft.com/office/drawing/2014/main" id="{832F3A5A-0AD5-D379-6305-292B1679A5EE}"/>
              </a:ext>
            </a:extLst>
          </p:cNvPr>
          <p:cNvSpPr>
            <a:spLocks noGrp="1"/>
          </p:cNvSpPr>
          <p:nvPr>
            <p:ph type="body" sz="quarter" idx="10"/>
          </p:nvPr>
        </p:nvSpPr>
        <p:spPr/>
        <p:txBody>
          <a:bodyPr/>
          <a:lstStyle/>
          <a:p>
            <a:r>
              <a:rPr lang="en-US" sz="2800" b="1" dirty="0"/>
              <a:t>Logic </a:t>
            </a:r>
          </a:p>
        </p:txBody>
      </p:sp>
      <p:sp>
        <p:nvSpPr>
          <p:cNvPr id="8" name="Text Placeholder 7">
            <a:extLst>
              <a:ext uri="{FF2B5EF4-FFF2-40B4-BE49-F238E27FC236}">
                <a16:creationId xmlns:a16="http://schemas.microsoft.com/office/drawing/2014/main" id="{027BB590-808A-7834-CA61-D20257A4BB32}"/>
              </a:ext>
            </a:extLst>
          </p:cNvPr>
          <p:cNvSpPr>
            <a:spLocks noGrp="1"/>
          </p:cNvSpPr>
          <p:nvPr>
            <p:ph type="body" sz="quarter" idx="11"/>
          </p:nvPr>
        </p:nvSpPr>
        <p:spPr/>
        <p:txBody>
          <a:bodyPr/>
          <a:lstStyle/>
          <a:p>
            <a:endParaRPr lang="en-US" dirty="0"/>
          </a:p>
        </p:txBody>
      </p:sp>
      <p:sp>
        <p:nvSpPr>
          <p:cNvPr id="22" name="TextBox 21">
            <a:extLst>
              <a:ext uri="{FF2B5EF4-FFF2-40B4-BE49-F238E27FC236}">
                <a16:creationId xmlns:a16="http://schemas.microsoft.com/office/drawing/2014/main" id="{A8DD22A6-6EEA-F207-4748-710D3705A0B3}"/>
              </a:ext>
            </a:extLst>
          </p:cNvPr>
          <p:cNvSpPr txBox="1"/>
          <p:nvPr/>
        </p:nvSpPr>
        <p:spPr>
          <a:xfrm>
            <a:off x="6417596" y="5693766"/>
            <a:ext cx="5457971" cy="553998"/>
          </a:xfrm>
          <a:prstGeom prst="rect">
            <a:avLst/>
          </a:prstGeom>
          <a:noFill/>
        </p:spPr>
        <p:txBody>
          <a:bodyPr wrap="square">
            <a:spAutoFit/>
          </a:bodyPr>
          <a:lstStyle>
            <a:defPPr>
              <a:defRPr lang="en-US"/>
            </a:defPPr>
            <a:lvl1pPr>
              <a:defRPr sz="1000"/>
            </a:lvl1pPr>
          </a:lstStyle>
          <a:p>
            <a:r>
              <a:rPr lang="en-US" dirty="0"/>
              <a:t>G. Sisto </a:t>
            </a:r>
            <a:r>
              <a:rPr lang="en-US" i="1" dirty="0"/>
              <a:t>et al</a:t>
            </a:r>
            <a:r>
              <a:rPr lang="en-US" dirty="0"/>
              <a:t>., "IR-Drop Analysis of Hybrid Bonded 3D-ICs with Backside Power Delivery and </a:t>
            </a:r>
            <a:r>
              <a:rPr lang="el-GR" dirty="0"/>
              <a:t>μ- &amp; </a:t>
            </a:r>
            <a:r>
              <a:rPr lang="en-US" dirty="0"/>
              <a:t>n- TSVs," </a:t>
            </a:r>
            <a:r>
              <a:rPr lang="en-US" i="1" dirty="0"/>
              <a:t>2021 IEEE International Interconnect Technology Conference (IITC)</a:t>
            </a:r>
            <a:r>
              <a:rPr lang="en-US" dirty="0"/>
              <a:t>, Kyoto, Japan, 2021, pp. 1-3</a:t>
            </a:r>
          </a:p>
        </p:txBody>
      </p:sp>
      <p:pic>
        <p:nvPicPr>
          <p:cNvPr id="4" name="Picture 3">
            <a:extLst>
              <a:ext uri="{FF2B5EF4-FFF2-40B4-BE49-F238E27FC236}">
                <a16:creationId xmlns:a16="http://schemas.microsoft.com/office/drawing/2014/main" id="{357838A8-6932-BEC3-9CFE-05B6F8B559D0}"/>
              </a:ext>
            </a:extLst>
          </p:cNvPr>
          <p:cNvPicPr>
            <a:picLocks noChangeAspect="1"/>
          </p:cNvPicPr>
          <p:nvPr/>
        </p:nvPicPr>
        <p:blipFill>
          <a:blip r:embed="rId3"/>
          <a:stretch>
            <a:fillRect/>
          </a:stretch>
        </p:blipFill>
        <p:spPr>
          <a:xfrm>
            <a:off x="1" y="2080646"/>
            <a:ext cx="5811683" cy="1946824"/>
          </a:xfrm>
          <a:prstGeom prst="rect">
            <a:avLst/>
          </a:prstGeom>
        </p:spPr>
      </p:pic>
      <p:pic>
        <p:nvPicPr>
          <p:cNvPr id="3074" name="Picture 2" descr="Holistic 3D System Integration">
            <a:extLst>
              <a:ext uri="{FF2B5EF4-FFF2-40B4-BE49-F238E27FC236}">
                <a16:creationId xmlns:a16="http://schemas.microsoft.com/office/drawing/2014/main" id="{11B314AD-DCC4-978F-6E41-34CB205CC7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6463" y="4120197"/>
            <a:ext cx="3455458" cy="17947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6CDF8EFF-6300-3D43-641C-77E016F2ABB2}"/>
              </a:ext>
            </a:extLst>
          </p:cNvPr>
          <p:cNvPicPr>
            <a:picLocks noChangeAspect="1"/>
          </p:cNvPicPr>
          <p:nvPr/>
        </p:nvPicPr>
        <p:blipFill>
          <a:blip r:embed="rId5"/>
          <a:stretch>
            <a:fillRect/>
          </a:stretch>
        </p:blipFill>
        <p:spPr>
          <a:xfrm>
            <a:off x="6165540" y="1876613"/>
            <a:ext cx="6026460" cy="3606985"/>
          </a:xfrm>
          <a:prstGeom prst="rect">
            <a:avLst/>
          </a:prstGeom>
        </p:spPr>
      </p:pic>
      <p:sp>
        <p:nvSpPr>
          <p:cNvPr id="21" name="TextBox 20">
            <a:extLst>
              <a:ext uri="{FF2B5EF4-FFF2-40B4-BE49-F238E27FC236}">
                <a16:creationId xmlns:a16="http://schemas.microsoft.com/office/drawing/2014/main" id="{313A8AA9-F74F-4F79-D308-8FE33E08035C}"/>
              </a:ext>
            </a:extLst>
          </p:cNvPr>
          <p:cNvSpPr txBox="1"/>
          <p:nvPr/>
        </p:nvSpPr>
        <p:spPr>
          <a:xfrm>
            <a:off x="316433" y="5801967"/>
            <a:ext cx="6097772" cy="246221"/>
          </a:xfrm>
          <a:prstGeom prst="rect">
            <a:avLst/>
          </a:prstGeom>
          <a:noFill/>
        </p:spPr>
        <p:txBody>
          <a:bodyPr wrap="square">
            <a:spAutoFit/>
          </a:bodyPr>
          <a:lstStyle/>
          <a:p>
            <a:r>
              <a:rPr lang="en-US" sz="1000" dirty="0"/>
              <a:t>https://3dfabric.tsmc.com/english/dedicatedFoundry/technology/SoIC.htm</a:t>
            </a:r>
          </a:p>
        </p:txBody>
      </p:sp>
      <p:sp>
        <p:nvSpPr>
          <p:cNvPr id="25" name="TextBox 24">
            <a:extLst>
              <a:ext uri="{FF2B5EF4-FFF2-40B4-BE49-F238E27FC236}">
                <a16:creationId xmlns:a16="http://schemas.microsoft.com/office/drawing/2014/main" id="{126456EB-236D-36AA-110B-A235D33EE4C4}"/>
              </a:ext>
            </a:extLst>
          </p:cNvPr>
          <p:cNvSpPr txBox="1"/>
          <p:nvPr/>
        </p:nvSpPr>
        <p:spPr>
          <a:xfrm>
            <a:off x="1283882" y="3526596"/>
            <a:ext cx="4527802" cy="400110"/>
          </a:xfrm>
          <a:prstGeom prst="rect">
            <a:avLst/>
          </a:prstGeom>
          <a:noFill/>
        </p:spPr>
        <p:txBody>
          <a:bodyPr wrap="square">
            <a:spAutoFit/>
          </a:bodyPr>
          <a:lstStyle/>
          <a:p>
            <a:r>
              <a:rPr lang="en-US" sz="1000" dirty="0"/>
              <a:t>https://3dfabric.tsmc.com/english/dedicatedFoundry/technology/SoIC.htm#SoIC_WoW</a:t>
            </a:r>
          </a:p>
        </p:txBody>
      </p:sp>
    </p:spTree>
    <p:extLst>
      <p:ext uri="{BB962C8B-B14F-4D97-AF65-F5344CB8AC3E}">
        <p14:creationId xmlns:p14="http://schemas.microsoft.com/office/powerpoint/2010/main" val="49724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B4F7-718E-BE38-6E41-FF7F89077C06}"/>
              </a:ext>
            </a:extLst>
          </p:cNvPr>
          <p:cNvSpPr>
            <a:spLocks noGrp="1"/>
          </p:cNvSpPr>
          <p:nvPr>
            <p:ph type="title"/>
          </p:nvPr>
        </p:nvSpPr>
        <p:spPr/>
        <p:txBody>
          <a:bodyPr/>
          <a:lstStyle/>
          <a:p>
            <a:r>
              <a:rPr lang="en-US" dirty="0"/>
              <a:t>A 3D Interconnect roadmap</a:t>
            </a:r>
          </a:p>
        </p:txBody>
      </p:sp>
      <p:sp>
        <p:nvSpPr>
          <p:cNvPr id="3" name="Content Placeholder 2">
            <a:extLst>
              <a:ext uri="{FF2B5EF4-FFF2-40B4-BE49-F238E27FC236}">
                <a16:creationId xmlns:a16="http://schemas.microsoft.com/office/drawing/2014/main" id="{04F3AF1E-D4BE-60DF-611F-7A8DABAE492E}"/>
              </a:ext>
            </a:extLst>
          </p:cNvPr>
          <p:cNvSpPr>
            <a:spLocks noGrp="1"/>
          </p:cNvSpPr>
          <p:nvPr>
            <p:ph sz="half" idx="1"/>
          </p:nvPr>
        </p:nvSpPr>
        <p:spPr>
          <a:xfrm>
            <a:off x="332179" y="6150832"/>
            <a:ext cx="10115952" cy="691763"/>
          </a:xfrm>
        </p:spPr>
        <p:txBody>
          <a:bodyPr/>
          <a:lstStyle/>
          <a:p>
            <a:r>
              <a:rPr lang="en-US" sz="1000" dirty="0"/>
              <a:t>https://www.imec-int.com/en/articles/path-high-density-front-and-backside-wafer-connectivity</a:t>
            </a:r>
          </a:p>
        </p:txBody>
      </p:sp>
      <p:sp>
        <p:nvSpPr>
          <p:cNvPr id="5" name="Text Placeholder 4">
            <a:extLst>
              <a:ext uri="{FF2B5EF4-FFF2-40B4-BE49-F238E27FC236}">
                <a16:creationId xmlns:a16="http://schemas.microsoft.com/office/drawing/2014/main" id="{E74F6AC8-8722-2C86-603C-C80CA6B02F0C}"/>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7CBBD00B-3474-135A-F63B-F5C39E72CEBA}"/>
              </a:ext>
            </a:extLst>
          </p:cNvPr>
          <p:cNvSpPr>
            <a:spLocks noGrp="1"/>
          </p:cNvSpPr>
          <p:nvPr>
            <p:ph type="body" sz="quarter" idx="11"/>
          </p:nvPr>
        </p:nvSpPr>
        <p:spPr>
          <a:xfrm>
            <a:off x="484630" y="6623520"/>
            <a:ext cx="11219688" cy="219075"/>
          </a:xfrm>
        </p:spPr>
        <p:txBody>
          <a:bodyPr/>
          <a:lstStyle/>
          <a:p>
            <a:endParaRPr lang="en-US" dirty="0"/>
          </a:p>
        </p:txBody>
      </p:sp>
      <p:pic>
        <p:nvPicPr>
          <p:cNvPr id="4098" name="Picture 2" descr="Article Wafer connectivity">
            <a:extLst>
              <a:ext uri="{FF2B5EF4-FFF2-40B4-BE49-F238E27FC236}">
                <a16:creationId xmlns:a16="http://schemas.microsoft.com/office/drawing/2014/main" id="{9F987E8D-A9F5-8A6E-0327-D687E208668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332179" y="967540"/>
            <a:ext cx="11014228" cy="5122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657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274320"/>
            <a:ext cx="11277295" cy="7315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3200" b="1"/>
            </a:pPr>
            <a:r>
              <a:rPr kumimoji="0" sz="3200" b="1" i="0" u="none" strike="noStrike" kern="1200" cap="none" spc="0" normalizeH="0" baseline="0" noProof="0">
                <a:ln>
                  <a:noFill/>
                </a:ln>
                <a:solidFill>
                  <a:prstClr val="black"/>
                </a:solidFill>
                <a:effectLst/>
                <a:uLnTx/>
                <a:uFillTx/>
                <a:latin typeface="Calibri"/>
                <a:ea typeface="+mn-ea"/>
                <a:cs typeface="+mn-cs"/>
              </a:rPr>
              <a:t>Metal Layer Designations (BEOL Interconnect Hierarchy)</a:t>
            </a:r>
          </a:p>
        </p:txBody>
      </p:sp>
      <p:graphicFrame>
        <p:nvGraphicFramePr>
          <p:cNvPr id="3" name="Table 2"/>
          <p:cNvGraphicFramePr>
            <a:graphicFrameLocks noGrp="1"/>
          </p:cNvGraphicFramePr>
          <p:nvPr/>
        </p:nvGraphicFramePr>
        <p:xfrm>
          <a:off x="457200" y="1188720"/>
          <a:ext cx="11277295" cy="36576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5333695">
                  <a:extLst>
                    <a:ext uri="{9D8B030D-6E8A-4147-A177-3AD203B41FA5}">
                      <a16:colId xmlns:a16="http://schemas.microsoft.com/office/drawing/2014/main" val="20003"/>
                    </a:ext>
                  </a:extLst>
                </a:gridCol>
              </a:tblGrid>
              <a:tr h="731520">
                <a:tc>
                  <a:txBody>
                    <a:bodyPr/>
                    <a:lstStyle/>
                    <a:p>
                      <a:pPr>
                        <a:defRPr sz="1600" b="1"/>
                      </a:pPr>
                      <a:r>
                        <a:t>Term</a:t>
                      </a:r>
                    </a:p>
                  </a:txBody>
                  <a:tcPr/>
                </a:tc>
                <a:tc>
                  <a:txBody>
                    <a:bodyPr/>
                    <a:lstStyle/>
                    <a:p>
                      <a:pPr>
                        <a:defRPr sz="1600" b="1"/>
                      </a:pPr>
                      <a:r>
                        <a:t>Meaning</a:t>
                      </a:r>
                    </a:p>
                  </a:txBody>
                  <a:tcPr/>
                </a:tc>
                <a:tc>
                  <a:txBody>
                    <a:bodyPr/>
                    <a:lstStyle/>
                    <a:p>
                      <a:pPr>
                        <a:defRPr sz="1600" b="1"/>
                      </a:pPr>
                      <a:r>
                        <a:t>Pitch Range</a:t>
                      </a:r>
                    </a:p>
                  </a:txBody>
                  <a:tcPr/>
                </a:tc>
                <a:tc>
                  <a:txBody>
                    <a:bodyPr/>
                    <a:lstStyle/>
                    <a:p>
                      <a:pPr>
                        <a:defRPr sz="1600" b="1"/>
                      </a:pPr>
                      <a:r>
                        <a:t>Notes</a:t>
                      </a:r>
                    </a:p>
                  </a:txBody>
                  <a:tcPr/>
                </a:tc>
                <a:extLst>
                  <a:ext uri="{0D108BD9-81ED-4DB2-BD59-A6C34878D82A}">
                    <a16:rowId xmlns:a16="http://schemas.microsoft.com/office/drawing/2014/main" val="10000"/>
                  </a:ext>
                </a:extLst>
              </a:tr>
              <a:tr h="731520">
                <a:tc>
                  <a:txBody>
                    <a:bodyPr/>
                    <a:lstStyle/>
                    <a:p>
                      <a:pPr>
                        <a:defRPr sz="1400"/>
                      </a:pPr>
                      <a:r>
                        <a:t>M0</a:t>
                      </a:r>
                    </a:p>
                  </a:txBody>
                  <a:tcPr/>
                </a:tc>
                <a:tc>
                  <a:txBody>
                    <a:bodyPr/>
                    <a:lstStyle/>
                    <a:p>
                      <a:pPr>
                        <a:defRPr sz="1400"/>
                      </a:pPr>
                      <a:r>
                        <a:t>Metal 0</a:t>
                      </a:r>
                    </a:p>
                  </a:txBody>
                  <a:tcPr/>
                </a:tc>
                <a:tc>
                  <a:txBody>
                    <a:bodyPr/>
                    <a:lstStyle/>
                    <a:p>
                      <a:pPr>
                        <a:defRPr sz="1400"/>
                      </a:pPr>
                      <a:r>
                        <a:t>~20-50nm</a:t>
                      </a:r>
                    </a:p>
                  </a:txBody>
                  <a:tcPr/>
                </a:tc>
                <a:tc>
                  <a:txBody>
                    <a:bodyPr/>
                    <a:lstStyle/>
                    <a:p>
                      <a:pPr>
                        <a:defRPr sz="1400"/>
                      </a:pPr>
                      <a:r>
                        <a:t>Finest metal layer, closest to transistors (FEOL level). Used for local interconnects</a:t>
                      </a:r>
                    </a:p>
                  </a:txBody>
                  <a:tcPr/>
                </a:tc>
                <a:extLst>
                  <a:ext uri="{0D108BD9-81ED-4DB2-BD59-A6C34878D82A}">
                    <a16:rowId xmlns:a16="http://schemas.microsoft.com/office/drawing/2014/main" val="10001"/>
                  </a:ext>
                </a:extLst>
              </a:tr>
              <a:tr h="731520">
                <a:tc>
                  <a:txBody>
                    <a:bodyPr/>
                    <a:lstStyle/>
                    <a:p>
                      <a:pPr>
                        <a:defRPr sz="1400"/>
                      </a:pPr>
                      <a:r>
                        <a:t>Mx</a:t>
                      </a:r>
                    </a:p>
                  </a:txBody>
                  <a:tcPr/>
                </a:tc>
                <a:tc>
                  <a:txBody>
                    <a:bodyPr/>
                    <a:lstStyle/>
                    <a:p>
                      <a:pPr>
                        <a:defRPr sz="1400"/>
                      </a:pPr>
                      <a:r>
                        <a:t>Metal x (intermediate)</a:t>
                      </a:r>
                    </a:p>
                  </a:txBody>
                  <a:tcPr/>
                </a:tc>
                <a:tc>
                  <a:txBody>
                    <a:bodyPr/>
                    <a:lstStyle/>
                    <a:p>
                      <a:pPr>
                        <a:defRPr sz="1400"/>
                      </a:pPr>
                      <a:r>
                        <a:t>~100-200nm</a:t>
                      </a:r>
                    </a:p>
                  </a:txBody>
                  <a:tcPr/>
                </a:tc>
                <a:tc>
                  <a:txBody>
                    <a:bodyPr/>
                    <a:lstStyle/>
                    <a:p>
                      <a:pPr>
                        <a:defRPr sz="1400"/>
                      </a:pPr>
                      <a:r>
                        <a:t>Intermediate BEOL layers for signal routing. Associated with BSPDN</a:t>
                      </a:r>
                    </a:p>
                  </a:txBody>
                  <a:tcPr/>
                </a:tc>
                <a:extLst>
                  <a:ext uri="{0D108BD9-81ED-4DB2-BD59-A6C34878D82A}">
                    <a16:rowId xmlns:a16="http://schemas.microsoft.com/office/drawing/2014/main" val="10002"/>
                  </a:ext>
                </a:extLst>
              </a:tr>
              <a:tr h="731520">
                <a:tc>
                  <a:txBody>
                    <a:bodyPr/>
                    <a:lstStyle/>
                    <a:p>
                      <a:pPr>
                        <a:defRPr sz="1400"/>
                      </a:pPr>
                      <a:r>
                        <a:t>My</a:t>
                      </a:r>
                    </a:p>
                  </a:txBody>
                  <a:tcPr/>
                </a:tc>
                <a:tc>
                  <a:txBody>
                    <a:bodyPr/>
                    <a:lstStyle/>
                    <a:p>
                      <a:pPr>
                        <a:defRPr sz="1400"/>
                      </a:pPr>
                      <a:r>
                        <a:t>Metal y (upper)</a:t>
                      </a:r>
                    </a:p>
                  </a:txBody>
                  <a:tcPr/>
                </a:tc>
                <a:tc>
                  <a:txBody>
                    <a:bodyPr/>
                    <a:lstStyle/>
                    <a:p>
                      <a:pPr>
                        <a:defRPr sz="1400"/>
                      </a:pPr>
                      <a:r>
                        <a:t>~200-500nm</a:t>
                      </a:r>
                    </a:p>
                  </a:txBody>
                  <a:tcPr/>
                </a:tc>
                <a:tc>
                  <a:txBody>
                    <a:bodyPr/>
                    <a:lstStyle/>
                    <a:p>
                      <a:pPr>
                        <a:defRPr sz="1400"/>
                      </a:pPr>
                      <a:r>
                        <a:t>Upper BEOL routing layers</a:t>
                      </a:r>
                    </a:p>
                  </a:txBody>
                  <a:tcPr/>
                </a:tc>
                <a:extLst>
                  <a:ext uri="{0D108BD9-81ED-4DB2-BD59-A6C34878D82A}">
                    <a16:rowId xmlns:a16="http://schemas.microsoft.com/office/drawing/2014/main" val="10003"/>
                  </a:ext>
                </a:extLst>
              </a:tr>
              <a:tr h="731520">
                <a:tc>
                  <a:txBody>
                    <a:bodyPr/>
                    <a:lstStyle/>
                    <a:p>
                      <a:pPr>
                        <a:defRPr sz="1400"/>
                      </a:pPr>
                      <a:r>
                        <a:t>MR</a:t>
                      </a:r>
                    </a:p>
                  </a:txBody>
                  <a:tcPr/>
                </a:tc>
                <a:tc>
                  <a:txBody>
                    <a:bodyPr/>
                    <a:lstStyle/>
                    <a:p>
                      <a:pPr>
                        <a:defRPr sz="1400"/>
                      </a:pPr>
                      <a:r>
                        <a:t>Metal Redistribution</a:t>
                      </a:r>
                    </a:p>
                  </a:txBody>
                  <a:tcPr/>
                </a:tc>
                <a:tc>
                  <a:txBody>
                    <a:bodyPr/>
                    <a:lstStyle/>
                    <a:p>
                      <a:pPr>
                        <a:defRPr sz="1400"/>
                      </a:pPr>
                      <a:r>
                        <a:t>~1-2um</a:t>
                      </a:r>
                    </a:p>
                  </a:txBody>
                  <a:tcPr/>
                </a:tc>
                <a:tc>
                  <a:txBody>
                    <a:bodyPr/>
                    <a:lstStyle/>
                    <a:p>
                      <a:pPr>
                        <a:defRPr sz="1400"/>
                      </a:pPr>
                      <a:r>
                        <a:t>Relaxed-pitch redistribution layer for connecting to packaging</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457200" y="5303520"/>
            <a:ext cx="11277295" cy="9144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i="1"/>
            </a:pPr>
            <a:r>
              <a:rPr kumimoji="0" sz="1400" b="0" i="1" u="none" strike="noStrike" kern="1200" cap="none" spc="0" normalizeH="0" baseline="0" noProof="0">
                <a:ln>
                  <a:noFill/>
                </a:ln>
                <a:solidFill>
                  <a:prstClr val="black"/>
                </a:solidFill>
                <a:effectLst/>
                <a:uLnTx/>
                <a:uFillTx/>
                <a:latin typeface="Calibri"/>
                <a:ea typeface="+mn-ea"/>
                <a:cs typeface="+mn-cs"/>
              </a:rPr>
              <a:t>"Mx, My and MR represent the BEOL interconnect hierarchy" - IMEC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274320"/>
            <a:ext cx="11277295" cy="73152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3200" b="1"/>
            </a:pPr>
            <a:r>
              <a:rPr kumimoji="0" sz="3200" b="1" i="0" u="none" strike="noStrike" kern="1200" cap="none" spc="0" normalizeH="0" baseline="0" noProof="0">
                <a:ln>
                  <a:noFill/>
                </a:ln>
                <a:solidFill>
                  <a:prstClr val="black"/>
                </a:solidFill>
                <a:effectLst/>
                <a:uLnTx/>
                <a:uFillTx/>
                <a:latin typeface="Calibri"/>
                <a:ea typeface="+mn-ea"/>
                <a:cs typeface="+mn-cs"/>
              </a:rPr>
              <a:t>Application / Use Case Abbreviations</a:t>
            </a:r>
          </a:p>
        </p:txBody>
      </p:sp>
      <p:graphicFrame>
        <p:nvGraphicFramePr>
          <p:cNvPr id="3" name="Table 2"/>
          <p:cNvGraphicFramePr>
            <a:graphicFrameLocks noGrp="1"/>
          </p:cNvGraphicFramePr>
          <p:nvPr>
            <p:extLst>
              <p:ext uri="{D42A27DB-BD31-4B8C-83A1-F6EECF244321}">
                <p14:modId xmlns:p14="http://schemas.microsoft.com/office/powerpoint/2010/main" val="3135201304"/>
              </p:ext>
            </p:extLst>
          </p:nvPr>
        </p:nvGraphicFramePr>
        <p:xfrm>
          <a:off x="457200" y="1188720"/>
          <a:ext cx="11277295" cy="4572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705295">
                  <a:extLst>
                    <a:ext uri="{9D8B030D-6E8A-4147-A177-3AD203B41FA5}">
                      <a16:colId xmlns:a16="http://schemas.microsoft.com/office/drawing/2014/main" val="20002"/>
                    </a:ext>
                  </a:extLst>
                </a:gridCol>
              </a:tblGrid>
              <a:tr h="653142">
                <a:tc>
                  <a:txBody>
                    <a:bodyPr/>
                    <a:lstStyle/>
                    <a:p>
                      <a:pPr>
                        <a:defRPr sz="1600" b="1"/>
                      </a:pPr>
                      <a:r>
                        <a:t>Term</a:t>
                      </a:r>
                    </a:p>
                  </a:txBody>
                  <a:tcPr/>
                </a:tc>
                <a:tc>
                  <a:txBody>
                    <a:bodyPr/>
                    <a:lstStyle/>
                    <a:p>
                      <a:pPr>
                        <a:defRPr sz="1600" b="1"/>
                      </a:pPr>
                      <a:r>
                        <a:t>Meaning</a:t>
                      </a:r>
                    </a:p>
                  </a:txBody>
                  <a:tcPr/>
                </a:tc>
                <a:tc>
                  <a:txBody>
                    <a:bodyPr/>
                    <a:lstStyle/>
                    <a:p>
                      <a:pPr>
                        <a:defRPr sz="1600" b="1"/>
                      </a:pPr>
                      <a:r>
                        <a:t>Description</a:t>
                      </a:r>
                    </a:p>
                  </a:txBody>
                  <a:tcPr/>
                </a:tc>
                <a:extLst>
                  <a:ext uri="{0D108BD9-81ED-4DB2-BD59-A6C34878D82A}">
                    <a16:rowId xmlns:a16="http://schemas.microsoft.com/office/drawing/2014/main" val="10000"/>
                  </a:ext>
                </a:extLst>
              </a:tr>
              <a:tr h="653142">
                <a:tc>
                  <a:txBody>
                    <a:bodyPr/>
                    <a:lstStyle/>
                    <a:p>
                      <a:pPr>
                        <a:defRPr sz="1400"/>
                      </a:pPr>
                      <a:r>
                        <a:t>VR-uLED</a:t>
                      </a:r>
                    </a:p>
                  </a:txBody>
                  <a:tcPr/>
                </a:tc>
                <a:tc>
                  <a:txBody>
                    <a:bodyPr/>
                    <a:lstStyle/>
                    <a:p>
                      <a:pPr>
                        <a:defRPr sz="1400"/>
                      </a:pPr>
                      <a:r>
                        <a:t>VR micro-LED</a:t>
                      </a:r>
                    </a:p>
                  </a:txBody>
                  <a:tcPr/>
                </a:tc>
                <a:tc>
                  <a:txBody>
                    <a:bodyPr/>
                    <a:lstStyle/>
                    <a:p>
                      <a:pPr>
                        <a:defRPr sz="1400"/>
                      </a:pPr>
                      <a:r>
                        <a:t>Micro-LED pixel arrays for AR/VR displays</a:t>
                      </a:r>
                    </a:p>
                  </a:txBody>
                  <a:tcPr/>
                </a:tc>
                <a:extLst>
                  <a:ext uri="{0D108BD9-81ED-4DB2-BD59-A6C34878D82A}">
                    <a16:rowId xmlns:a16="http://schemas.microsoft.com/office/drawing/2014/main" val="10001"/>
                  </a:ext>
                </a:extLst>
              </a:tr>
              <a:tr h="653142">
                <a:tc>
                  <a:txBody>
                    <a:bodyPr/>
                    <a:lstStyle/>
                    <a:p>
                      <a:pPr>
                        <a:defRPr sz="1400"/>
                      </a:pPr>
                      <a:r>
                        <a:t>IM-Pixel</a:t>
                      </a:r>
                    </a:p>
                  </a:txBody>
                  <a:tcPr/>
                </a:tc>
                <a:tc>
                  <a:txBody>
                    <a:bodyPr/>
                    <a:lstStyle/>
                    <a:p>
                      <a:pPr>
                        <a:defRPr sz="1400"/>
                      </a:pPr>
                      <a:r>
                        <a:t>Image sensor Pixel</a:t>
                      </a:r>
                    </a:p>
                  </a:txBody>
                  <a:tcPr/>
                </a:tc>
                <a:tc>
                  <a:txBody>
                    <a:bodyPr/>
                    <a:lstStyle/>
                    <a:p>
                      <a:pPr>
                        <a:defRPr sz="1400"/>
                      </a:pPr>
                      <a:r>
                        <a:t>Camera/image sensor pixel interconnects</a:t>
                      </a:r>
                    </a:p>
                  </a:txBody>
                  <a:tcPr/>
                </a:tc>
                <a:extLst>
                  <a:ext uri="{0D108BD9-81ED-4DB2-BD59-A6C34878D82A}">
                    <a16:rowId xmlns:a16="http://schemas.microsoft.com/office/drawing/2014/main" val="10002"/>
                  </a:ext>
                </a:extLst>
              </a:tr>
              <a:tr h="653142">
                <a:tc>
                  <a:txBody>
                    <a:bodyPr/>
                    <a:lstStyle/>
                    <a:p>
                      <a:pPr>
                        <a:defRPr sz="1400"/>
                      </a:pPr>
                      <a:r>
                        <a:t>L3$</a:t>
                      </a:r>
                    </a:p>
                  </a:txBody>
                  <a:tcPr/>
                </a:tc>
                <a:tc>
                  <a:txBody>
                    <a:bodyPr/>
                    <a:lstStyle/>
                    <a:p>
                      <a:pPr>
                        <a:defRPr sz="1400"/>
                      </a:pPr>
                      <a:r>
                        <a:t>Level 3 Cache</a:t>
                      </a:r>
                    </a:p>
                  </a:txBody>
                  <a:tcPr/>
                </a:tc>
                <a:tc>
                  <a:txBody>
                    <a:bodyPr/>
                    <a:lstStyle/>
                    <a:p>
                      <a:pPr>
                        <a:defRPr sz="1400"/>
                      </a:pPr>
                      <a:r>
                        <a:rPr dirty="0"/>
                        <a:t>Third-level processor cache</a:t>
                      </a:r>
                    </a:p>
                  </a:txBody>
                  <a:tcPr/>
                </a:tc>
                <a:extLst>
                  <a:ext uri="{0D108BD9-81ED-4DB2-BD59-A6C34878D82A}">
                    <a16:rowId xmlns:a16="http://schemas.microsoft.com/office/drawing/2014/main" val="10003"/>
                  </a:ext>
                </a:extLst>
              </a:tr>
              <a:tr h="653142">
                <a:tc>
                  <a:txBody>
                    <a:bodyPr/>
                    <a:lstStyle/>
                    <a:p>
                      <a:pPr>
                        <a:defRPr sz="1400"/>
                      </a:pPr>
                      <a:r>
                        <a:t>L2$</a:t>
                      </a:r>
                    </a:p>
                  </a:txBody>
                  <a:tcPr/>
                </a:tc>
                <a:tc>
                  <a:txBody>
                    <a:bodyPr/>
                    <a:lstStyle/>
                    <a:p>
                      <a:pPr>
                        <a:defRPr sz="1400"/>
                      </a:pPr>
                      <a:r>
                        <a:t>Level 2 Cache</a:t>
                      </a:r>
                    </a:p>
                  </a:txBody>
                  <a:tcPr/>
                </a:tc>
                <a:tc>
                  <a:txBody>
                    <a:bodyPr/>
                    <a:lstStyle/>
                    <a:p>
                      <a:pPr>
                        <a:defRPr sz="1400"/>
                      </a:pPr>
                      <a:r>
                        <a:rPr dirty="0"/>
                        <a:t>Second-level processor cache</a:t>
                      </a:r>
                    </a:p>
                  </a:txBody>
                  <a:tcPr/>
                </a:tc>
                <a:extLst>
                  <a:ext uri="{0D108BD9-81ED-4DB2-BD59-A6C34878D82A}">
                    <a16:rowId xmlns:a16="http://schemas.microsoft.com/office/drawing/2014/main" val="10004"/>
                  </a:ext>
                </a:extLst>
              </a:tr>
              <a:tr h="653142">
                <a:tc>
                  <a:txBody>
                    <a:bodyPr/>
                    <a:lstStyle/>
                    <a:p>
                      <a:pPr>
                        <a:defRPr sz="1400"/>
                      </a:pPr>
                      <a:r>
                        <a:t>L1$</a:t>
                      </a:r>
                    </a:p>
                  </a:txBody>
                  <a:tcPr/>
                </a:tc>
                <a:tc>
                  <a:txBody>
                    <a:bodyPr/>
                    <a:lstStyle/>
                    <a:p>
                      <a:pPr>
                        <a:defRPr sz="1400"/>
                      </a:pPr>
                      <a:r>
                        <a:t>Level 1 Cache</a:t>
                      </a:r>
                    </a:p>
                  </a:txBody>
                  <a:tcPr/>
                </a:tc>
                <a:tc>
                  <a:txBody>
                    <a:bodyPr/>
                    <a:lstStyle/>
                    <a:p>
                      <a:pPr>
                        <a:defRPr sz="1400"/>
                      </a:pPr>
                      <a:r>
                        <a:rPr dirty="0"/>
                        <a:t>First-level processor cache (fastest, smallest)</a:t>
                      </a:r>
                    </a:p>
                  </a:txBody>
                  <a:tcPr/>
                </a:tc>
                <a:extLst>
                  <a:ext uri="{0D108BD9-81ED-4DB2-BD59-A6C34878D82A}">
                    <a16:rowId xmlns:a16="http://schemas.microsoft.com/office/drawing/2014/main" val="10005"/>
                  </a:ext>
                </a:extLst>
              </a:tr>
              <a:tr h="653148">
                <a:tc>
                  <a:txBody>
                    <a:bodyPr/>
                    <a:lstStyle/>
                    <a:p>
                      <a:pPr>
                        <a:defRPr sz="1400"/>
                      </a:pPr>
                      <a:r>
                        <a:t>III 6T SRAM</a:t>
                      </a:r>
                    </a:p>
                  </a:txBody>
                  <a:tcPr/>
                </a:tc>
                <a:tc>
                  <a:txBody>
                    <a:bodyPr/>
                    <a:lstStyle/>
                    <a:p>
                      <a:pPr>
                        <a:defRPr sz="1400"/>
                      </a:pPr>
                      <a:r>
                        <a:t>6-Transistor SRAM</a:t>
                      </a:r>
                    </a:p>
                  </a:txBody>
                  <a:tcPr/>
                </a:tc>
                <a:tc>
                  <a:txBody>
                    <a:bodyPr/>
                    <a:lstStyle/>
                    <a:p>
                      <a:pPr>
                        <a:defRPr sz="1400"/>
                      </a:pPr>
                      <a:r>
                        <a:rPr dirty="0"/>
                        <a:t>Standard 6-transistor SRAM cells at densest interconnect pitches</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2B369-A94B-62FE-74B5-C5716D6120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61B7BB-EF68-D42D-8526-5BC435BBEFA2}"/>
              </a:ext>
            </a:extLst>
          </p:cNvPr>
          <p:cNvSpPr>
            <a:spLocks noGrp="1"/>
          </p:cNvSpPr>
          <p:nvPr>
            <p:ph sz="half" idx="1"/>
          </p:nvPr>
        </p:nvSpPr>
        <p:spPr/>
        <p:txBody>
          <a:bodyPr/>
          <a:lstStyle/>
          <a:p>
            <a:endParaRPr lang="en-US" dirty="0"/>
          </a:p>
        </p:txBody>
      </p:sp>
      <p:sp>
        <p:nvSpPr>
          <p:cNvPr id="4" name="Content Placeholder 3">
            <a:extLst>
              <a:ext uri="{FF2B5EF4-FFF2-40B4-BE49-F238E27FC236}">
                <a16:creationId xmlns:a16="http://schemas.microsoft.com/office/drawing/2014/main" id="{B72E6C71-59BC-6A76-B652-6DFB923BC461}"/>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1C53DF29-3D44-2560-1440-3C8ABF850484}"/>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437B9855-53E0-9C60-57AC-D1187B52A948}"/>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393906078"/>
      </p:ext>
    </p:extLst>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micron-default-ppt-template.pptx" id="{63ACE5F7-8F5F-4AFD-A3AC-1836DD2296E2}" vid="{A224FF35-E953-4CBE-BB4E-C599C08BEC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4.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7" ma:contentTypeDescription="Create a new document." ma:contentTypeScope="" ma:versionID="654bba95f09e83e9bed5c63b7eb51cf0">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d3cb63659e5370d1fae9c6a6fc79f1c7"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9FEC0D4-76F2-4AEE-B1D4-AB665FAA78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http://schemas.microsoft.com/office/2006/documentManagement/types"/>
    <ds:schemaRef ds:uri="http://www.w3.org/XML/1998/namespace"/>
    <ds:schemaRef ds:uri="http://schemas.microsoft.com/office/2006/metadata/properties"/>
    <ds:schemaRef ds:uri="http://purl.org/dc/elements/1.1/"/>
    <ds:schemaRef ds:uri="f6b577cd-6e64-4f00-a024-38a5e216943f"/>
    <ds:schemaRef ds:uri="http://schemas.microsoft.com/office/infopath/2007/PartnerControls"/>
    <ds:schemaRef ds:uri="http://schemas.openxmlformats.org/package/2006/metadata/core-properties"/>
    <ds:schemaRef ds:uri="373dee95-3004-4e58-b400-fc9a330598fa"/>
    <ds:schemaRef ds:uri="http://purl.org/dc/dcmitype/"/>
    <ds:schemaRef ds:uri="http://purl.org/dc/terms/"/>
  </ds:schemaRefs>
</ds:datastoreItem>
</file>

<file path=docMetadata/LabelInfo.xml><?xml version="1.0" encoding="utf-8"?>
<clbl:labelList xmlns:clbl="http://schemas.microsoft.com/office/2020/mipLabelMetadata">
  <clbl:label id="{6fdea275-d6f3-438f-b8d8-013cab2023d3}" enabled="1" method="Privileged" siteId="{f38a5ecd-2813-4862-b11b-ac1d563c806f}" removed="0"/>
</clbl:labelList>
</file>

<file path=docProps/app.xml><?xml version="1.0" encoding="utf-8"?>
<Properties xmlns="http://schemas.openxmlformats.org/officeDocument/2006/extended-properties" xmlns:vt="http://schemas.openxmlformats.org/officeDocument/2006/docPropsVTypes">
  <Template>blank</Template>
  <TotalTime>2521</TotalTime>
  <Words>1128</Words>
  <Application>Microsoft Office PowerPoint</Application>
  <PresentationFormat>Widescreen</PresentationFormat>
  <Paragraphs>164</Paragraphs>
  <Slides>28</Slides>
  <Notes>3</Notes>
  <HiddenSlides>2</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28</vt:i4>
      </vt:variant>
    </vt:vector>
  </HeadingPairs>
  <TitlesOfParts>
    <vt:vector size="33" baseType="lpstr">
      <vt:lpstr>Arial</vt:lpstr>
      <vt:lpstr>Calibri</vt:lpstr>
      <vt:lpstr>Verdana</vt:lpstr>
      <vt:lpstr>Micron</vt:lpstr>
      <vt:lpstr>Office Theme</vt:lpstr>
      <vt:lpstr>Packaging &amp; 3D Integration</vt:lpstr>
      <vt:lpstr>PowerPoint Presentation</vt:lpstr>
      <vt:lpstr>Introduction to Packaging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TSV scaling</vt:lpstr>
      <vt:lpstr>PowerPoint Presentation</vt:lpstr>
      <vt:lpstr>HBM Architecture</vt:lpstr>
      <vt:lpstr>What’s next?</vt:lpstr>
      <vt:lpstr>How bonding works</vt:lpstr>
      <vt:lpstr>Fusion bonding</vt:lpstr>
      <vt:lpstr>Hybrid bonding</vt:lpstr>
      <vt:lpstr>Fusion bonding: existing applications</vt:lpstr>
      <vt:lpstr>Hybrid bonding: existing applications</vt:lpstr>
      <vt:lpstr>Fusion and hybrid bonding: perspectives</vt:lpstr>
      <vt:lpstr>Fusion and hybrid bonding: perspectives</vt:lpstr>
      <vt:lpstr>A 3D Interconnect roadmap</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1</cp:revision>
  <dcterms:created xsi:type="dcterms:W3CDTF">2026-05-19T10:31:05Z</dcterms:created>
  <dcterms:modified xsi:type="dcterms:W3CDTF">2026-05-21T08:38:31Z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874100-6000-43b6-a204-2d77792600b9_Enabled">
    <vt:lpwstr>true</vt:lpwstr>
  </property>
  <property fmtid="{D5CDD505-2E9C-101B-9397-08002B2CF9AE}" pid="3" name="MSIP_Label_37874100-6000-43b6-a204-2d77792600b9_SetDate">
    <vt:lpwstr>2023-03-07T21:18:32Z</vt:lpwstr>
  </property>
  <property fmtid="{D5CDD505-2E9C-101B-9397-08002B2CF9AE}" pid="4" name="MSIP_Label_37874100-6000-43b6-a204-2d77792600b9_Method">
    <vt:lpwstr>Privileged</vt:lpwstr>
  </property>
  <property fmtid="{D5CDD505-2E9C-101B-9397-08002B2CF9AE}" pid="5" name="MSIP_Label_37874100-6000-43b6-a204-2d77792600b9_Name">
    <vt:lpwstr>Confidential</vt:lpwstr>
  </property>
  <property fmtid="{D5CDD505-2E9C-101B-9397-08002B2CF9AE}" pid="6" name="MSIP_Label_37874100-6000-43b6-a204-2d77792600b9_SiteId">
    <vt:lpwstr>f38a5ecd-2813-4862-b11b-ac1d563c806f</vt:lpwstr>
  </property>
  <property fmtid="{D5CDD505-2E9C-101B-9397-08002B2CF9AE}" pid="7" name="MSIP_Label_37874100-6000-43b6-a204-2d77792600b9_ActionId">
    <vt:lpwstr>c55e40c3-190f-46c8-9415-ba41091f940c</vt:lpwstr>
  </property>
  <property fmtid="{D5CDD505-2E9C-101B-9397-08002B2CF9AE}" pid="8" name="MSIP_Label_37874100-6000-43b6-a204-2d77792600b9_ContentBits">
    <vt:lpwstr>3</vt:lpwstr>
  </property>
  <property fmtid="{D5CDD505-2E9C-101B-9397-08002B2CF9AE}" pid="9" name="ContentTypeId">
    <vt:lpwstr>0x010100BE1454C6C4DF484BB7E354F0133B2527</vt:lpwstr>
  </property>
  <property fmtid="{D5CDD505-2E9C-101B-9397-08002B2CF9AE}" pid="10" name="MediaServiceImageTags">
    <vt:lpwstr/>
  </property>
  <property fmtid="{D5CDD505-2E9C-101B-9397-08002B2CF9AE}" pid="11" name="MSIP_Label_8e19d756-792e-42a1-bcad-4cb9051ddd2d_Enabled">
    <vt:lpwstr>true</vt:lpwstr>
  </property>
  <property fmtid="{D5CDD505-2E9C-101B-9397-08002B2CF9AE}" pid="12" name="MSIP_Label_8e19d756-792e-42a1-bcad-4cb9051ddd2d_SetDate">
    <vt:lpwstr>2025-01-07T15:51:17Z</vt:lpwstr>
  </property>
  <property fmtid="{D5CDD505-2E9C-101B-9397-08002B2CF9AE}" pid="13" name="MSIP_Label_8e19d756-792e-42a1-bcad-4cb9051ddd2d_Method">
    <vt:lpwstr>Standard</vt:lpwstr>
  </property>
  <property fmtid="{D5CDD505-2E9C-101B-9397-08002B2CF9AE}" pid="14" name="MSIP_Label_8e19d756-792e-42a1-bcad-4cb9051ddd2d_Name">
    <vt:lpwstr>Confidential</vt:lpwstr>
  </property>
  <property fmtid="{D5CDD505-2E9C-101B-9397-08002B2CF9AE}" pid="15" name="MSIP_Label_8e19d756-792e-42a1-bcad-4cb9051ddd2d_SiteId">
    <vt:lpwstr>41eb501a-f671-4ce0-a5bf-b64168c3705f</vt:lpwstr>
  </property>
  <property fmtid="{D5CDD505-2E9C-101B-9397-08002B2CF9AE}" pid="16" name="MSIP_Label_8e19d756-792e-42a1-bcad-4cb9051ddd2d_ActionId">
    <vt:lpwstr>f41914a7-38f9-4a23-8387-8a0d10a90b2a</vt:lpwstr>
  </property>
  <property fmtid="{D5CDD505-2E9C-101B-9397-08002B2CF9AE}" pid="17" name="MSIP_Label_8e19d756-792e-42a1-bcad-4cb9051ddd2d_ContentBits">
    <vt:lpwstr>2</vt:lpwstr>
  </property>
</Properties>
</file>